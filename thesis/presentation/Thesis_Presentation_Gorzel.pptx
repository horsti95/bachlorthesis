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16"/>
  </p:notesMasterIdLst>
  <p:handoutMasterIdLst>
    <p:handoutMasterId r:id="rId17"/>
  </p:handoutMasterIdLst>
  <p:sldIdLst>
    <p:sldId id="4316" r:id="rId5"/>
    <p:sldId id="4435" r:id="rId6"/>
    <p:sldId id="4436" r:id="rId7"/>
    <p:sldId id="4437" r:id="rId8"/>
    <p:sldId id="4439" r:id="rId9"/>
    <p:sldId id="4447" r:id="rId10"/>
    <p:sldId id="4441" r:id="rId11"/>
    <p:sldId id="4448" r:id="rId12"/>
    <p:sldId id="4442" r:id="rId13"/>
    <p:sldId id="4446" r:id="rId14"/>
    <p:sldId id="4443"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ayout-Beispiele" id="{B1B80792-C706-4248-93F1-D506A758C0A1}">
          <p14:sldIdLst>
            <p14:sldId id="4316"/>
            <p14:sldId id="4435"/>
            <p14:sldId id="4436"/>
            <p14:sldId id="4437"/>
            <p14:sldId id="4439"/>
            <p14:sldId id="4447"/>
            <p14:sldId id="4441"/>
            <p14:sldId id="4448"/>
            <p14:sldId id="4442"/>
            <p14:sldId id="4446"/>
            <p14:sldId id="444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55327" autoAdjust="0"/>
  </p:normalViewPr>
  <p:slideViewPr>
    <p:cSldViewPr showGuides="1">
      <p:cViewPr varScale="1">
        <p:scale>
          <a:sx n="83" d="100"/>
          <a:sy n="83" d="100"/>
        </p:scale>
        <p:origin x="150" y="1920"/>
      </p:cViewPr>
      <p:guideLst/>
    </p:cSldViewPr>
  </p:slideViewPr>
  <p:notesTextViewPr>
    <p:cViewPr>
      <p:scale>
        <a:sx n="1" d="1"/>
        <a:sy n="1" d="1"/>
      </p:scale>
      <p:origin x="0" y="0"/>
    </p:cViewPr>
  </p:notesTextViewPr>
  <p:sorterViewPr>
    <p:cViewPr>
      <p:scale>
        <a:sx n="66" d="100"/>
        <a:sy n="66" d="100"/>
      </p:scale>
      <p:origin x="0" y="0"/>
    </p:cViewPr>
  </p:sorterViewPr>
  <p:notesViewPr>
    <p:cSldViewPr showGuides="1">
      <p:cViewPr>
        <p:scale>
          <a:sx n="66" d="100"/>
          <a:sy n="66" d="100"/>
        </p:scale>
        <p:origin x="3354" y="44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E15F8177-9F15-A215-F3C4-749F9F8A0EDF}"/>
              </a:ext>
            </a:extLst>
          </p:cNvPr>
          <p:cNvSpPr>
            <a:spLocks noGrp="1"/>
          </p:cNvSpPr>
          <p:nvPr>
            <p:ph type="hdr" sz="quarter"/>
          </p:nvPr>
        </p:nvSpPr>
        <p:spPr>
          <a:xfrm>
            <a:off x="477000" y="324000"/>
            <a:ext cx="2952000" cy="216000"/>
          </a:xfrm>
          <a:prstGeom prst="rect">
            <a:avLst/>
          </a:prstGeom>
        </p:spPr>
        <p:txBody>
          <a:bodyPr vert="horz" lIns="0" tIns="0" rIns="0" bIns="0" rtlCol="0"/>
          <a:lstStyle>
            <a:lvl1pPr algn="l">
              <a:defRPr sz="1200"/>
            </a:lvl1pPr>
          </a:lstStyle>
          <a:p>
            <a:endParaRPr lang="de-DE" dirty="0"/>
          </a:p>
        </p:txBody>
      </p:sp>
      <p:sp>
        <p:nvSpPr>
          <p:cNvPr id="4" name="Fußzeilenplatzhalter 3">
            <a:extLst>
              <a:ext uri="{FF2B5EF4-FFF2-40B4-BE49-F238E27FC236}">
                <a16:creationId xmlns:a16="http://schemas.microsoft.com/office/drawing/2014/main" id="{A63E3666-93B0-A358-FB9D-381E2C03CCBC}"/>
              </a:ext>
            </a:extLst>
          </p:cNvPr>
          <p:cNvSpPr>
            <a:spLocks noGrp="1"/>
          </p:cNvSpPr>
          <p:nvPr>
            <p:ph type="ftr" sz="quarter" idx="2"/>
          </p:nvPr>
        </p:nvSpPr>
        <p:spPr>
          <a:xfrm>
            <a:off x="479423" y="8676000"/>
            <a:ext cx="5112000" cy="144000"/>
          </a:xfrm>
          <a:prstGeom prst="rect">
            <a:avLst/>
          </a:prstGeom>
        </p:spPr>
        <p:txBody>
          <a:bodyPr vert="horz" lIns="0" tIns="0" rIns="0" bIns="0" rtlCol="0" anchor="ctr" anchorCtr="0"/>
          <a:lstStyle>
            <a:lvl1pPr algn="l">
              <a:defRPr sz="1200"/>
            </a:lvl1pPr>
          </a:lstStyle>
          <a:p>
            <a:endParaRPr lang="de-DE" sz="800" dirty="0"/>
          </a:p>
        </p:txBody>
      </p:sp>
      <p:sp>
        <p:nvSpPr>
          <p:cNvPr id="5" name="Foliennummernplatzhalter 4">
            <a:extLst>
              <a:ext uri="{FF2B5EF4-FFF2-40B4-BE49-F238E27FC236}">
                <a16:creationId xmlns:a16="http://schemas.microsoft.com/office/drawing/2014/main" id="{151CD7CC-0A62-7BB1-722B-C6E491D37056}"/>
              </a:ext>
            </a:extLst>
          </p:cNvPr>
          <p:cNvSpPr>
            <a:spLocks noGrp="1"/>
          </p:cNvSpPr>
          <p:nvPr>
            <p:ph type="sldNum" sz="quarter" idx="3"/>
          </p:nvPr>
        </p:nvSpPr>
        <p:spPr>
          <a:xfrm>
            <a:off x="5661000" y="8676000"/>
            <a:ext cx="720000" cy="144000"/>
          </a:xfrm>
          <a:prstGeom prst="rect">
            <a:avLst/>
          </a:prstGeom>
        </p:spPr>
        <p:txBody>
          <a:bodyPr vert="horz" lIns="0" tIns="0" rIns="0" bIns="0" rtlCol="0" anchor="ctr" anchorCtr="0"/>
          <a:lstStyle>
            <a:lvl1pPr algn="r">
              <a:defRPr sz="1200"/>
            </a:lvl1pPr>
          </a:lstStyle>
          <a:p>
            <a:fld id="{27294502-B475-4000-8BE3-099734D1677B}" type="slidenum">
              <a:rPr lang="de-DE" sz="800" smtClean="0"/>
              <a:t>‹Nr.›</a:t>
            </a:fld>
            <a:endParaRPr lang="de-DE" sz="800" dirty="0"/>
          </a:p>
        </p:txBody>
      </p:sp>
    </p:spTree>
    <p:extLst>
      <p:ext uri="{BB962C8B-B14F-4D97-AF65-F5344CB8AC3E}">
        <p14:creationId xmlns:p14="http://schemas.microsoft.com/office/powerpoint/2010/main" val="8229968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302" userDrawn="1">
          <p15:clr>
            <a:srgbClr val="F26B43"/>
          </p15:clr>
        </p15:guide>
        <p15:guide id="3" pos="402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7000" y="324000"/>
            <a:ext cx="2952000" cy="216000"/>
          </a:xfrm>
          <a:prstGeom prst="rect">
            <a:avLst/>
          </a:prstGeom>
        </p:spPr>
        <p:txBody>
          <a:bodyPr vert="horz" lIns="0" tIns="0" rIns="0" bIns="0" rtlCol="0" anchor="ctr" anchorCtr="0"/>
          <a:lstStyle>
            <a:lvl1pPr algn="l">
              <a:defRPr sz="1200"/>
            </a:lvl1pPr>
          </a:lstStyle>
          <a:p>
            <a:endParaRPr lang="de-DE" dirty="0"/>
          </a:p>
        </p:txBody>
      </p:sp>
      <p:sp>
        <p:nvSpPr>
          <p:cNvPr id="4" name="Folienbildplatzhalter 3"/>
          <p:cNvSpPr>
            <a:spLocks noGrp="1" noRot="1" noChangeAspect="1"/>
          </p:cNvSpPr>
          <p:nvPr>
            <p:ph type="sldImg" idx="2"/>
          </p:nvPr>
        </p:nvSpPr>
        <p:spPr>
          <a:xfrm>
            <a:off x="479425" y="828000"/>
            <a:ext cx="5903913" cy="3320951"/>
          </a:xfrm>
          <a:prstGeom prst="rect">
            <a:avLst/>
          </a:prstGeom>
          <a:noFill/>
          <a:ln w="6350">
            <a:solidFill>
              <a:schemeClr val="bg2"/>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479425" y="4428000"/>
            <a:ext cx="5903913" cy="403200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6" name="Fußzeilenplatzhalter 5"/>
          <p:cNvSpPr>
            <a:spLocks noGrp="1"/>
          </p:cNvSpPr>
          <p:nvPr>
            <p:ph type="ftr" sz="quarter" idx="4"/>
          </p:nvPr>
        </p:nvSpPr>
        <p:spPr>
          <a:xfrm>
            <a:off x="477000" y="8685213"/>
            <a:ext cx="5112000" cy="144000"/>
          </a:xfrm>
          <a:prstGeom prst="rect">
            <a:avLst/>
          </a:prstGeom>
        </p:spPr>
        <p:txBody>
          <a:bodyPr vert="horz" lIns="0" tIns="0" rIns="0" bIns="0" rtlCol="0" anchor="ctr" anchorCtr="0"/>
          <a:lstStyle>
            <a:lvl1pPr algn="l">
              <a:defRPr sz="800"/>
            </a:lvl1pPr>
          </a:lstStyle>
          <a:p>
            <a:endParaRPr lang="de-DE" dirty="0"/>
          </a:p>
        </p:txBody>
      </p:sp>
      <p:sp>
        <p:nvSpPr>
          <p:cNvPr id="7" name="Foliennummernplatzhalter 6"/>
          <p:cNvSpPr>
            <a:spLocks noGrp="1"/>
          </p:cNvSpPr>
          <p:nvPr>
            <p:ph type="sldNum" sz="quarter" idx="5"/>
          </p:nvPr>
        </p:nvSpPr>
        <p:spPr>
          <a:xfrm>
            <a:off x="5661000" y="8685213"/>
            <a:ext cx="720000" cy="144000"/>
          </a:xfrm>
          <a:prstGeom prst="rect">
            <a:avLst/>
          </a:prstGeom>
        </p:spPr>
        <p:txBody>
          <a:bodyPr vert="horz" lIns="0" tIns="0" rIns="0" bIns="0" rtlCol="0" anchor="ctr" anchorCtr="0"/>
          <a:lstStyle>
            <a:lvl1pPr algn="r">
              <a:defRPr sz="800"/>
            </a:lvl1pPr>
          </a:lstStyle>
          <a:p>
            <a:fld id="{160CD836-151D-406C-BB8C-1AD153EDB684}" type="slidenum">
              <a:rPr lang="de-DE" smtClean="0"/>
              <a:pPr/>
              <a:t>‹Nr.›</a:t>
            </a:fld>
            <a:endParaRPr lang="de-DE" dirty="0"/>
          </a:p>
        </p:txBody>
      </p:sp>
    </p:spTree>
    <p:extLst>
      <p:ext uri="{BB962C8B-B14F-4D97-AF65-F5344CB8AC3E}">
        <p14:creationId xmlns:p14="http://schemas.microsoft.com/office/powerpoint/2010/main" val="2189108648"/>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20000"/>
      </a:lnSpc>
      <a:spcBef>
        <a:spcPts val="600"/>
      </a:spcBef>
      <a:spcAft>
        <a:spcPts val="300"/>
      </a:spcAft>
      <a:defRPr sz="1200" kern="1200">
        <a:solidFill>
          <a:schemeClr val="tx1"/>
        </a:solidFill>
        <a:latin typeface="+mn-lt"/>
        <a:ea typeface="+mn-ea"/>
        <a:cs typeface="+mn-cs"/>
      </a:defRPr>
    </a:lvl1pPr>
    <a:lvl2pPr marL="0" indent="0" algn="l" defTabSz="914400" rtl="0" eaLnBrk="1" latinLnBrk="0" hangingPunct="1">
      <a:lnSpc>
        <a:spcPct val="120000"/>
      </a:lnSpc>
      <a:spcBef>
        <a:spcPts val="1200"/>
      </a:spcBef>
      <a:defRPr sz="1400" b="1" kern="1200">
        <a:solidFill>
          <a:schemeClr val="tx1"/>
        </a:solidFill>
        <a:latin typeface="+mj-lt"/>
        <a:ea typeface="+mn-ea"/>
        <a:cs typeface="+mn-cs"/>
      </a:defRPr>
    </a:lvl2pPr>
    <a:lvl3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3pPr>
    <a:lvl4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4pPr>
    <a:lvl5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5pPr>
    <a:lvl6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6pPr>
    <a:lvl7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notesStyle>
  <p:extLst>
    <p:ext uri="{620B2872-D7B9-4A21-9093-7833F8D536E1}">
      <p15:sldGuideLst xmlns:p15="http://schemas.microsoft.com/office/powerpoint/2012/main">
        <p15:guide id="2" pos="302" userDrawn="1">
          <p15:clr>
            <a:srgbClr val="F26B43"/>
          </p15:clr>
        </p15:guide>
        <p15:guide id="3" pos="4021"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9425" y="828675"/>
            <a:ext cx="5903913" cy="3321050"/>
          </a:xfrm>
        </p:spPr>
      </p:sp>
      <p:sp>
        <p:nvSpPr>
          <p:cNvPr id="3" name="Notizenplatzhalter 2"/>
          <p:cNvSpPr>
            <a:spLocks noGrp="1"/>
          </p:cNvSpPr>
          <p:nvPr>
            <p:ph type="body" idx="1"/>
          </p:nvPr>
        </p:nvSpPr>
        <p:spPr/>
        <p:txBody>
          <a:bodyPr/>
          <a:lstStyle/>
          <a:p>
            <a:pPr lvl="0"/>
            <a:endParaRPr lang="de-DE" dirty="0"/>
          </a:p>
        </p:txBody>
      </p:sp>
      <p:sp>
        <p:nvSpPr>
          <p:cNvPr id="4" name="Foliennummernplatzhalter 3"/>
          <p:cNvSpPr>
            <a:spLocks noGrp="1"/>
          </p:cNvSpPr>
          <p:nvPr>
            <p:ph type="sldNum" sz="quarter" idx="5"/>
          </p:nvPr>
        </p:nvSpPr>
        <p:spPr/>
        <p:txBody>
          <a:bodyPr/>
          <a:lstStyle/>
          <a:p>
            <a:fld id="{160CD836-151D-406C-BB8C-1AD153EDB684}" type="slidenum">
              <a:rPr lang="de-DE" smtClean="0"/>
              <a:pPr/>
              <a:t>1</a:t>
            </a:fld>
            <a:endParaRPr lang="de-DE" dirty="0"/>
          </a:p>
        </p:txBody>
      </p:sp>
    </p:spTree>
    <p:extLst>
      <p:ext uri="{BB962C8B-B14F-4D97-AF65-F5344CB8AC3E}">
        <p14:creationId xmlns:p14="http://schemas.microsoft.com/office/powerpoint/2010/main" val="296509412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Six sections, ten minutes. The contribution is the caching framework; sleep staging is just the test vehicle.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began as a sleep-staging project. The standard protocol is Leave-One-Subject-Out: train on 127 people, test on the one held out, repeat for all 128 — so per model, 128 retrains. Run 18 model configurations and you're at ~21 hours per sweep, mostly recomputing byte-for-byte identical models. The problem was never accuracy; it was that changing one parameter threw all of it away. And to be clear: sleep data is just the vehicle. The contribution is the caching framework — LOSO is the hard, general case I use to prove it. (~1:40)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ingredient already exists — tracking, caching, fingerprinting, cross-validation. What no tool does is the bottom row: combine them AND put the held-out subject into the cache key. Without that, a cache hit can silently hand you a model trained on the wrong people — no error, just an invalid result. That's the gap I close.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is one idea: give every computation an identity. I take the full configuration — seed, code version, hyperparameters, feature set — serialize it to canonical JSON, and hash it with SHA-256. Same inputs always give the same key; change one thing and the key changes, forcing a recompute. The decisive part, and the reason generic tools can't do this, is adding the held-out subject ID into the hash. That makes fold isolation structural, not a convention: a model trained with subject A out cannot be retrieved when subject B is the test subject. (Slide 2 was the problem; this is the one idea that fixes it.) (~1:30)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pipeline — and this diagram is the method on one slide. Two cache layers. Layer 1 holds the extracted features; they depend only on the raw signal, so they're computed once and stay valid. Layer 2 is the fingerprint-keyed model cache — that's where the speedup lives. The inner loop runs 128 times per configuration: fingerprint, check cache, train only on a miss. The outer loop sweeps all 18 configurations, and configurations that share folds reuse each other's cached models automatically. I verified it with deliberate invalidation tests — change a hyperparameter, a feature count, a subject — each produces a distinct fingerprint and the correct miss. Zero collisions. (~1:30)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XGBoost, a median 54x speedup, and the best configuration went from a 64-minute cold run to 19 seconds — 202x. Feature extraction alone is 227x faster. Two numbers I want to state explicitly, because they're the scientific claims, not just speed: every one of the 2,304 warm operations was a hit — a 100% hit rate — and every cached model produced bitwise-identical predictions to retraining. And the cached models still reach 85.5% accuracy, kappa 0.74 — so this is faster AND provably the same result, at no cost to quality. (~1:30)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isn't free for every model, so I built a metric — eta, the same symbol physics uses for efficiency — seconds of compute saved per megabyte stored. I tested 15 models. Everything above this diagonal recovers more compute than it spends on storage I/O: 11 pass, 4 fail. The failures cluster bottom-right — Random Forest, Extra Trees, kNN — big files, little saved. And the scaling result is the general takeaway: SVM went from 9x at ten subjects to 201x at 128. Caching gets MORE valuable as the study grows, not less. (~1:20)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fingerprint makes fold-safe caching structural, the speedups are order-of-magnitude, and reproducibility is guaranteed by construction — that answers all four research questions: efficiency, reproducibility, scalability, and the storage trade-off. There's also a second win beyond speed: because I persist every fold's model, not just the metrics, a clinician can flag an outlier subject and an ML specialist can pull that subject's exact model and inspect its feature importances — for free. Model evaluation meeting domain knowledge. The honest caveat: the specific numbers depend on hardware and model choice — but the method, the fingerprint and the eta metric, transfers to any subject-level cross-validation domain. (~1:20)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I'm happy to take questions. Advance to backup slides as needed (full results table, eta ranking, confusion matrix, global-vs-fold leakage).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Pull these up only if asked. The global-vs-fold slide directly addresses the train-set leakage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blank" preserve="1">
  <p:cSld name="Intro">
    <p:bg>
      <p:bgPr>
        <a:solidFill>
          <a:schemeClr val="bg2"/>
        </a:solidFill>
        <a:effectLst/>
      </p:bgPr>
    </p:bg>
    <p:spTree>
      <p:nvGrpSpPr>
        <p:cNvPr id="1" name=""/>
        <p:cNvGrpSpPr/>
        <p:nvPr/>
      </p:nvGrpSpPr>
      <p:grpSpPr>
        <a:xfrm>
          <a:off x="0" y="0"/>
          <a:ext cx="0" cy="0"/>
          <a:chOff x="0" y="0"/>
          <a:chExt cx="0" cy="0"/>
        </a:xfrm>
      </p:grpSpPr>
      <p:pic>
        <p:nvPicPr>
          <p:cNvPr id="6" name="Logo">
            <a:extLst>
              <a:ext uri="{FF2B5EF4-FFF2-40B4-BE49-F238E27FC236}">
                <a16:creationId xmlns:a16="http://schemas.microsoft.com/office/drawing/2014/main" id="{8F1F7F88-BAC0-9AE2-3D8F-85F032C645A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3576000" y="2088630"/>
            <a:ext cx="5040000" cy="2680740"/>
          </a:xfrm>
          <a:prstGeom prst="rect">
            <a:avLst/>
          </a:prstGeom>
        </p:spPr>
      </p:pic>
    </p:spTree>
    <p:extLst>
      <p:ext uri="{BB962C8B-B14F-4D97-AF65-F5344CB8AC3E}">
        <p14:creationId xmlns:p14="http://schemas.microsoft.com/office/powerpoint/2010/main" val="256413995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solidFill>
          <a:schemeClr val="bg2"/>
        </a:solidFill>
        <a:effectLst/>
      </p:bgPr>
    </p:bg>
    <p:spTree>
      <p:nvGrpSpPr>
        <p:cNvPr id="1" name=""/>
        <p:cNvGrpSpPr/>
        <p:nvPr/>
      </p:nvGrpSpPr>
      <p:grpSpPr>
        <a:xfrm>
          <a:off x="0" y="0"/>
          <a:ext cx="0" cy="0"/>
          <a:chOff x="0" y="0"/>
          <a:chExt cx="0" cy="0"/>
        </a:xfrm>
      </p:grpSpPr>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pic>
        <p:nvPicPr>
          <p:cNvPr id="10" name="Logo">
            <a:extLst>
              <a:ext uri="{FF2B5EF4-FFF2-40B4-BE49-F238E27FC236}">
                <a16:creationId xmlns:a16="http://schemas.microsoft.com/office/drawing/2014/main" id="{88FE6F79-2335-5254-9250-1A749D81306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1229188569"/>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 vollflächiges Bild">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12192000" cy="6858000"/>
          </a:xfrm>
          <a:solidFill>
            <a:srgbClr val="E4E7E9"/>
          </a:solidFill>
        </p:spPr>
        <p:txBody>
          <a:bodyPr lIns="6552000" tIns="1080000" rIns="864000" bIns="288000" anchor="ctr" anchorCtr="0"/>
          <a:lstStyle>
            <a:lvl1pPr marL="0" indent="0" algn="l">
              <a:spcBef>
                <a:spcPts val="0"/>
              </a:spcBef>
              <a:spcAft>
                <a:spcPts val="0"/>
              </a:spcAft>
              <a:buNone/>
              <a:defRPr sz="1200" b="0">
                <a:solidFill>
                  <a:schemeClr val="tx1"/>
                </a:solidFill>
                <a:latin typeface="+mn-lt"/>
              </a:defRPr>
            </a:lvl1pPr>
            <a:lvl2pPr marL="0" indent="0" algn="l">
              <a:spcBef>
                <a:spcPts val="0"/>
              </a:spcBef>
              <a:spcAft>
                <a:spcPts val="0"/>
              </a:spcAft>
              <a:buNone/>
              <a:defRPr sz="1200" b="0">
                <a:solidFill>
                  <a:schemeClr val="tx1"/>
                </a:solidFill>
                <a:latin typeface="+mn-lt"/>
              </a:defRPr>
            </a:lvl2pPr>
            <a:lvl3pPr marL="0" indent="0" algn="l">
              <a:spcBef>
                <a:spcPts val="0"/>
              </a:spcBef>
              <a:spcAft>
                <a:spcPts val="0"/>
              </a:spcAft>
              <a:buNone/>
              <a:defRPr sz="1200" b="0">
                <a:solidFill>
                  <a:schemeClr val="tx1"/>
                </a:solidFill>
                <a:latin typeface="+mn-lt"/>
              </a:defRPr>
            </a:lvl3pPr>
            <a:lvl4pPr marL="0" indent="0" algn="l">
              <a:spcBef>
                <a:spcPts val="0"/>
              </a:spcBef>
              <a:spcAft>
                <a:spcPts val="0"/>
              </a:spcAft>
              <a:buNone/>
              <a:defRPr sz="1200" b="0">
                <a:solidFill>
                  <a:schemeClr val="tx1"/>
                </a:solidFill>
                <a:latin typeface="+mn-lt"/>
              </a:defRPr>
            </a:lvl4pPr>
            <a:lvl5pPr marL="0" indent="0" algn="l">
              <a:spcBef>
                <a:spcPts val="0"/>
              </a:spcBef>
              <a:spcAft>
                <a:spcPts val="0"/>
              </a:spcAft>
              <a:buNone/>
              <a:defRPr sz="1200" b="0">
                <a:solidFill>
                  <a:schemeClr val="tx1"/>
                </a:solidFill>
                <a:latin typeface="+mn-lt"/>
              </a:defRPr>
            </a:lvl5pPr>
            <a:lvl6pPr marL="0" indent="0" algn="l">
              <a:spcBef>
                <a:spcPts val="0"/>
              </a:spcBef>
              <a:spcAft>
                <a:spcPts val="0"/>
              </a:spcAft>
              <a:buNone/>
              <a:defRPr sz="1200" b="0">
                <a:solidFill>
                  <a:schemeClr val="tx1"/>
                </a:solidFill>
                <a:latin typeface="+mn-lt"/>
              </a:defRPr>
            </a:lvl6pPr>
            <a:lvl7pPr marL="0" indent="0" algn="l">
              <a:spcBef>
                <a:spcPts val="0"/>
              </a:spcBef>
              <a:spcAft>
                <a:spcPts val="0"/>
              </a:spcAft>
              <a:buNone/>
              <a:defRPr sz="1200" b="0">
                <a:solidFill>
                  <a:schemeClr val="tx1"/>
                </a:solidFill>
                <a:latin typeface="+mn-lt"/>
              </a:defRPr>
            </a:lvl7pPr>
            <a:lvl8pPr marL="0" indent="0" algn="l">
              <a:spcBef>
                <a:spcPts val="0"/>
              </a:spcBef>
              <a:spcAft>
                <a:spcPts val="0"/>
              </a:spcAft>
              <a:buNone/>
              <a:defRPr sz="1200" b="0">
                <a:solidFill>
                  <a:schemeClr val="tx1"/>
                </a:solidFill>
                <a:latin typeface="+mn-lt"/>
              </a:defRPr>
            </a:lvl8pPr>
            <a:lvl9pPr marL="0" indent="0" algn="l">
              <a:spcBef>
                <a:spcPts val="0"/>
              </a:spcBef>
              <a:spcAft>
                <a:spcPts val="0"/>
              </a:spcAft>
              <a:buNone/>
              <a:defRPr sz="1200" b="0">
                <a:solidFill>
                  <a:schemeClr val="tx1"/>
                </a:solidFill>
                <a:latin typeface="+mn-lt"/>
              </a:defRPr>
            </a:lvl9pPr>
          </a:lstStyle>
          <a:p>
            <a:pPr lvl="0"/>
            <a:r>
              <a:rPr lang="de-DE" sz="1200"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6" name="Transparenz">
            <a:extLst>
              <a:ext uri="{FF2B5EF4-FFF2-40B4-BE49-F238E27FC236}">
                <a16:creationId xmlns:a16="http://schemas.microsoft.com/office/drawing/2014/main" id="{7165EB65-F10E-50DF-D5F7-78DB8E024405}"/>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9" name="Logo">
            <a:extLst>
              <a:ext uri="{FF2B5EF4-FFF2-40B4-BE49-F238E27FC236}">
                <a16:creationId xmlns:a16="http://schemas.microsoft.com/office/drawing/2014/main" id="{CD799FFE-7F94-C709-ABDB-FF3379E6AE1E}"/>
              </a:ext>
              <a:ext uri="{C183D7F6-B498-43B3-948B-1728B52AA6E4}">
                <adec:decorative xmlns:adec="http://schemas.microsoft.com/office/drawing/2017/decorative" val="1"/>
              </a:ext>
            </a:extLst>
          </p:cNvPr>
          <p:cNvSpPr>
            <a:spLocks noGrp="1"/>
          </p:cNvSpPr>
          <p:nvPr>
            <p:ph type="body" sz="quarter" idx="13" hasCustomPrompt="1"/>
          </p:nvPr>
        </p:nvSpPr>
        <p:spPr bwMode="gray">
          <a:xfrm>
            <a:off x="9861600" y="621000"/>
            <a:ext cx="1706400" cy="2160000"/>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gray">
          <a:xfrm>
            <a:off x="695326" y="1917700"/>
            <a:ext cx="5400674" cy="2663300"/>
          </a:xfrm>
        </p:spPr>
        <p:txBody>
          <a:bodyPr anchor="b"/>
          <a:lstStyle>
            <a:lvl1pPr algn="l">
              <a:defRPr sz="40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95326" y="4797000"/>
            <a:ext cx="5400674"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96000" y="5876999"/>
            <a:ext cx="5400674"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spTree>
    <p:extLst>
      <p:ext uri="{BB962C8B-B14F-4D97-AF65-F5344CB8AC3E}">
        <p14:creationId xmlns:p14="http://schemas.microsoft.com/office/powerpoint/2010/main" val="3356405246"/>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438" userDrawn="1">
          <p15:clr>
            <a:srgbClr val="FBAE40"/>
          </p15:clr>
        </p15:guide>
        <p15:guide id="3" pos="3840" userDrawn="1">
          <p15:clr>
            <a:srgbClr val="FBAE40"/>
          </p15:clr>
        </p15:guide>
        <p15:guide id="4" orient="horz" pos="120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 Bild">
    <p:bg>
      <p:bgPr>
        <a:solidFill>
          <a:schemeClr val="bg2"/>
        </a:solidFill>
        <a:effectLst/>
      </p:bgPr>
    </p:bg>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ED3CDC4F-05B1-B76F-5EA7-189E7169CC46}"/>
              </a:ext>
              <a:ext uri="{C183D7F6-B498-43B3-948B-1728B52AA6E4}">
                <adec:decorative xmlns:adec="http://schemas.microsoft.com/office/drawing/2017/decorative" val="1"/>
              </a:ext>
            </a:extLst>
          </p:cNvPr>
          <p:cNvSpPr>
            <a:spLocks noGrp="1"/>
          </p:cNvSpPr>
          <p:nvPr>
            <p:ph type="pic" idx="11" hasCustomPrompt="1"/>
          </p:nvPr>
        </p:nvSpPr>
        <p:spPr bwMode="gray">
          <a:xfrm>
            <a:off x="0" y="0"/>
            <a:ext cx="5880100" cy="6858000"/>
          </a:xfrm>
          <a:solidFill>
            <a:srgbClr val="E4E7E9"/>
          </a:solidFill>
        </p:spPr>
        <p:txBody>
          <a:bodyPr lIns="288000" tIns="0" rIns="288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Titel">
            <a:extLst>
              <a:ext uri="{FF2B5EF4-FFF2-40B4-BE49-F238E27FC236}">
                <a16:creationId xmlns:a16="http://schemas.microsoft.com/office/drawing/2014/main" id="{D1BDE9CD-498E-8C0C-DD46-31832628F30D}"/>
              </a:ext>
            </a:extLst>
          </p:cNvPr>
          <p:cNvSpPr>
            <a:spLocks noGrp="1"/>
          </p:cNvSpPr>
          <p:nvPr>
            <p:ph type="ctrTitle" hasCustomPrompt="1"/>
          </p:nvPr>
        </p:nvSpPr>
        <p:spPr bwMode="invGray">
          <a:xfrm>
            <a:off x="6310651" y="3141000"/>
            <a:ext cx="5184675" cy="1440000"/>
          </a:xfrm>
        </p:spPr>
        <p:txBody>
          <a:bodyPr anchor="b"/>
          <a:lstStyle>
            <a:lvl1pPr algn="l">
              <a:defRPr sz="3200" baseline="0">
                <a:solidFill>
                  <a:schemeClr val="bg1"/>
                </a:solidFill>
              </a:defRPr>
            </a:lvl1pPr>
          </a:lstStyle>
          <a:p>
            <a:r>
              <a:rPr lang="de-DE" dirty="0"/>
              <a:t>Titel der Präsentation</a:t>
            </a:r>
          </a:p>
        </p:txBody>
      </p:sp>
      <p:sp>
        <p:nvSpPr>
          <p:cNvPr id="3" name="Untertitel">
            <a:extLst>
              <a:ext uri="{FF2B5EF4-FFF2-40B4-BE49-F238E27FC236}">
                <a16:creationId xmlns:a16="http://schemas.microsoft.com/office/drawing/2014/main" id="{6BCC98A8-5053-B10A-35A9-DD68B5FBADC7}"/>
              </a:ext>
            </a:extLst>
          </p:cNvPr>
          <p:cNvSpPr>
            <a:spLocks noGrp="1"/>
          </p:cNvSpPr>
          <p:nvPr>
            <p:ph type="subTitle" idx="1" hasCustomPrompt="1"/>
          </p:nvPr>
        </p:nvSpPr>
        <p:spPr bwMode="gray">
          <a:xfrm>
            <a:off x="6310651" y="4797000"/>
            <a:ext cx="5184675" cy="720000"/>
          </a:xfrm>
        </p:spPr>
        <p:txBody>
          <a:bodyPr>
            <a:noAutofit/>
          </a:bodyPr>
          <a:lstStyle>
            <a:lvl1pPr marL="0" indent="0" algn="l">
              <a:spcBef>
                <a:spcPts val="0"/>
              </a:spcBef>
              <a:spcAft>
                <a:spcPts val="0"/>
              </a:spcAft>
              <a:buNone/>
              <a:defRPr sz="2000" b="0">
                <a:solidFill>
                  <a:schemeClr val="tx1"/>
                </a:solidFill>
                <a:latin typeface="+mn-lt"/>
              </a:defRPr>
            </a:lvl1pPr>
            <a:lvl2pPr marL="0" indent="0" algn="l">
              <a:spcBef>
                <a:spcPts val="0"/>
              </a:spcBef>
              <a:spcAft>
                <a:spcPts val="0"/>
              </a:spcAft>
              <a:buNone/>
              <a:defRPr sz="2000" b="0">
                <a:solidFill>
                  <a:schemeClr val="tx1"/>
                </a:solidFill>
                <a:latin typeface="+mn-lt"/>
              </a:defRPr>
            </a:lvl2pPr>
            <a:lvl3pPr marL="0" indent="0" algn="l">
              <a:spcBef>
                <a:spcPts val="0"/>
              </a:spcBef>
              <a:spcAft>
                <a:spcPts val="0"/>
              </a:spcAft>
              <a:buNone/>
              <a:defRPr sz="2000" b="0">
                <a:solidFill>
                  <a:schemeClr val="tx1"/>
                </a:solidFill>
                <a:latin typeface="+mn-lt"/>
              </a:defRPr>
            </a:lvl3pPr>
            <a:lvl4pPr marL="0" indent="0" algn="l">
              <a:spcBef>
                <a:spcPts val="0"/>
              </a:spcBef>
              <a:spcAft>
                <a:spcPts val="0"/>
              </a:spcAft>
              <a:buNone/>
              <a:defRPr sz="2000" b="0">
                <a:solidFill>
                  <a:schemeClr val="tx1"/>
                </a:solidFill>
                <a:latin typeface="+mn-lt"/>
              </a:defRPr>
            </a:lvl4pPr>
            <a:lvl5pPr marL="0" indent="0" algn="l">
              <a:spcBef>
                <a:spcPts val="0"/>
              </a:spcBef>
              <a:spcAft>
                <a:spcPts val="0"/>
              </a:spcAft>
              <a:buNone/>
              <a:defRPr sz="2000" b="0">
                <a:solidFill>
                  <a:schemeClr val="tx1"/>
                </a:solidFill>
                <a:latin typeface="+mn-lt"/>
              </a:defRPr>
            </a:lvl5pPr>
            <a:lvl6pPr marL="0" indent="0" algn="l">
              <a:spcBef>
                <a:spcPts val="0"/>
              </a:spcBef>
              <a:spcAft>
                <a:spcPts val="0"/>
              </a:spcAft>
              <a:buNone/>
              <a:defRPr sz="2000" b="0">
                <a:solidFill>
                  <a:schemeClr val="tx1"/>
                </a:solidFill>
                <a:latin typeface="+mn-lt"/>
              </a:defRPr>
            </a:lvl6pPr>
            <a:lvl7pPr marL="0" indent="0" algn="l">
              <a:spcBef>
                <a:spcPts val="0"/>
              </a:spcBef>
              <a:spcAft>
                <a:spcPts val="0"/>
              </a:spcAft>
              <a:buNone/>
              <a:defRPr sz="2000" b="0">
                <a:solidFill>
                  <a:schemeClr val="tx1"/>
                </a:solidFill>
                <a:latin typeface="+mn-lt"/>
              </a:defRPr>
            </a:lvl7pPr>
            <a:lvl8pPr marL="0" indent="0" algn="l">
              <a:spcBef>
                <a:spcPts val="0"/>
              </a:spcBef>
              <a:spcAft>
                <a:spcPts val="0"/>
              </a:spcAft>
              <a:buNone/>
              <a:defRPr sz="2000" b="0">
                <a:solidFill>
                  <a:schemeClr val="tx1"/>
                </a:solidFill>
                <a:latin typeface="+mn-lt"/>
              </a:defRPr>
            </a:lvl8pPr>
            <a:lvl9pPr marL="0" indent="0" algn="l">
              <a:spcBef>
                <a:spcPts val="0"/>
              </a:spcBef>
              <a:spcAft>
                <a:spcPts val="0"/>
              </a:spcAft>
              <a:buNone/>
              <a:defRPr sz="2000" b="0">
                <a:solidFill>
                  <a:schemeClr val="tx1"/>
                </a:solidFill>
                <a:latin typeface="+mn-lt"/>
              </a:defRPr>
            </a:lvl9pPr>
          </a:lstStyle>
          <a:p>
            <a:pPr lvl="0"/>
            <a:r>
              <a:rPr lang="de-DE" dirty="0"/>
              <a:t>Untertitel der Präsentation</a:t>
            </a:r>
          </a:p>
        </p:txBody>
      </p:sp>
      <p:sp>
        <p:nvSpPr>
          <p:cNvPr id="15" name="Textplatzhalter">
            <a:extLst>
              <a:ext uri="{FF2B5EF4-FFF2-40B4-BE49-F238E27FC236}">
                <a16:creationId xmlns:a16="http://schemas.microsoft.com/office/drawing/2014/main" id="{888E75FC-8DAA-C7C9-155B-D6FCAFE49437}"/>
              </a:ext>
            </a:extLst>
          </p:cNvPr>
          <p:cNvSpPr>
            <a:spLocks noGrp="1"/>
          </p:cNvSpPr>
          <p:nvPr>
            <p:ph type="body" sz="quarter" idx="10" hasCustomPrompt="1"/>
          </p:nvPr>
        </p:nvSpPr>
        <p:spPr bwMode="gray">
          <a:xfrm>
            <a:off x="6311325" y="5876999"/>
            <a:ext cx="5184675" cy="288000"/>
          </a:xfrm>
        </p:spPr>
        <p:txBody>
          <a:bodyPr/>
          <a:lstStyle>
            <a:lvl1pPr marL="0" indent="0">
              <a:spcBef>
                <a:spcPts val="0"/>
              </a:spcBef>
              <a:spcAft>
                <a:spcPts val="0"/>
              </a:spcAft>
              <a:buFontTx/>
              <a:buNone/>
              <a:defRPr sz="1600" b="0">
                <a:solidFill>
                  <a:schemeClr val="tx1"/>
                </a:solidFill>
                <a:latin typeface="+mn-lt"/>
              </a:defRPr>
            </a:lvl1pPr>
            <a:lvl2pPr marL="0" indent="0">
              <a:spcBef>
                <a:spcPts val="0"/>
              </a:spcBef>
              <a:spcAft>
                <a:spcPts val="0"/>
              </a:spcAft>
              <a:buFontTx/>
              <a:buNone/>
              <a:defRPr sz="1600" b="0">
                <a:solidFill>
                  <a:schemeClr val="tx1"/>
                </a:solidFill>
                <a:latin typeface="+mn-lt"/>
              </a:defRPr>
            </a:lvl2pPr>
            <a:lvl3pPr marL="0" indent="0">
              <a:spcBef>
                <a:spcPts val="0"/>
              </a:spcBef>
              <a:spcAft>
                <a:spcPts val="0"/>
              </a:spcAft>
              <a:buFontTx/>
              <a:buNone/>
              <a:defRPr sz="1600" b="0">
                <a:solidFill>
                  <a:schemeClr val="tx1"/>
                </a:solidFill>
                <a:latin typeface="+mn-lt"/>
              </a:defRPr>
            </a:lvl3pPr>
            <a:lvl4pPr marL="0" indent="0">
              <a:spcBef>
                <a:spcPts val="0"/>
              </a:spcBef>
              <a:spcAft>
                <a:spcPts val="0"/>
              </a:spcAft>
              <a:buFontTx/>
              <a:buNone/>
              <a:defRPr sz="1600" b="0">
                <a:solidFill>
                  <a:schemeClr val="tx1"/>
                </a:solidFill>
                <a:latin typeface="+mn-lt"/>
              </a:defRPr>
            </a:lvl4pPr>
            <a:lvl5pPr marL="0" indent="0">
              <a:spcBef>
                <a:spcPts val="0"/>
              </a:spcBef>
              <a:spcAft>
                <a:spcPts val="0"/>
              </a:spcAft>
              <a:buFontTx/>
              <a:buNone/>
              <a:defRPr sz="1600" b="0">
                <a:solidFill>
                  <a:schemeClr val="tx1"/>
                </a:solidFill>
                <a:latin typeface="+mn-lt"/>
              </a:defRPr>
            </a:lvl5pPr>
            <a:lvl6pPr marL="0" indent="0">
              <a:spcBef>
                <a:spcPts val="0"/>
              </a:spcBef>
              <a:spcAft>
                <a:spcPts val="0"/>
              </a:spcAft>
              <a:buFontTx/>
              <a:buNone/>
              <a:defRPr sz="1600" b="0">
                <a:solidFill>
                  <a:schemeClr val="tx1"/>
                </a:solidFill>
                <a:latin typeface="+mn-lt"/>
              </a:defRPr>
            </a:lvl6pPr>
            <a:lvl7pPr marL="0" indent="0">
              <a:spcBef>
                <a:spcPts val="0"/>
              </a:spcBef>
              <a:spcAft>
                <a:spcPts val="0"/>
              </a:spcAft>
              <a:buFontTx/>
              <a:buNone/>
              <a:defRPr sz="1600" b="0">
                <a:solidFill>
                  <a:schemeClr val="tx1"/>
                </a:solidFill>
                <a:latin typeface="+mn-lt"/>
              </a:defRPr>
            </a:lvl7pPr>
            <a:lvl8pPr marL="0" indent="0">
              <a:spcBef>
                <a:spcPts val="0"/>
              </a:spcBef>
              <a:spcAft>
                <a:spcPts val="0"/>
              </a:spcAft>
              <a:buFontTx/>
              <a:buNone/>
              <a:defRPr sz="1600" b="0">
                <a:solidFill>
                  <a:schemeClr val="tx1"/>
                </a:solidFill>
                <a:latin typeface="+mn-lt"/>
              </a:defRPr>
            </a:lvl8pPr>
            <a:lvl9pPr marL="0" indent="0">
              <a:spcBef>
                <a:spcPts val="0"/>
              </a:spcBef>
              <a:spcAft>
                <a:spcPts val="0"/>
              </a:spcAft>
              <a:buFontTx/>
              <a:buNone/>
              <a:defRPr sz="1600" b="0">
                <a:solidFill>
                  <a:schemeClr val="tx1"/>
                </a:solidFill>
                <a:latin typeface="+mn-lt"/>
              </a:defRPr>
            </a:lvl9pPr>
          </a:lstStyle>
          <a:p>
            <a:pPr lvl="0"/>
            <a:r>
              <a:rPr lang="de-DE" dirty="0"/>
              <a:t>Autor • Datum • Ort</a:t>
            </a:r>
          </a:p>
        </p:txBody>
      </p:sp>
      <p:pic>
        <p:nvPicPr>
          <p:cNvPr id="7" name="Logo">
            <a:extLst>
              <a:ext uri="{FF2B5EF4-FFF2-40B4-BE49-F238E27FC236}">
                <a16:creationId xmlns:a16="http://schemas.microsoft.com/office/drawing/2014/main" id="{DD57F011-932E-8635-AC0A-D3AEB599E34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2772534688"/>
      </p:ext>
    </p:extLst>
  </p:cSld>
  <p:clrMapOvr>
    <a:masterClrMapping/>
  </p:clrMapOvr>
  <p:extLst>
    <p:ext uri="{DCECCB84-F9BA-43D5-87BE-67443E8EF086}">
      <p15:sldGuideLst xmlns:p15="http://schemas.microsoft.com/office/powerpoint/2012/main">
        <p15:guide id="1" orient="horz" pos="2886" userDrawn="1">
          <p15:clr>
            <a:srgbClr val="FBAE40"/>
          </p15:clr>
        </p15:guide>
        <p15:guide id="2" pos="3976" userDrawn="1">
          <p15:clr>
            <a:srgbClr val="FBAE40"/>
          </p15:clr>
        </p15:guide>
        <p15:guide id="3" pos="7242" userDrawn="1">
          <p15:clr>
            <a:srgbClr val="FBAE40"/>
          </p15:clr>
        </p15:guide>
        <p15:guide id="4"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renner">
    <p:bg>
      <p:bgPr>
        <a:solidFill>
          <a:schemeClr val="bg2"/>
        </a:solidFill>
        <a:effectLst/>
      </p:bgPr>
    </p:bg>
    <p:spTree>
      <p:nvGrpSpPr>
        <p:cNvPr id="1" name=""/>
        <p:cNvGrpSpPr/>
        <p:nvPr/>
      </p:nvGrpSpPr>
      <p:grpSpPr>
        <a:xfrm>
          <a:off x="0" y="0"/>
          <a:ext cx="0" cy="0"/>
          <a:chOff x="0" y="0"/>
          <a:chExt cx="0" cy="0"/>
        </a:xfrm>
      </p:grpSpPr>
      <p:sp>
        <p:nvSpPr>
          <p:cNvPr id="12" name="Kapitelnummer">
            <a:extLst>
              <a:ext uri="{FF2B5EF4-FFF2-40B4-BE49-F238E27FC236}">
                <a16:creationId xmlns:a16="http://schemas.microsoft.com/office/drawing/2014/main" id="{77236AAD-C3D7-19B7-D74C-ED45ED69B362}"/>
              </a:ext>
            </a:extLst>
          </p:cNvPr>
          <p:cNvSpPr>
            <a:spLocks noGrp="1"/>
          </p:cNvSpPr>
          <p:nvPr>
            <p:ph type="body" sz="quarter" idx="10" hasCustomPrompt="1"/>
          </p:nvPr>
        </p:nvSpPr>
        <p:spPr bwMode="invGray">
          <a:xfrm>
            <a:off x="696000" y="3357000"/>
            <a:ext cx="2376000" cy="1152000"/>
          </a:xfrm>
        </p:spPr>
        <p:txBody>
          <a:bodyPr anchor="ctr" anchorCtr="0"/>
          <a:lstStyle>
            <a:lvl1pPr marL="0" indent="0" algn="r">
              <a:lnSpc>
                <a:spcPct val="100000"/>
              </a:lnSpc>
              <a:spcBef>
                <a:spcPts val="0"/>
              </a:spcBef>
              <a:spcAft>
                <a:spcPts val="0"/>
              </a:spcAft>
              <a:buFontTx/>
              <a:buNone/>
              <a:defRPr sz="10000" b="1">
                <a:solidFill>
                  <a:schemeClr val="bg1"/>
                </a:solidFill>
                <a:latin typeface="+mj-lt"/>
              </a:defRPr>
            </a:lvl1pPr>
            <a:lvl2pPr marL="0" indent="0" algn="r">
              <a:lnSpc>
                <a:spcPct val="100000"/>
              </a:lnSpc>
              <a:spcBef>
                <a:spcPts val="0"/>
              </a:spcBef>
              <a:spcAft>
                <a:spcPts val="0"/>
              </a:spcAft>
              <a:buFontTx/>
              <a:buNone/>
              <a:defRPr sz="10000" b="1">
                <a:solidFill>
                  <a:schemeClr val="bg1"/>
                </a:solidFill>
                <a:latin typeface="+mj-lt"/>
              </a:defRPr>
            </a:lvl2pPr>
            <a:lvl3pPr marL="0" indent="0" algn="r">
              <a:lnSpc>
                <a:spcPct val="100000"/>
              </a:lnSpc>
              <a:spcBef>
                <a:spcPts val="0"/>
              </a:spcBef>
              <a:spcAft>
                <a:spcPts val="0"/>
              </a:spcAft>
              <a:buFontTx/>
              <a:buNone/>
              <a:defRPr sz="10000" b="1">
                <a:solidFill>
                  <a:schemeClr val="bg1"/>
                </a:solidFill>
                <a:latin typeface="+mj-lt"/>
              </a:defRPr>
            </a:lvl3pPr>
            <a:lvl4pPr marL="0" indent="0" algn="r">
              <a:lnSpc>
                <a:spcPct val="100000"/>
              </a:lnSpc>
              <a:spcBef>
                <a:spcPts val="0"/>
              </a:spcBef>
              <a:spcAft>
                <a:spcPts val="0"/>
              </a:spcAft>
              <a:buFontTx/>
              <a:buNone/>
              <a:defRPr sz="10000" b="1">
                <a:solidFill>
                  <a:schemeClr val="bg1"/>
                </a:solidFill>
                <a:latin typeface="+mj-lt"/>
              </a:defRPr>
            </a:lvl4pPr>
            <a:lvl5pPr marL="0" indent="0" algn="r">
              <a:lnSpc>
                <a:spcPct val="100000"/>
              </a:lnSpc>
              <a:spcBef>
                <a:spcPts val="0"/>
              </a:spcBef>
              <a:spcAft>
                <a:spcPts val="0"/>
              </a:spcAft>
              <a:buFontTx/>
              <a:buNone/>
              <a:defRPr sz="10000" b="1">
                <a:solidFill>
                  <a:schemeClr val="bg1"/>
                </a:solidFill>
                <a:latin typeface="+mj-lt"/>
              </a:defRPr>
            </a:lvl5pPr>
            <a:lvl6pPr marL="0" indent="0" algn="r">
              <a:lnSpc>
                <a:spcPct val="100000"/>
              </a:lnSpc>
              <a:spcBef>
                <a:spcPts val="0"/>
              </a:spcBef>
              <a:spcAft>
                <a:spcPts val="0"/>
              </a:spcAft>
              <a:buFontTx/>
              <a:buNone/>
              <a:defRPr sz="10000" b="1">
                <a:solidFill>
                  <a:schemeClr val="bg1"/>
                </a:solidFill>
                <a:latin typeface="+mj-lt"/>
              </a:defRPr>
            </a:lvl6pPr>
            <a:lvl7pPr marL="0" indent="0" algn="r">
              <a:lnSpc>
                <a:spcPct val="100000"/>
              </a:lnSpc>
              <a:spcBef>
                <a:spcPts val="0"/>
              </a:spcBef>
              <a:spcAft>
                <a:spcPts val="0"/>
              </a:spcAft>
              <a:buFontTx/>
              <a:buNone/>
              <a:defRPr sz="10000" b="1">
                <a:solidFill>
                  <a:schemeClr val="bg1"/>
                </a:solidFill>
                <a:latin typeface="+mj-lt"/>
              </a:defRPr>
            </a:lvl7pPr>
            <a:lvl8pPr marL="0" indent="0" algn="r">
              <a:lnSpc>
                <a:spcPct val="100000"/>
              </a:lnSpc>
              <a:spcBef>
                <a:spcPts val="0"/>
              </a:spcBef>
              <a:spcAft>
                <a:spcPts val="0"/>
              </a:spcAft>
              <a:buFontTx/>
              <a:buNone/>
              <a:defRPr sz="10000" b="1">
                <a:solidFill>
                  <a:schemeClr val="bg1"/>
                </a:solidFill>
                <a:latin typeface="+mj-lt"/>
              </a:defRPr>
            </a:lvl8pPr>
            <a:lvl9pPr marL="0" indent="0" algn="r">
              <a:lnSpc>
                <a:spcPct val="100000"/>
              </a:lnSpc>
              <a:spcBef>
                <a:spcPts val="0"/>
              </a:spcBef>
              <a:spcAft>
                <a:spcPts val="0"/>
              </a:spcAft>
              <a:buFontTx/>
              <a:buNone/>
              <a:defRPr sz="10000" b="1">
                <a:solidFill>
                  <a:schemeClr val="bg1"/>
                </a:solidFill>
                <a:latin typeface="+mj-lt"/>
              </a:defRPr>
            </a:lvl9pPr>
          </a:lstStyle>
          <a:p>
            <a:pPr lvl="0"/>
            <a:r>
              <a:rPr lang="de-DE" dirty="0"/>
              <a:t>XX</a:t>
            </a:r>
          </a:p>
        </p:txBody>
      </p:sp>
      <p:sp>
        <p:nvSpPr>
          <p:cNvPr id="2" name="Titel">
            <a:extLst>
              <a:ext uri="{FF2B5EF4-FFF2-40B4-BE49-F238E27FC236}">
                <a16:creationId xmlns:a16="http://schemas.microsoft.com/office/drawing/2014/main" id="{7437C5DC-0C5B-DB74-37B2-6FF9FCEF1A0D}"/>
              </a:ext>
            </a:extLst>
          </p:cNvPr>
          <p:cNvSpPr>
            <a:spLocks noGrp="1"/>
          </p:cNvSpPr>
          <p:nvPr>
            <p:ph type="title" hasCustomPrompt="1"/>
          </p:nvPr>
        </p:nvSpPr>
        <p:spPr bwMode="invGray">
          <a:xfrm>
            <a:off x="3504000" y="2709000"/>
            <a:ext cx="5184388" cy="1800000"/>
          </a:xfrm>
        </p:spPr>
        <p:txBody>
          <a:bodyPr anchor="b" anchorCtr="0"/>
          <a:lstStyle>
            <a:lvl1pPr>
              <a:defRPr sz="4000">
                <a:solidFill>
                  <a:schemeClr val="bg1"/>
                </a:solidFill>
              </a:defRPr>
            </a:lvl1pPr>
          </a:lstStyle>
          <a:p>
            <a:r>
              <a:rPr lang="de-DE" dirty="0"/>
              <a:t>Name des Kapitels</a:t>
            </a:r>
          </a:p>
        </p:txBody>
      </p:sp>
      <p:sp>
        <p:nvSpPr>
          <p:cNvPr id="3" name="Textplatzhalter">
            <a:extLst>
              <a:ext uri="{FF2B5EF4-FFF2-40B4-BE49-F238E27FC236}">
                <a16:creationId xmlns:a16="http://schemas.microsoft.com/office/drawing/2014/main" id="{55E385CE-2652-72AF-0FEC-689A81B82752}"/>
              </a:ext>
            </a:extLst>
          </p:cNvPr>
          <p:cNvSpPr>
            <a:spLocks noGrp="1"/>
          </p:cNvSpPr>
          <p:nvPr>
            <p:ph type="body" idx="1" hasCustomPrompt="1"/>
          </p:nvPr>
        </p:nvSpPr>
        <p:spPr bwMode="gray">
          <a:xfrm>
            <a:off x="3504000" y="4725001"/>
            <a:ext cx="5184388" cy="720000"/>
          </a:xfrm>
        </p:spPr>
        <p:txBody>
          <a:bodyPr/>
          <a:lstStyle>
            <a:lvl1pPr marL="0" indent="0">
              <a:spcBef>
                <a:spcPts val="0"/>
              </a:spcBef>
              <a:spcAft>
                <a:spcPts val="0"/>
              </a:spcAft>
              <a:buNone/>
              <a:defRPr sz="2000" b="0">
                <a:solidFill>
                  <a:schemeClr val="tx1"/>
                </a:solidFill>
                <a:latin typeface="+mn-lt"/>
              </a:defRPr>
            </a:lvl1pPr>
            <a:lvl2pPr marL="0" indent="0">
              <a:spcBef>
                <a:spcPts val="0"/>
              </a:spcBef>
              <a:spcAft>
                <a:spcPts val="0"/>
              </a:spcAft>
              <a:buNone/>
              <a:defRPr sz="2000" b="0">
                <a:solidFill>
                  <a:schemeClr val="tx1"/>
                </a:solidFill>
                <a:latin typeface="+mn-lt"/>
              </a:defRPr>
            </a:lvl2pPr>
            <a:lvl3pPr marL="0" indent="0">
              <a:spcBef>
                <a:spcPts val="0"/>
              </a:spcBef>
              <a:spcAft>
                <a:spcPts val="0"/>
              </a:spcAft>
              <a:buNone/>
              <a:defRPr sz="2000" b="0">
                <a:solidFill>
                  <a:schemeClr val="tx1"/>
                </a:solidFill>
                <a:latin typeface="+mn-lt"/>
              </a:defRPr>
            </a:lvl3pPr>
            <a:lvl4pPr marL="0" indent="0">
              <a:spcBef>
                <a:spcPts val="0"/>
              </a:spcBef>
              <a:spcAft>
                <a:spcPts val="0"/>
              </a:spcAft>
              <a:buNone/>
              <a:defRPr sz="2000" b="0">
                <a:solidFill>
                  <a:schemeClr val="tx1"/>
                </a:solidFill>
                <a:latin typeface="+mn-lt"/>
              </a:defRPr>
            </a:lvl4pPr>
            <a:lvl5pPr marL="0" indent="0">
              <a:spcBef>
                <a:spcPts val="0"/>
              </a:spcBef>
              <a:spcAft>
                <a:spcPts val="0"/>
              </a:spcAft>
              <a:buNone/>
              <a:defRPr sz="2000" b="0">
                <a:solidFill>
                  <a:schemeClr val="tx1"/>
                </a:solidFill>
                <a:latin typeface="+mn-lt"/>
              </a:defRPr>
            </a:lvl5pPr>
            <a:lvl6pPr marL="0" indent="0">
              <a:spcBef>
                <a:spcPts val="0"/>
              </a:spcBef>
              <a:spcAft>
                <a:spcPts val="0"/>
              </a:spcAft>
              <a:buNone/>
              <a:defRPr sz="2000" b="0">
                <a:solidFill>
                  <a:schemeClr val="tx1"/>
                </a:solidFill>
                <a:latin typeface="+mn-lt"/>
              </a:defRPr>
            </a:lvl6pPr>
            <a:lvl7pPr marL="0" indent="0">
              <a:spcBef>
                <a:spcPts val="0"/>
              </a:spcBef>
              <a:spcAft>
                <a:spcPts val="0"/>
              </a:spcAft>
              <a:buNone/>
              <a:defRPr sz="2000" b="0">
                <a:solidFill>
                  <a:schemeClr val="tx1"/>
                </a:solidFill>
                <a:latin typeface="+mn-lt"/>
              </a:defRPr>
            </a:lvl7pPr>
            <a:lvl8pPr marL="0" indent="0">
              <a:spcBef>
                <a:spcPts val="0"/>
              </a:spcBef>
              <a:spcAft>
                <a:spcPts val="0"/>
              </a:spcAft>
              <a:buNone/>
              <a:defRPr sz="2000" b="0">
                <a:solidFill>
                  <a:schemeClr val="tx1"/>
                </a:solidFill>
                <a:latin typeface="+mn-lt"/>
              </a:defRPr>
            </a:lvl8pPr>
            <a:lvl9pPr marL="0" indent="0">
              <a:spcBef>
                <a:spcPts val="0"/>
              </a:spcBef>
              <a:spcAft>
                <a:spcPts val="0"/>
              </a:spcAft>
              <a:buNone/>
              <a:defRPr sz="2000" b="0">
                <a:solidFill>
                  <a:schemeClr val="tx1"/>
                </a:solidFill>
                <a:latin typeface="+mn-lt"/>
              </a:defRPr>
            </a:lvl9pPr>
          </a:lstStyle>
          <a:p>
            <a:pPr lvl="0"/>
            <a:r>
              <a:rPr lang="de-DE" dirty="0"/>
              <a:t>Optionale Kurzbeschreibung</a:t>
            </a:r>
          </a:p>
        </p:txBody>
      </p:sp>
      <p:pic>
        <p:nvPicPr>
          <p:cNvPr id="16" name="Logo">
            <a:extLst>
              <a:ext uri="{FF2B5EF4-FFF2-40B4-BE49-F238E27FC236}">
                <a16:creationId xmlns:a16="http://schemas.microsoft.com/office/drawing/2014/main" id="{7C8043C2-3095-4704-440B-79B554FBDB2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Tree>
    <p:extLst>
      <p:ext uri="{BB962C8B-B14F-4D97-AF65-F5344CB8AC3E}">
        <p14:creationId xmlns:p14="http://schemas.microsoft.com/office/powerpoint/2010/main" val="1313537673"/>
      </p:ext>
    </p:extLst>
  </p:cSld>
  <p:clrMapOvr>
    <a:masterClrMapping/>
  </p:clrMapOvr>
  <p:extLst>
    <p:ext uri="{DCECCB84-F9BA-43D5-87BE-67443E8EF086}">
      <p15:sldGuideLst xmlns:p15="http://schemas.microsoft.com/office/powerpoint/2012/main">
        <p15:guide id="1" orient="horz" pos="1706" userDrawn="1">
          <p15:clr>
            <a:srgbClr val="FBAE40"/>
          </p15:clr>
        </p15:guide>
        <p15:guide id="2" pos="5473" userDrawn="1">
          <p15:clr>
            <a:srgbClr val="FBAE40"/>
          </p15:clr>
        </p15:guide>
        <p15:guide id="3" pos="2207" userDrawn="1">
          <p15:clr>
            <a:srgbClr val="FBAE40"/>
          </p15:clr>
        </p15:guide>
        <p15:guide id="4" orient="horz" pos="2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Ein Inhalt">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74D3227D-CF66-3BD2-DB96-30ED8B37ACEF}"/>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150745D7-A4C0-C2AF-8372-A7A8F52F8206}"/>
              </a:ext>
            </a:extLst>
          </p:cNvPr>
          <p:cNvSpPr>
            <a:spLocks noGrp="1"/>
          </p:cNvSpPr>
          <p:nvPr>
            <p:ph type="title" hasCustomPrompt="1"/>
          </p:nvPr>
        </p:nvSpPr>
        <p:spPr bwMode="gray">
          <a:xfrm>
            <a:off x="695326" y="693000"/>
            <a:ext cx="8928100" cy="792000"/>
          </a:xfrm>
        </p:spPr>
        <p:txBody>
          <a:bodyPr/>
          <a:lstStyle/>
          <a:p>
            <a:r>
              <a:rPr lang="de-DE" dirty="0"/>
              <a:t>Folientitel</a:t>
            </a:r>
          </a:p>
        </p:txBody>
      </p:sp>
      <p:sp>
        <p:nvSpPr>
          <p:cNvPr id="3" name="Inhaltsplatzhalter">
            <a:extLst>
              <a:ext uri="{FF2B5EF4-FFF2-40B4-BE49-F238E27FC236}">
                <a16:creationId xmlns:a16="http://schemas.microsoft.com/office/drawing/2014/main" id="{30AF8B8C-65ED-A652-C3D6-15F54289CA21}"/>
              </a:ext>
            </a:extLst>
          </p:cNvPr>
          <p:cNvSpPr>
            <a:spLocks noGrp="1"/>
          </p:cNvSpPr>
          <p:nvPr>
            <p:ph idx="1" hasCustomPrompt="1"/>
          </p:nvPr>
        </p:nvSpPr>
        <p:spPr bwMode="gray">
          <a:xfrm>
            <a:off x="695325" y="1844675"/>
            <a:ext cx="8928100" cy="4319589"/>
          </a:xfrm>
        </p:spPr>
        <p:txBody>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ADA380CC-EB11-4907-814A-374A8738070D}"/>
              </a:ext>
              <a:ext uri="{C183D7F6-B498-43B3-948B-1728B52AA6E4}">
                <adec:decorative xmlns:adec="http://schemas.microsoft.com/office/drawing/2017/decorative" val="1"/>
              </a:ext>
            </a:extLst>
          </p:cNvPr>
          <p:cNvSpPr>
            <a:spLocks noGrp="1"/>
          </p:cNvSpPr>
          <p:nvPr>
            <p:ph type="dt" sz="half" idx="10"/>
          </p:nvPr>
        </p:nvSpPr>
        <p:spPr bwMode="gray"/>
        <p:txBody>
          <a:bodyPr/>
          <a:lstStyle/>
          <a:p>
            <a:fld id="{2A09CE31-9316-4BF9-8DA9-E4F37514F421}" type="datetime1">
              <a:rPr lang="en-US" smtClean="0"/>
              <a:t>6/9/2026</a:t>
            </a:fld>
            <a:endParaRPr lang="de-DE" dirty="0"/>
          </a:p>
        </p:txBody>
      </p:sp>
      <p:sp>
        <p:nvSpPr>
          <p:cNvPr id="5" name="Fußzeile">
            <a:extLst>
              <a:ext uri="{FF2B5EF4-FFF2-40B4-BE49-F238E27FC236}">
                <a16:creationId xmlns:a16="http://schemas.microsoft.com/office/drawing/2014/main" id="{188A2690-C068-BA18-C8A9-131C0659FB52}"/>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232414894"/>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438" userDrawn="1">
          <p15:clr>
            <a:srgbClr val="FBAE40"/>
          </p15:clr>
        </p15:guide>
        <p15:guide id="3" pos="6062" userDrawn="1">
          <p15:clr>
            <a:srgbClr val="FBAE40"/>
          </p15:clr>
        </p15:guide>
        <p15:guide id="4" orient="horz" pos="388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Ein Inhalt mit Marginali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7056438"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8183562" y="1845000"/>
            <a:ext cx="33131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4B5AD537-44AC-42F9-A3D1-33298B4A8467}"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177052816"/>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5155" userDrawn="1">
          <p15:clr>
            <a:srgbClr val="FBAE40"/>
          </p15:clr>
        </p15:guide>
        <p15:guide id="3" pos="438" userDrawn="1">
          <p15:clr>
            <a:srgbClr val="FBAE40"/>
          </p15:clr>
        </p15:guide>
        <p15:guide id="4" pos="4883"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7" name="Seitenzahl">
            <a:extLst>
              <a:ext uri="{FF2B5EF4-FFF2-40B4-BE49-F238E27FC236}">
                <a16:creationId xmlns:a16="http://schemas.microsoft.com/office/drawing/2014/main" id="{EF1AFF7A-4585-76F7-733F-5E6531ECE8C1}"/>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p:txBody>
          <a:bodyPr/>
          <a:lstStyle/>
          <a:p>
            <a:r>
              <a:rPr lang="de-DE" dirty="0"/>
              <a:t>Folientitel</a:t>
            </a:r>
          </a:p>
        </p:txBody>
      </p:sp>
      <p:sp>
        <p:nvSpPr>
          <p:cNvPr id="3" name="Inhaltsplatzhalter 1">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Inhaltsplatzhalter 2">
            <a:extLst>
              <a:ext uri="{FF2B5EF4-FFF2-40B4-BE49-F238E27FC236}">
                <a16:creationId xmlns:a16="http://schemas.microsoft.com/office/drawing/2014/main" id="{02207B24-6E6F-3E0B-0B80-7991B818D746}"/>
              </a:ext>
            </a:extLst>
          </p:cNvPr>
          <p:cNvSpPr>
            <a:spLocks noGrp="1"/>
          </p:cNvSpPr>
          <p:nvPr>
            <p:ph sz="half" idx="2" hasCustomPrompt="1"/>
          </p:nvPr>
        </p:nvSpPr>
        <p:spPr bwMode="gray">
          <a:xfrm>
            <a:off x="6311900" y="1845000"/>
            <a:ext cx="5184775"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5" name="Datum">
            <a:extLst>
              <a:ext uri="{FF2B5EF4-FFF2-40B4-BE49-F238E27FC236}">
                <a16:creationId xmlns:a16="http://schemas.microsoft.com/office/drawing/2014/main" id="{E83F9E42-7406-F5E4-1F1F-65560C8C7A20}"/>
              </a:ext>
              <a:ext uri="{C183D7F6-B498-43B3-948B-1728B52AA6E4}">
                <adec:decorative xmlns:adec="http://schemas.microsoft.com/office/drawing/2017/decorative" val="1"/>
              </a:ext>
            </a:extLst>
          </p:cNvPr>
          <p:cNvSpPr>
            <a:spLocks noGrp="1"/>
          </p:cNvSpPr>
          <p:nvPr>
            <p:ph type="dt" sz="half" idx="10"/>
          </p:nvPr>
        </p:nvSpPr>
        <p:spPr bwMode="gray"/>
        <p:txBody>
          <a:bodyPr/>
          <a:lstStyle/>
          <a:p>
            <a:fld id="{7E1AF4C6-FF53-42BF-9D14-8D8139C3C86E}" type="datetime1">
              <a:rPr lang="en-US" smtClean="0"/>
              <a:t>6/9/2026</a:t>
            </a:fld>
            <a:endParaRPr lang="de-DE" dirty="0"/>
          </a:p>
        </p:txBody>
      </p:sp>
      <p:sp>
        <p:nvSpPr>
          <p:cNvPr id="6" name="Fußzeile">
            <a:extLst>
              <a:ext uri="{FF2B5EF4-FFF2-40B4-BE49-F238E27FC236}">
                <a16:creationId xmlns:a16="http://schemas.microsoft.com/office/drawing/2014/main" id="{851D40C1-7189-7EBF-D7A5-A84045DB92DC}"/>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3888075122"/>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3976" userDrawn="1">
          <p15:clr>
            <a:srgbClr val="FBAE40"/>
          </p15:clr>
        </p15:guide>
        <p15:guide id="3" pos="438" userDrawn="1">
          <p15:clr>
            <a:srgbClr val="FBAE40"/>
          </p15:clr>
        </p15:guide>
        <p15:guide id="4" pos="3704" userDrawn="1">
          <p15:clr>
            <a:srgbClr val="FBAE40"/>
          </p15:clr>
        </p15:guide>
        <p15:guide id="5" orient="horz" pos="3883" userDrawn="1">
          <p15:clr>
            <a:srgbClr val="FBAE40"/>
          </p15:clr>
        </p15:guide>
        <p15:guide id="6" pos="7242"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5" name="Seitenzahl">
            <a:extLst>
              <a:ext uri="{FF2B5EF4-FFF2-40B4-BE49-F238E27FC236}">
                <a16:creationId xmlns:a16="http://schemas.microsoft.com/office/drawing/2014/main" id="{D7647B63-C144-DF75-9699-C0B5D11920AB}"/>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
        <p:nvSpPr>
          <p:cNvPr id="2" name="Titel">
            <a:extLst>
              <a:ext uri="{FF2B5EF4-FFF2-40B4-BE49-F238E27FC236}">
                <a16:creationId xmlns:a16="http://schemas.microsoft.com/office/drawing/2014/main" id="{D42305C9-B889-1D8B-6063-010E8F13C653}"/>
              </a:ext>
            </a:extLst>
          </p:cNvPr>
          <p:cNvSpPr>
            <a:spLocks noGrp="1"/>
          </p:cNvSpPr>
          <p:nvPr>
            <p:ph type="title" hasCustomPrompt="1"/>
          </p:nvPr>
        </p:nvSpPr>
        <p:spPr bwMode="gray"/>
        <p:txBody>
          <a:bodyPr/>
          <a:lstStyle/>
          <a:p>
            <a:r>
              <a:rPr lang="de-DE" dirty="0"/>
              <a:t>Folientitel</a:t>
            </a:r>
          </a:p>
        </p:txBody>
      </p:sp>
      <p:sp>
        <p:nvSpPr>
          <p:cNvPr id="3" name="Datum">
            <a:extLst>
              <a:ext uri="{FF2B5EF4-FFF2-40B4-BE49-F238E27FC236}">
                <a16:creationId xmlns:a16="http://schemas.microsoft.com/office/drawing/2014/main" id="{C1BF8782-6672-A080-DFAD-B6A598EC7C75}"/>
              </a:ext>
              <a:ext uri="{C183D7F6-B498-43B3-948B-1728B52AA6E4}">
                <adec:decorative xmlns:adec="http://schemas.microsoft.com/office/drawing/2017/decorative" val="1"/>
              </a:ext>
            </a:extLst>
          </p:cNvPr>
          <p:cNvSpPr>
            <a:spLocks noGrp="1"/>
          </p:cNvSpPr>
          <p:nvPr>
            <p:ph type="dt" sz="half" idx="10"/>
          </p:nvPr>
        </p:nvSpPr>
        <p:spPr bwMode="gray"/>
        <p:txBody>
          <a:bodyPr/>
          <a:lstStyle/>
          <a:p>
            <a:fld id="{CB57924C-E693-48F9-A1FF-5DCD36A9E2E7}" type="datetime1">
              <a:rPr lang="en-US" smtClean="0"/>
              <a:t>6/9/2026</a:t>
            </a:fld>
            <a:endParaRPr lang="de-DE" dirty="0"/>
          </a:p>
        </p:txBody>
      </p:sp>
      <p:sp>
        <p:nvSpPr>
          <p:cNvPr id="4" name="Fußzeile">
            <a:extLst>
              <a:ext uri="{FF2B5EF4-FFF2-40B4-BE49-F238E27FC236}">
                <a16:creationId xmlns:a16="http://schemas.microsoft.com/office/drawing/2014/main" id="{C02F2B38-8079-2DD7-8093-1AAF5F97A3D0}"/>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Tree>
    <p:extLst>
      <p:ext uri="{BB962C8B-B14F-4D97-AF65-F5344CB8AC3E}">
        <p14:creationId xmlns:p14="http://schemas.microsoft.com/office/powerpoint/2010/main" val="644845398"/>
      </p:ext>
    </p:extLst>
  </p:cSld>
  <p:clrMapOvr>
    <a:masterClrMapping/>
  </p:clrMapOvr>
  <p:extLst>
    <p:ext uri="{DCECCB84-F9BA-43D5-87BE-67443E8EF086}">
      <p15:sldGuideLst xmlns:p15="http://schemas.microsoft.com/office/powerpoint/2012/main">
        <p15:guide id="1" orient="horz" pos="1162" userDrawn="1">
          <p15:clr>
            <a:srgbClr val="FBAE40"/>
          </p15:clr>
        </p15:guide>
        <p15:guide id="2" pos="7242" userDrawn="1">
          <p15:clr>
            <a:srgbClr val="FBAE40"/>
          </p15:clr>
        </p15:guide>
        <p15:guide id="3" pos="438" userDrawn="1">
          <p15:clr>
            <a:srgbClr val="FBAE40"/>
          </p15:clr>
        </p15:guide>
        <p15:guide id="4" orient="horz" pos="388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p:ph type="dt" sz="half" idx="10"/>
          </p:nvPr>
        </p:nvSpPr>
        <p:spPr bwMode="gray"/>
        <p:txBody>
          <a:bodyPr/>
          <a:lstStyle/>
          <a:p>
            <a:fld id="{6688E2AB-8D52-41B0-B21E-E03CD4B9ADA6}"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p:ph type="ftr" sz="quarter" idx="11"/>
          </p:nvPr>
        </p:nvSpPr>
        <p:spPr bwMode="gray"/>
        <p:txBody>
          <a:body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 uri="{C183D7F6-B498-43B3-948B-1728B52AA6E4}">
                <adec:decorative xmlns:adec="http://schemas.microsoft.com/office/drawing/2017/decorative" val="0"/>
              </a:ext>
            </a:extLst>
          </p:cNvPr>
          <p:cNvSpPr>
            <a:spLocks noGrp="1"/>
          </p:cNvSpPr>
          <p:nvPr>
            <p:ph type="sldNum" sz="quarter" idx="12"/>
          </p:nvPr>
        </p:nvSpPr>
        <p:spPr bwMode="gray">
          <a:xfrm>
            <a:off x="10992000" y="6439500"/>
            <a:ext cx="504000" cy="144000"/>
          </a:xfrm>
          <a:prstGeom prst="rect">
            <a:avLst/>
          </a:prstGeom>
        </p:spPr>
        <p:txBody>
          <a:bodyPr/>
          <a:lstStyle/>
          <a:p>
            <a:fld id="{D836C0FE-70CA-4950-82D6-CF602CC2B770}" type="slidenum">
              <a:rPr lang="de-DE" smtClean="0"/>
              <a:t>‹Nr.›</a:t>
            </a:fld>
            <a:endParaRPr lang="de-DE" dirty="0"/>
          </a:p>
        </p:txBody>
      </p:sp>
    </p:spTree>
    <p:extLst>
      <p:ext uri="{BB962C8B-B14F-4D97-AF65-F5344CB8AC3E}">
        <p14:creationId xmlns:p14="http://schemas.microsoft.com/office/powerpoint/2010/main" val="3626698971"/>
      </p:ext>
    </p:extLst>
  </p:cSld>
  <p:clrMapOvr>
    <a:masterClrMapping/>
  </p:clrMapOvr>
  <p:extLst>
    <p:ext uri="{DCECCB84-F9BA-43D5-87BE-67443E8EF086}">
      <p15:sldGuideLst xmlns:p15="http://schemas.microsoft.com/office/powerpoint/2012/main">
        <p15:guide id="1" orient="horz" pos="437" userDrawn="1">
          <p15:clr>
            <a:srgbClr val="FBAE40"/>
          </p15:clr>
        </p15:guide>
        <p15:guide id="2" pos="438" userDrawn="1">
          <p15:clr>
            <a:srgbClr val="FBAE40"/>
          </p15:clr>
        </p15:guide>
        <p15:guide id="3" pos="7242" userDrawn="1">
          <p15:clr>
            <a:srgbClr val="FBAE40"/>
          </p15:clr>
        </p15:guide>
        <p15:guide id="4" orient="horz" pos="3883"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3 Inhalt | 1/3 Bild | Plakativ">
    <p:spTree>
      <p:nvGrpSpPr>
        <p:cNvPr id="1" name=""/>
        <p:cNvGrpSpPr/>
        <p:nvPr/>
      </p:nvGrpSpPr>
      <p:grpSpPr>
        <a:xfrm>
          <a:off x="0" y="0"/>
          <a:ext cx="0" cy="0"/>
          <a:chOff x="0" y="0"/>
          <a:chExt cx="0" cy="0"/>
        </a:xfrm>
      </p:grpSpPr>
      <p:sp>
        <p:nvSpPr>
          <p:cNvPr id="19" name="Seitenzahl">
            <a:extLst>
              <a:ext uri="{FF2B5EF4-FFF2-40B4-BE49-F238E27FC236}">
                <a16:creationId xmlns:a16="http://schemas.microsoft.com/office/drawing/2014/main" id="{1FE84F85-E87D-A7F5-E6B5-FACAE49239DB}"/>
              </a:ext>
              <a:ext uri="{C183D7F6-B498-43B3-948B-1728B52AA6E4}">
                <adec:decorative xmlns:adec="http://schemas.microsoft.com/office/drawing/2017/decorative" val="0"/>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6" y="693000"/>
            <a:ext cx="6553200" cy="1656000"/>
          </a:xfrm>
        </p:spPr>
        <p:txBody>
          <a:bodyPr anchor="b" anchorCtr="0"/>
          <a:lstStyle>
            <a:lvl1pPr>
              <a:lnSpc>
                <a:spcPct val="100000"/>
              </a:lnSpc>
              <a:defRPr sz="3600"/>
            </a:lvl1p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2780999"/>
            <a:ext cx="6553200" cy="3383263"/>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8184000" y="0"/>
            <a:ext cx="4008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7" name="Datum">
            <a:extLst>
              <a:ext uri="{FF2B5EF4-FFF2-40B4-BE49-F238E27FC236}">
                <a16:creationId xmlns:a16="http://schemas.microsoft.com/office/drawing/2014/main" id="{35C59BB5-79BC-E0E7-BA01-48006270CC92}"/>
              </a:ext>
              <a:ext uri="{C183D7F6-B498-43B3-948B-1728B52AA6E4}">
                <adec:decorative xmlns:adec="http://schemas.microsoft.com/office/drawing/2017/decorative" val="1"/>
              </a:ext>
            </a:extLst>
          </p:cNvPr>
          <p:cNvSpPr>
            <a:spLocks noGrp="1"/>
          </p:cNvSpPr>
          <p:nvPr>
            <p:ph type="dt" sz="half" idx="15"/>
          </p:nvPr>
        </p:nvSpPr>
        <p:spPr bwMode="gray"/>
        <p:txBody>
          <a:bodyPr/>
          <a:lstStyle/>
          <a:p>
            <a:fld id="{F677530F-3644-47D1-8CD5-CB42886FA70D}" type="datetime1">
              <a:rPr lang="en-US" smtClean="0"/>
              <a:t>6/9/2026</a:t>
            </a:fld>
            <a:endParaRPr lang="de-DE" dirty="0"/>
          </a:p>
        </p:txBody>
      </p:sp>
      <p:sp>
        <p:nvSpPr>
          <p:cNvPr id="18" name="Fußzeile">
            <a:extLst>
              <a:ext uri="{FF2B5EF4-FFF2-40B4-BE49-F238E27FC236}">
                <a16:creationId xmlns:a16="http://schemas.microsoft.com/office/drawing/2014/main" id="{AC3E8207-98FD-1844-85F2-0ACEE244789B}"/>
              </a:ext>
              <a:ext uri="{C183D7F6-B498-43B3-948B-1728B52AA6E4}">
                <adec:decorative xmlns:adec="http://schemas.microsoft.com/office/drawing/2017/decorative" val="1"/>
              </a:ext>
            </a:extLst>
          </p:cNvPr>
          <p:cNvSpPr>
            <a:spLocks noGrp="1"/>
          </p:cNvSpPr>
          <p:nvPr>
            <p:ph type="ftr" sz="quarter" idx="16"/>
          </p:nvPr>
        </p:nvSpPr>
        <p:spPr bwMode="gray">
          <a:xfrm>
            <a:off x="1560000" y="6439500"/>
            <a:ext cx="5688000" cy="144000"/>
          </a:xfrm>
        </p:spPr>
        <p:txBody>
          <a:bodyPr/>
          <a:lstStyle/>
          <a:p>
            <a:r>
              <a:rPr lang="en-US"/>
              <a:t>Firstname Lastname:  Thesis Title </a:t>
            </a:r>
            <a:endParaRPr lang="de-DE" dirty="0"/>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1"/>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605531153"/>
      </p:ext>
    </p:extLst>
  </p:cSld>
  <p:clrMapOvr>
    <a:masterClrMapping/>
  </p:clrMapOvr>
  <p:extLst>
    <p:ext uri="{DCECCB84-F9BA-43D5-87BE-67443E8EF086}">
      <p15:sldGuideLst xmlns:p15="http://schemas.microsoft.com/office/powerpoint/2012/main">
        <p15:guide id="1" orient="horz" pos="437" userDrawn="1">
          <p15:clr>
            <a:srgbClr val="FBAE40"/>
          </p15:clr>
        </p15:guide>
        <p15:guide id="3" pos="438" userDrawn="1">
          <p15:clr>
            <a:srgbClr val="FBAE40"/>
          </p15:clr>
        </p15:guide>
        <p15:guide id="4" pos="4566" userDrawn="1">
          <p15:clr>
            <a:srgbClr val="FBAE40"/>
          </p15:clr>
        </p15:guide>
        <p15:guide id="5" orient="horz" pos="388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in Inhalt | drei Bilder">
    <p:spTree>
      <p:nvGrpSpPr>
        <p:cNvPr id="1" name=""/>
        <p:cNvGrpSpPr/>
        <p:nvPr/>
      </p:nvGrpSpPr>
      <p:grpSpPr>
        <a:xfrm>
          <a:off x="0" y="0"/>
          <a:ext cx="0" cy="0"/>
          <a:chOff x="0" y="0"/>
          <a:chExt cx="0" cy="0"/>
        </a:xfrm>
      </p:grpSpPr>
      <p:sp>
        <p:nvSpPr>
          <p:cNvPr id="36" name="Seitenzahl">
            <a:extLst>
              <a:ext uri="{FF2B5EF4-FFF2-40B4-BE49-F238E27FC236}">
                <a16:creationId xmlns:a16="http://schemas.microsoft.com/office/drawing/2014/main" id="{7CF479F3-EFF6-EAE7-4DE8-3E81275A2131}"/>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9DF58D4-EDD5-F6A1-40AB-072664955C9D}"/>
              </a:ext>
            </a:extLst>
          </p:cNvPr>
          <p:cNvSpPr>
            <a:spLocks noGrp="1"/>
          </p:cNvSpPr>
          <p:nvPr>
            <p:ph type="title" hasCustomPrompt="1"/>
          </p:nvPr>
        </p:nvSpPr>
        <p:spPr bwMode="gray">
          <a:xfrm>
            <a:off x="695325" y="693000"/>
            <a:ext cx="3744913" cy="792000"/>
          </a:xfrm>
        </p:spPr>
        <p:txBody>
          <a:bodyPr/>
          <a:lstStyle/>
          <a:p>
            <a:r>
              <a:rPr lang="de-DE" dirty="0"/>
              <a:t>Folientitel</a:t>
            </a:r>
          </a:p>
        </p:txBody>
      </p:sp>
      <p:sp>
        <p:nvSpPr>
          <p:cNvPr id="3" name="Inhaltsplatzhalter">
            <a:extLst>
              <a:ext uri="{FF2B5EF4-FFF2-40B4-BE49-F238E27FC236}">
                <a16:creationId xmlns:a16="http://schemas.microsoft.com/office/drawing/2014/main" id="{E5E0B544-4A84-D596-5088-7E62DC3A72EA}"/>
              </a:ext>
            </a:extLst>
          </p:cNvPr>
          <p:cNvSpPr>
            <a:spLocks noGrp="1"/>
          </p:cNvSpPr>
          <p:nvPr>
            <p:ph sz="half" idx="1" hasCustomPrompt="1"/>
          </p:nvPr>
        </p:nvSpPr>
        <p:spPr bwMode="gray">
          <a:xfrm>
            <a:off x="695325" y="1845000"/>
            <a:ext cx="3744913" cy="4320000"/>
          </a:xfrm>
        </p:spPr>
        <p:txBody>
          <a:bodyPr/>
          <a:lstStyle>
            <a:lvl5pPr>
              <a:defRPr/>
            </a:lvl5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21" name="Bildplatzhalter 1">
            <a:extLst>
              <a:ext uri="{FF2B5EF4-FFF2-40B4-BE49-F238E27FC236}">
                <a16:creationId xmlns:a16="http://schemas.microsoft.com/office/drawing/2014/main" id="{AF836F0C-AB23-0834-52F8-488CDB969108}"/>
              </a:ext>
            </a:extLst>
          </p:cNvPr>
          <p:cNvSpPr>
            <a:spLocks noGrp="1"/>
          </p:cNvSpPr>
          <p:nvPr>
            <p:ph type="pic" idx="13" hasCustomPrompt="1"/>
          </p:nvPr>
        </p:nvSpPr>
        <p:spPr bwMode="gray">
          <a:xfrm>
            <a:off x="5376001" y="0"/>
            <a:ext cx="3383999"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9" name="Bildplatzhalter 2">
            <a:extLst>
              <a:ext uri="{FF2B5EF4-FFF2-40B4-BE49-F238E27FC236}">
                <a16:creationId xmlns:a16="http://schemas.microsoft.com/office/drawing/2014/main" id="{0F65B358-CE70-23FB-E16C-13EADA50F311}"/>
              </a:ext>
            </a:extLst>
          </p:cNvPr>
          <p:cNvSpPr>
            <a:spLocks noGrp="1"/>
          </p:cNvSpPr>
          <p:nvPr>
            <p:ph type="pic" idx="17" hasCustomPrompt="1"/>
          </p:nvPr>
        </p:nvSpPr>
        <p:spPr bwMode="gray">
          <a:xfrm>
            <a:off x="8832000" y="0"/>
            <a:ext cx="3360000" cy="3357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0" name="Bildplatzhalter 3">
            <a:extLst>
              <a:ext uri="{FF2B5EF4-FFF2-40B4-BE49-F238E27FC236}">
                <a16:creationId xmlns:a16="http://schemas.microsoft.com/office/drawing/2014/main" id="{09C26D89-9D23-A9D8-BB76-CC49822F1DFD}"/>
              </a:ext>
            </a:extLst>
          </p:cNvPr>
          <p:cNvSpPr>
            <a:spLocks noGrp="1"/>
          </p:cNvSpPr>
          <p:nvPr>
            <p:ph type="pic" idx="18" hasCustomPrompt="1"/>
          </p:nvPr>
        </p:nvSpPr>
        <p:spPr bwMode="gray">
          <a:xfrm>
            <a:off x="8832000" y="3429000"/>
            <a:ext cx="3360000" cy="3429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34" name="Datum">
            <a:extLst>
              <a:ext uri="{FF2B5EF4-FFF2-40B4-BE49-F238E27FC236}">
                <a16:creationId xmlns:a16="http://schemas.microsoft.com/office/drawing/2014/main" id="{EA4C7831-6E8D-936E-ACD1-6EB2EDDB54B1}"/>
              </a:ext>
              <a:ext uri="{C183D7F6-B498-43B3-948B-1728B52AA6E4}">
                <adec:decorative xmlns:adec="http://schemas.microsoft.com/office/drawing/2017/decorative" val="1"/>
              </a:ext>
            </a:extLst>
          </p:cNvPr>
          <p:cNvSpPr>
            <a:spLocks noGrp="1"/>
          </p:cNvSpPr>
          <p:nvPr>
            <p:ph type="dt" sz="half" idx="20"/>
          </p:nvPr>
        </p:nvSpPr>
        <p:spPr bwMode="gray"/>
        <p:txBody>
          <a:bodyPr/>
          <a:lstStyle/>
          <a:p>
            <a:fld id="{1E7FE58B-31BB-47FA-A637-27DAA422B0E3}" type="datetime1">
              <a:rPr lang="en-US" smtClean="0"/>
              <a:t>6/9/2026</a:t>
            </a:fld>
            <a:endParaRPr lang="de-DE" dirty="0"/>
          </a:p>
        </p:txBody>
      </p:sp>
      <p:sp>
        <p:nvSpPr>
          <p:cNvPr id="35" name="Fußzeile">
            <a:extLst>
              <a:ext uri="{FF2B5EF4-FFF2-40B4-BE49-F238E27FC236}">
                <a16:creationId xmlns:a16="http://schemas.microsoft.com/office/drawing/2014/main" id="{E776CB81-10D0-E4F7-207B-6142F18CCDC1}"/>
              </a:ext>
              <a:ext uri="{C183D7F6-B498-43B3-948B-1728B52AA6E4}">
                <adec:decorative xmlns:adec="http://schemas.microsoft.com/office/drawing/2017/decorative" val="1"/>
              </a:ext>
            </a:extLst>
          </p:cNvPr>
          <p:cNvSpPr>
            <a:spLocks noGrp="1"/>
          </p:cNvSpPr>
          <p:nvPr>
            <p:ph type="ftr" sz="quarter" idx="21"/>
          </p:nvPr>
        </p:nvSpPr>
        <p:spPr bwMode="gray">
          <a:xfrm>
            <a:off x="1560000" y="6439500"/>
            <a:ext cx="2880000" cy="144000"/>
          </a:xfrm>
        </p:spPr>
        <p:txBody>
          <a:bodyPr/>
          <a:lstStyle/>
          <a:p>
            <a:r>
              <a:rPr lang="en-US"/>
              <a:t>Firstname Lastname:  Thesis Title </a:t>
            </a:r>
            <a:endParaRPr lang="de-DE" dirty="0"/>
          </a:p>
        </p:txBody>
      </p:sp>
      <p:sp>
        <p:nvSpPr>
          <p:cNvPr id="31" name="Logo">
            <a:extLst>
              <a:ext uri="{FF2B5EF4-FFF2-40B4-BE49-F238E27FC236}">
                <a16:creationId xmlns:a16="http://schemas.microsoft.com/office/drawing/2014/main" id="{220E6700-012A-BBA8-B56B-B2DC0E4CF31B}"/>
              </a:ext>
              <a:ext uri="{C183D7F6-B498-43B3-948B-1728B52AA6E4}">
                <adec:decorative xmlns:adec="http://schemas.microsoft.com/office/drawing/2017/decorative" val="1"/>
              </a:ext>
            </a:extLst>
          </p:cNvPr>
          <p:cNvSpPr>
            <a:spLocks noGrp="1" noChangeAspect="1"/>
          </p:cNvSpPr>
          <p:nvPr>
            <p:ph type="body" sz="quarter" idx="19"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328228728"/>
      </p:ext>
    </p:extLst>
  </p:cSld>
  <p:clrMapOvr>
    <a:masterClrMapping/>
  </p:clrMapOvr>
  <p:extLst>
    <p:ext uri="{DCECCB84-F9BA-43D5-87BE-67443E8EF086}">
      <p15:sldGuideLst xmlns:p15="http://schemas.microsoft.com/office/powerpoint/2012/main">
        <p15:guide id="1" orient="horz" pos="1162" userDrawn="1">
          <p15:clr>
            <a:srgbClr val="FBAE40"/>
          </p15:clr>
        </p15:guide>
        <p15:guide id="3" pos="438" userDrawn="1">
          <p15:clr>
            <a:srgbClr val="FBAE40"/>
          </p15:clr>
        </p15:guide>
        <p15:guide id="4" pos="2797" userDrawn="1">
          <p15:clr>
            <a:srgbClr val="FBAE40"/>
          </p15:clr>
        </p15:guide>
        <p15:guide id="5" orient="horz" pos="388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ollflächiges Bild">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08ADB23-EB43-4898-8146-A1453F3EB80D}"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0"/>
            <a:ext cx="12192000" cy="6858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78166529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Ein Bild mit Text">
    <p:spTree>
      <p:nvGrpSpPr>
        <p:cNvPr id="1" name=""/>
        <p:cNvGrpSpPr/>
        <p:nvPr/>
      </p:nvGrpSpPr>
      <p:grpSpPr>
        <a:xfrm>
          <a:off x="0" y="0"/>
          <a:ext cx="0" cy="0"/>
          <a:chOff x="0" y="0"/>
          <a:chExt cx="0" cy="0"/>
        </a:xfrm>
      </p:grpSpPr>
      <p:sp>
        <p:nvSpPr>
          <p:cNvPr id="14" name="Datum">
            <a:extLst>
              <a:ext uri="{FF2B5EF4-FFF2-40B4-BE49-F238E27FC236}">
                <a16:creationId xmlns:a16="http://schemas.microsoft.com/office/drawing/2014/main" id="{E2266BD2-5D48-750F-9E5B-9908CB1B3BE9}"/>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0CCA5422-D3CA-4564-A8D6-0C2439E1A5FA}" type="datetime1">
              <a:rPr lang="en-US" smtClean="0"/>
              <a:t>6/9/2026</a:t>
            </a:fld>
            <a:endParaRPr lang="de-DE" dirty="0"/>
          </a:p>
        </p:txBody>
      </p:sp>
      <p:sp>
        <p:nvSpPr>
          <p:cNvPr id="15" name="Fußzeile">
            <a:extLst>
              <a:ext uri="{FF2B5EF4-FFF2-40B4-BE49-F238E27FC236}">
                <a16:creationId xmlns:a16="http://schemas.microsoft.com/office/drawing/2014/main" id="{BB812F79-C277-1EDF-A8FA-F87C0BFE0644}"/>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6" name="Seitenzahl">
            <a:extLst>
              <a:ext uri="{FF2B5EF4-FFF2-40B4-BE49-F238E27FC236}">
                <a16:creationId xmlns:a16="http://schemas.microsoft.com/office/drawing/2014/main" id="{EE17E10C-A7AF-74BB-0D2B-65E7D6C8B3B2}"/>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gray"/>
        <p:txBody>
          <a:body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2215380905"/>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Zwei Bilder">
    <p:spTree>
      <p:nvGrpSpPr>
        <p:cNvPr id="1" name=""/>
        <p:cNvGrpSpPr/>
        <p:nvPr/>
      </p:nvGrpSpPr>
      <p:grpSpPr>
        <a:xfrm>
          <a:off x="0" y="0"/>
          <a:ext cx="0" cy="0"/>
          <a:chOff x="0" y="0"/>
          <a:chExt cx="0" cy="0"/>
        </a:xfrm>
      </p:grpSpPr>
      <p:sp>
        <p:nvSpPr>
          <p:cNvPr id="17" name="Datum">
            <a:extLst>
              <a:ext uri="{FF2B5EF4-FFF2-40B4-BE49-F238E27FC236}">
                <a16:creationId xmlns:a16="http://schemas.microsoft.com/office/drawing/2014/main" id="{ABDF3D13-9526-C050-0073-BBA0EB9356AD}"/>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A48ED24F-DA1D-4CCE-A49D-F1DD3DA2E2A4}" type="datetime1">
              <a:rPr lang="en-US" smtClean="0"/>
              <a:t>6/9/2026</a:t>
            </a:fld>
            <a:endParaRPr lang="de-DE" dirty="0"/>
          </a:p>
        </p:txBody>
      </p:sp>
      <p:sp>
        <p:nvSpPr>
          <p:cNvPr id="18" name="Fußzeile">
            <a:extLst>
              <a:ext uri="{FF2B5EF4-FFF2-40B4-BE49-F238E27FC236}">
                <a16:creationId xmlns:a16="http://schemas.microsoft.com/office/drawing/2014/main" id="{F8059C70-1BE9-82F2-89E5-917632A008BC}"/>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9" name="Seitenzahl">
            <a:extLst>
              <a:ext uri="{FF2B5EF4-FFF2-40B4-BE49-F238E27FC236}">
                <a16:creationId xmlns:a16="http://schemas.microsoft.com/office/drawing/2014/main" id="{87E688EA-AC44-9F1B-7BAE-E47B491E7420}"/>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968468996"/>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rei Bilder">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3449F117-7C5B-E999-46EB-D6D7E7ACAA88}"/>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E2B63C55-F913-43AE-9C54-B855A10A4601}" type="datetime1">
              <a:rPr lang="en-US" smtClean="0"/>
              <a:t>6/9/2026</a:t>
            </a:fld>
            <a:endParaRPr lang="de-DE" dirty="0"/>
          </a:p>
        </p:txBody>
      </p:sp>
      <p:sp>
        <p:nvSpPr>
          <p:cNvPr id="4" name="Fußzeile">
            <a:extLst>
              <a:ext uri="{FF2B5EF4-FFF2-40B4-BE49-F238E27FC236}">
                <a16:creationId xmlns:a16="http://schemas.microsoft.com/office/drawing/2014/main" id="{2C8A6FB8-E0FF-4ED6-3D34-62BAEB628970}"/>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26037196-1AAA-6A1F-3F59-5790731AE36E}"/>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9820009"/>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ier Bilder">
    <p:spTree>
      <p:nvGrpSpPr>
        <p:cNvPr id="1" name=""/>
        <p:cNvGrpSpPr/>
        <p:nvPr/>
      </p:nvGrpSpPr>
      <p:grpSpPr>
        <a:xfrm>
          <a:off x="0" y="0"/>
          <a:ext cx="0" cy="0"/>
          <a:chOff x="0" y="0"/>
          <a:chExt cx="0" cy="0"/>
        </a:xfrm>
      </p:grpSpPr>
      <p:sp>
        <p:nvSpPr>
          <p:cNvPr id="9" name="Datum">
            <a:extLst>
              <a:ext uri="{FF2B5EF4-FFF2-40B4-BE49-F238E27FC236}">
                <a16:creationId xmlns:a16="http://schemas.microsoft.com/office/drawing/2014/main" id="{5D0A630D-7251-2C21-FEFA-25484339C80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8F8EB5A4-2163-4F60-896D-74CA77B72814}" type="datetime1">
              <a:rPr lang="en-US" smtClean="0"/>
              <a:t>6/9/2026</a:t>
            </a:fld>
            <a:endParaRPr lang="de-DE" dirty="0"/>
          </a:p>
        </p:txBody>
      </p:sp>
      <p:sp>
        <p:nvSpPr>
          <p:cNvPr id="10" name="Fußzeile">
            <a:extLst>
              <a:ext uri="{FF2B5EF4-FFF2-40B4-BE49-F238E27FC236}">
                <a16:creationId xmlns:a16="http://schemas.microsoft.com/office/drawing/2014/main" id="{5662F66F-DB6E-979D-98B6-DF66F204F7C5}"/>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2" name="Seitenzahl">
            <a:extLst>
              <a:ext uri="{FF2B5EF4-FFF2-40B4-BE49-F238E27FC236}">
                <a16:creationId xmlns:a16="http://schemas.microsoft.com/office/drawing/2014/main" id="{B0BCC005-5F95-1D4D-C7D9-C6A7D0B75FAE}"/>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gray"/>
        <p:txBody>
          <a:body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186376688"/>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Ein Bild mit Text | Blaugrau">
    <p:bg>
      <p:bgPr>
        <a:solidFill>
          <a:schemeClr val="bg2"/>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CEAEF033-4CFF-0CAC-EDCE-4AF76DE3483D}"/>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E4D38EFF-B953-413A-8A15-5C46FFC3DF38}" type="datetime1">
              <a:rPr lang="en-US" smtClean="0"/>
              <a:t>6/9/2026</a:t>
            </a:fld>
            <a:endParaRPr lang="de-DE" dirty="0"/>
          </a:p>
        </p:txBody>
      </p:sp>
      <p:sp>
        <p:nvSpPr>
          <p:cNvPr id="9" name="Fußzeile">
            <a:extLst>
              <a:ext uri="{FF2B5EF4-FFF2-40B4-BE49-F238E27FC236}">
                <a16:creationId xmlns:a16="http://schemas.microsoft.com/office/drawing/2014/main" id="{6FD3C00F-10BD-2FF0-BB84-A4D9FEE4747B}"/>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2735F53F-6FCA-074F-50BC-A8593EA75957}"/>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2" name="Titel">
            <a:extLst>
              <a:ext uri="{FF2B5EF4-FFF2-40B4-BE49-F238E27FC236}">
                <a16:creationId xmlns:a16="http://schemas.microsoft.com/office/drawing/2014/main" id="{5B6403BF-8676-47B0-A57F-13E28F67CEC2}"/>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12192000" cy="5013000"/>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Textplatzhalter">
            <a:extLst>
              <a:ext uri="{FF2B5EF4-FFF2-40B4-BE49-F238E27FC236}">
                <a16:creationId xmlns:a16="http://schemas.microsoft.com/office/drawing/2014/main" id="{1C47F70D-E672-4F7E-7495-7F0743A6E8E5}"/>
              </a:ext>
            </a:extLst>
          </p:cNvPr>
          <p:cNvSpPr>
            <a:spLocks noGrp="1"/>
          </p:cNvSpPr>
          <p:nvPr>
            <p:ph type="body" sz="quarter" idx="14" hasCustomPrompt="1"/>
          </p:nvPr>
        </p:nvSpPr>
        <p:spPr bwMode="gray">
          <a:xfrm>
            <a:off x="8184000" y="2492999"/>
            <a:ext cx="3312000" cy="36712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p:txBody>
      </p:sp>
    </p:spTree>
    <p:extLst>
      <p:ext uri="{BB962C8B-B14F-4D97-AF65-F5344CB8AC3E}">
        <p14:creationId xmlns:p14="http://schemas.microsoft.com/office/powerpoint/2010/main" val="1880015319"/>
      </p:ext>
    </p:extLst>
  </p:cSld>
  <p:clrMapOvr>
    <a:masterClrMapping/>
  </p:clrMapOvr>
  <p:extLst>
    <p:ext uri="{DCECCB84-F9BA-43D5-87BE-67443E8EF086}">
      <p15:sldGuideLst xmlns:p15="http://schemas.microsoft.com/office/powerpoint/2012/main">
        <p15:guide id="1" orient="horz" pos="1570" userDrawn="1">
          <p15:clr>
            <a:srgbClr val="FBAE40"/>
          </p15:clr>
        </p15:guide>
        <p15:guide id="3" pos="7242" userDrawn="1">
          <p15:clr>
            <a:srgbClr val="FBAE40"/>
          </p15:clr>
        </p15:guide>
        <p15:guide id="4" pos="438" userDrawn="1">
          <p15:clr>
            <a:srgbClr val="FBAE40"/>
          </p15:clr>
        </p15:guide>
        <p15:guide id="5" orient="horz" pos="3883"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Zwei Bilder | Blaugrau">
    <p:bg>
      <p:bgPr>
        <a:solidFill>
          <a:schemeClr val="bg2"/>
        </a:solidFill>
        <a:effectLst/>
      </p:bgPr>
    </p:bg>
    <p:spTree>
      <p:nvGrpSpPr>
        <p:cNvPr id="1" name=""/>
        <p:cNvGrpSpPr/>
        <p:nvPr/>
      </p:nvGrpSpPr>
      <p:grpSpPr>
        <a:xfrm>
          <a:off x="0" y="0"/>
          <a:ext cx="0" cy="0"/>
          <a:chOff x="0" y="0"/>
          <a:chExt cx="0" cy="0"/>
        </a:xfrm>
      </p:grpSpPr>
      <p:sp>
        <p:nvSpPr>
          <p:cNvPr id="8" name="Datum">
            <a:extLst>
              <a:ext uri="{FF2B5EF4-FFF2-40B4-BE49-F238E27FC236}">
                <a16:creationId xmlns:a16="http://schemas.microsoft.com/office/drawing/2014/main" id="{421C8727-9DB4-D509-7970-DA87F653771E}"/>
              </a:ext>
              <a:ext uri="{C183D7F6-B498-43B3-948B-1728B52AA6E4}">
                <adec:decorative xmlns:adec="http://schemas.microsoft.com/office/drawing/2017/decorative" val="1"/>
              </a:ext>
            </a:extLst>
          </p:cNvPr>
          <p:cNvSpPr>
            <a:spLocks noGrp="1"/>
          </p:cNvSpPr>
          <p:nvPr>
            <p:ph type="dt" sz="half" idx="18"/>
          </p:nvPr>
        </p:nvSpPr>
        <p:spPr bwMode="gray"/>
        <p:txBody>
          <a:bodyPr/>
          <a:lstStyle>
            <a:lvl1pPr>
              <a:defRPr>
                <a:solidFill>
                  <a:schemeClr val="tx1">
                    <a:alpha val="0"/>
                  </a:schemeClr>
                </a:solidFill>
              </a:defRPr>
            </a:lvl1pPr>
          </a:lstStyle>
          <a:p>
            <a:fld id="{51360767-738B-4291-B2D1-C9C2E7B112F5}" type="datetime1">
              <a:rPr lang="en-US" smtClean="0"/>
              <a:t>6/9/2026</a:t>
            </a:fld>
            <a:endParaRPr lang="de-DE" dirty="0"/>
          </a:p>
        </p:txBody>
      </p:sp>
      <p:sp>
        <p:nvSpPr>
          <p:cNvPr id="9" name="Fußzeile">
            <a:extLst>
              <a:ext uri="{FF2B5EF4-FFF2-40B4-BE49-F238E27FC236}">
                <a16:creationId xmlns:a16="http://schemas.microsoft.com/office/drawing/2014/main" id="{36128DE3-C039-C247-20CB-565C35B1C502}"/>
              </a:ext>
              <a:ext uri="{C183D7F6-B498-43B3-948B-1728B52AA6E4}">
                <adec:decorative xmlns:adec="http://schemas.microsoft.com/office/drawing/2017/decorative" val="1"/>
              </a:ext>
            </a:extLst>
          </p:cNvPr>
          <p:cNvSpPr>
            <a:spLocks noGrp="1"/>
          </p:cNvSpPr>
          <p:nvPr>
            <p:ph type="ftr" sz="quarter" idx="19"/>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10" name="Seitenzahl">
            <a:extLst>
              <a:ext uri="{FF2B5EF4-FFF2-40B4-BE49-F238E27FC236}">
                <a16:creationId xmlns:a16="http://schemas.microsoft.com/office/drawing/2014/main" id="{E4AE5A04-4E3E-39C8-41BE-BE4DFA83436C}"/>
              </a:ext>
            </a:extLst>
          </p:cNvPr>
          <p:cNvSpPr>
            <a:spLocks noGrp="1"/>
          </p:cNvSpPr>
          <p:nvPr>
            <p:ph type="sldNum" sz="quarter" idx="20"/>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6132000" y="1845000"/>
            <a:ext cx="606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459233984"/>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rei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911F7BEC-B5A2-06A5-1D49-BB0D820FF77E}"/>
              </a:ext>
              <a:ext uri="{C183D7F6-B498-43B3-948B-1728B52AA6E4}">
                <adec:decorative xmlns:adec="http://schemas.microsoft.com/office/drawing/2017/decorative" val="1"/>
              </a:ext>
            </a:extLst>
          </p:cNvPr>
          <p:cNvSpPr>
            <a:spLocks noGrp="1"/>
          </p:cNvSpPr>
          <p:nvPr>
            <p:ph type="dt" sz="half" idx="19"/>
          </p:nvPr>
        </p:nvSpPr>
        <p:spPr bwMode="gray"/>
        <p:txBody>
          <a:bodyPr/>
          <a:lstStyle>
            <a:lvl1pPr>
              <a:defRPr>
                <a:solidFill>
                  <a:schemeClr val="tx1">
                    <a:alpha val="0"/>
                  </a:schemeClr>
                </a:solidFill>
              </a:defRPr>
            </a:lvl1pPr>
          </a:lstStyle>
          <a:p>
            <a:fld id="{C17320CD-8908-4B11-83DE-5248A38F98DF}" type="datetime1">
              <a:rPr lang="en-US" smtClean="0"/>
              <a:t>6/9/2026</a:t>
            </a:fld>
            <a:endParaRPr lang="de-DE" dirty="0"/>
          </a:p>
        </p:txBody>
      </p:sp>
      <p:sp>
        <p:nvSpPr>
          <p:cNvPr id="4" name="Fußzeile">
            <a:extLst>
              <a:ext uri="{FF2B5EF4-FFF2-40B4-BE49-F238E27FC236}">
                <a16:creationId xmlns:a16="http://schemas.microsoft.com/office/drawing/2014/main" id="{83947F2E-F548-B202-A3F8-63685EA6C813}"/>
              </a:ext>
              <a:ext uri="{C183D7F6-B498-43B3-948B-1728B52AA6E4}">
                <adec:decorative xmlns:adec="http://schemas.microsoft.com/office/drawing/2017/decorative" val="1"/>
              </a:ext>
            </a:extLst>
          </p:cNvPr>
          <p:cNvSpPr>
            <a:spLocks noGrp="1"/>
          </p:cNvSpPr>
          <p:nvPr>
            <p:ph type="ftr" sz="quarter" idx="20"/>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8" name="Seitenzahl">
            <a:extLst>
              <a:ext uri="{FF2B5EF4-FFF2-40B4-BE49-F238E27FC236}">
                <a16:creationId xmlns:a16="http://schemas.microsoft.com/office/drawing/2014/main" id="{9339CF06-7C56-EF72-73AD-18759FF7B8DD}"/>
              </a:ext>
            </a:extLst>
          </p:cNvPr>
          <p:cNvSpPr>
            <a:spLocks noGrp="1"/>
          </p:cNvSpPr>
          <p:nvPr>
            <p:ph type="sldNum" sz="quarter" idx="21"/>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4080000" y="1844675"/>
            <a:ext cx="4032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8184000" y="1844675"/>
            <a:ext cx="400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548565317"/>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er Bilder | Blaugrau">
    <p:bg>
      <p:bgPr>
        <a:solidFill>
          <a:schemeClr val="bg2"/>
        </a:solidFill>
        <a:effectLst/>
      </p:bgPr>
    </p:bg>
    <p:spTree>
      <p:nvGrpSpPr>
        <p:cNvPr id="1" name=""/>
        <p:cNvGrpSpPr/>
        <p:nvPr/>
      </p:nvGrpSpPr>
      <p:grpSpPr>
        <a:xfrm>
          <a:off x="0" y="0"/>
          <a:ext cx="0" cy="0"/>
          <a:chOff x="0" y="0"/>
          <a:chExt cx="0" cy="0"/>
        </a:xfrm>
      </p:grpSpPr>
      <p:sp>
        <p:nvSpPr>
          <p:cNvPr id="3" name="Datum">
            <a:extLst>
              <a:ext uri="{FF2B5EF4-FFF2-40B4-BE49-F238E27FC236}">
                <a16:creationId xmlns:a16="http://schemas.microsoft.com/office/drawing/2014/main" id="{17EE8F1F-854F-6353-1511-DDFAEE3C0590}"/>
              </a:ext>
              <a:ext uri="{C183D7F6-B498-43B3-948B-1728B52AA6E4}">
                <adec:decorative xmlns:adec="http://schemas.microsoft.com/office/drawing/2017/decorative" val="1"/>
              </a:ext>
            </a:extLst>
          </p:cNvPr>
          <p:cNvSpPr>
            <a:spLocks noGrp="1"/>
          </p:cNvSpPr>
          <p:nvPr>
            <p:ph type="dt" sz="half" idx="20"/>
          </p:nvPr>
        </p:nvSpPr>
        <p:spPr bwMode="gray"/>
        <p:txBody>
          <a:bodyPr/>
          <a:lstStyle>
            <a:lvl1pPr>
              <a:defRPr>
                <a:solidFill>
                  <a:schemeClr val="tx1">
                    <a:alpha val="0"/>
                  </a:schemeClr>
                </a:solidFill>
              </a:defRPr>
            </a:lvl1pPr>
          </a:lstStyle>
          <a:p>
            <a:fld id="{25FAE9B1-9FA9-4A15-B9E4-3CDC42F89F87}" type="datetime1">
              <a:rPr lang="en-US" smtClean="0"/>
              <a:t>6/9/2026</a:t>
            </a:fld>
            <a:endParaRPr lang="de-DE" dirty="0"/>
          </a:p>
        </p:txBody>
      </p:sp>
      <p:sp>
        <p:nvSpPr>
          <p:cNvPr id="4" name="Fußzeile">
            <a:extLst>
              <a:ext uri="{FF2B5EF4-FFF2-40B4-BE49-F238E27FC236}">
                <a16:creationId xmlns:a16="http://schemas.microsoft.com/office/drawing/2014/main" id="{BF5029A9-20DF-0901-58FF-3E1AADA843F9}"/>
              </a:ext>
              <a:ext uri="{C183D7F6-B498-43B3-948B-1728B52AA6E4}">
                <adec:decorative xmlns:adec="http://schemas.microsoft.com/office/drawing/2017/decorative" val="1"/>
              </a:ext>
            </a:extLst>
          </p:cNvPr>
          <p:cNvSpPr>
            <a:spLocks noGrp="1"/>
          </p:cNvSpPr>
          <p:nvPr>
            <p:ph type="ftr" sz="quarter" idx="21"/>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9" name="Seitenzahl">
            <a:extLst>
              <a:ext uri="{FF2B5EF4-FFF2-40B4-BE49-F238E27FC236}">
                <a16:creationId xmlns:a16="http://schemas.microsoft.com/office/drawing/2014/main" id="{FE28D956-DAE2-845F-F36A-1FF7A89D5BFA}"/>
              </a:ext>
            </a:extLst>
          </p:cNvPr>
          <p:cNvSpPr>
            <a:spLocks noGrp="1"/>
          </p:cNvSpPr>
          <p:nvPr>
            <p:ph type="sldNum" sz="quarter" idx="22"/>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5" name="Titel">
            <a:extLst>
              <a:ext uri="{FF2B5EF4-FFF2-40B4-BE49-F238E27FC236}">
                <a16:creationId xmlns:a16="http://schemas.microsoft.com/office/drawing/2014/main" id="{729E722B-A48F-697F-545D-A8CD5D85180E}"/>
              </a:ext>
            </a:extLst>
          </p:cNvPr>
          <p:cNvSpPr>
            <a:spLocks noGrp="1"/>
          </p:cNvSpPr>
          <p:nvPr>
            <p:ph type="title" hasCustomPrompt="1"/>
          </p:nvPr>
        </p:nvSpPr>
        <p:spPr bwMode="invGray"/>
        <p:txBody>
          <a:bodyPr/>
          <a:lstStyle>
            <a:lvl1pPr>
              <a:defRPr>
                <a:solidFill>
                  <a:schemeClr val="bg1"/>
                </a:solidFill>
              </a:defRPr>
            </a:lvl1pPr>
          </a:lstStyle>
          <a:p>
            <a:r>
              <a:rPr lang="de-DE" dirty="0"/>
              <a:t>Folientitel</a:t>
            </a:r>
          </a:p>
        </p:txBody>
      </p:sp>
      <p:sp>
        <p:nvSpPr>
          <p:cNvPr id="11" name="Bildplatzhalter 1">
            <a:extLst>
              <a:ext uri="{FF2B5EF4-FFF2-40B4-BE49-F238E27FC236}">
                <a16:creationId xmlns:a16="http://schemas.microsoft.com/office/drawing/2014/main" id="{FAA5048C-F469-9EBB-1545-BE067778550E}"/>
              </a:ext>
            </a:extLst>
          </p:cNvPr>
          <p:cNvSpPr>
            <a:spLocks noGrp="1"/>
          </p:cNvSpPr>
          <p:nvPr>
            <p:ph type="pic" idx="13" hasCustomPrompt="1"/>
          </p:nvPr>
        </p:nvSpPr>
        <p:spPr bwMode="gray">
          <a:xfrm>
            <a:off x="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Bildplatzhalter 2">
            <a:extLst>
              <a:ext uri="{FF2B5EF4-FFF2-40B4-BE49-F238E27FC236}">
                <a16:creationId xmlns:a16="http://schemas.microsoft.com/office/drawing/2014/main" id="{6F8284E2-0177-2631-BA3D-F3BF1B4E8AA3}"/>
              </a:ext>
            </a:extLst>
          </p:cNvPr>
          <p:cNvSpPr>
            <a:spLocks noGrp="1"/>
          </p:cNvSpPr>
          <p:nvPr>
            <p:ph type="pic" idx="17" hasCustomPrompt="1"/>
          </p:nvPr>
        </p:nvSpPr>
        <p:spPr bwMode="gray">
          <a:xfrm>
            <a:off x="307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2" name="Bildplatzhalter 3">
            <a:extLst>
              <a:ext uri="{FF2B5EF4-FFF2-40B4-BE49-F238E27FC236}">
                <a16:creationId xmlns:a16="http://schemas.microsoft.com/office/drawing/2014/main" id="{0564DB63-B339-6C21-A591-8F083D9D3FBE}"/>
              </a:ext>
            </a:extLst>
          </p:cNvPr>
          <p:cNvSpPr>
            <a:spLocks noGrp="1"/>
          </p:cNvSpPr>
          <p:nvPr>
            <p:ph type="pic" idx="18" hasCustomPrompt="1"/>
          </p:nvPr>
        </p:nvSpPr>
        <p:spPr bwMode="gray">
          <a:xfrm>
            <a:off x="6132000" y="1844675"/>
            <a:ext cx="2988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8" name="Bildplatzhalter 4">
            <a:extLst>
              <a:ext uri="{FF2B5EF4-FFF2-40B4-BE49-F238E27FC236}">
                <a16:creationId xmlns:a16="http://schemas.microsoft.com/office/drawing/2014/main" id="{C5346421-8D62-39A3-73FF-29EA4FC25575}"/>
              </a:ext>
            </a:extLst>
          </p:cNvPr>
          <p:cNvSpPr>
            <a:spLocks noGrp="1"/>
          </p:cNvSpPr>
          <p:nvPr>
            <p:ph type="pic" idx="19" hasCustomPrompt="1"/>
          </p:nvPr>
        </p:nvSpPr>
        <p:spPr bwMode="gray">
          <a:xfrm>
            <a:off x="9192000" y="1844675"/>
            <a:ext cx="3000000" cy="5013325"/>
          </a:xfrm>
          <a:solidFill>
            <a:srgbClr val="E4E7E9"/>
          </a:solidFill>
        </p:spPr>
        <p:txBody>
          <a:bodyPr lIns="72000" tIns="0" rIns="72000" bIns="648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Tree>
    <p:extLst>
      <p:ext uri="{BB962C8B-B14F-4D97-AF65-F5344CB8AC3E}">
        <p14:creationId xmlns:p14="http://schemas.microsoft.com/office/powerpoint/2010/main" val="290935453"/>
      </p:ext>
    </p:extLst>
  </p:cSld>
  <p:clrMapOvr>
    <a:masterClrMapping/>
  </p:clrMapOvr>
  <p:extLst>
    <p:ext uri="{DCECCB84-F9BA-43D5-87BE-67443E8EF086}">
      <p15:sldGuideLst xmlns:p15="http://schemas.microsoft.com/office/powerpoint/2012/main">
        <p15:guide id="1" orient="horz" pos="1162"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Zitat">
    <p:bg>
      <p:bgPr>
        <a:solidFill>
          <a:schemeClr val="bg2"/>
        </a:solidFill>
        <a:effectLst/>
      </p:bgPr>
    </p:bg>
    <p:spTree>
      <p:nvGrpSpPr>
        <p:cNvPr id="1" name=""/>
        <p:cNvGrpSpPr/>
        <p:nvPr/>
      </p:nvGrpSpPr>
      <p:grpSpPr>
        <a:xfrm>
          <a:off x="0" y="0"/>
          <a:ext cx="0" cy="0"/>
          <a:chOff x="0" y="0"/>
          <a:chExt cx="0" cy="0"/>
        </a:xfrm>
      </p:grpSpPr>
      <p:sp>
        <p:nvSpPr>
          <p:cNvPr id="5" name="Anführungszeichen">
            <a:extLst>
              <a:ext uri="{FF2B5EF4-FFF2-40B4-BE49-F238E27FC236}">
                <a16:creationId xmlns:a16="http://schemas.microsoft.com/office/drawing/2014/main" id="{672F3328-C8F1-5D82-3D6D-1471636D11D1}"/>
              </a:ext>
              <a:ext uri="{C183D7F6-B498-43B3-948B-1728B52AA6E4}">
                <adec:decorative xmlns:adec="http://schemas.microsoft.com/office/drawing/2017/decorative" val="1"/>
              </a:ext>
            </a:extLst>
          </p:cNvPr>
          <p:cNvSpPr/>
          <p:nvPr userDrawn="1"/>
        </p:nvSpPr>
        <p:spPr bwMode="gray">
          <a:xfrm>
            <a:off x="1399416" y="1952056"/>
            <a:ext cx="467100" cy="432000"/>
          </a:xfrm>
          <a:custGeom>
            <a:avLst/>
            <a:gdLst>
              <a:gd name="connsiteX0" fmla="*/ 293400 w 467100"/>
              <a:gd name="connsiteY0" fmla="*/ 0 h 432000"/>
              <a:gd name="connsiteX1" fmla="*/ 467100 w 467100"/>
              <a:gd name="connsiteY1" fmla="*/ 0 h 432000"/>
              <a:gd name="connsiteX2" fmla="*/ 467100 w 467100"/>
              <a:gd name="connsiteY2" fmla="*/ 148500 h 432000"/>
              <a:gd name="connsiteX3" fmla="*/ 439200 w 467100"/>
              <a:gd name="connsiteY3" fmla="*/ 322200 h 432000"/>
              <a:gd name="connsiteX4" fmla="*/ 318600 w 467100"/>
              <a:gd name="connsiteY4" fmla="*/ 432000 h 432000"/>
              <a:gd name="connsiteX5" fmla="*/ 279000 w 467100"/>
              <a:gd name="connsiteY5" fmla="*/ 368100 h 432000"/>
              <a:gd name="connsiteX6" fmla="*/ 351450 w 467100"/>
              <a:gd name="connsiteY6" fmla="*/ 305550 h 432000"/>
              <a:gd name="connsiteX7" fmla="*/ 378000 w 467100"/>
              <a:gd name="connsiteY7" fmla="*/ 188100 h 432000"/>
              <a:gd name="connsiteX8" fmla="*/ 293400 w 467100"/>
              <a:gd name="connsiteY8" fmla="*/ 188100 h 432000"/>
              <a:gd name="connsiteX9" fmla="*/ 14400 w 467100"/>
              <a:gd name="connsiteY9" fmla="*/ 0 h 432000"/>
              <a:gd name="connsiteX10" fmla="*/ 188100 w 467100"/>
              <a:gd name="connsiteY10" fmla="*/ 0 h 432000"/>
              <a:gd name="connsiteX11" fmla="*/ 188100 w 467100"/>
              <a:gd name="connsiteY11" fmla="*/ 148500 h 432000"/>
              <a:gd name="connsiteX12" fmla="*/ 160200 w 467100"/>
              <a:gd name="connsiteY12" fmla="*/ 322200 h 432000"/>
              <a:gd name="connsiteX13" fmla="*/ 39600 w 467100"/>
              <a:gd name="connsiteY13" fmla="*/ 432000 h 432000"/>
              <a:gd name="connsiteX14" fmla="*/ 0 w 467100"/>
              <a:gd name="connsiteY14" fmla="*/ 368100 h 432000"/>
              <a:gd name="connsiteX15" fmla="*/ 72450 w 467100"/>
              <a:gd name="connsiteY15" fmla="*/ 305550 h 432000"/>
              <a:gd name="connsiteX16" fmla="*/ 99000 w 467100"/>
              <a:gd name="connsiteY16" fmla="*/ 188100 h 432000"/>
              <a:gd name="connsiteX17" fmla="*/ 14400 w 467100"/>
              <a:gd name="connsiteY17" fmla="*/ 188100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67100" h="432000">
                <a:moveTo>
                  <a:pt x="293400" y="0"/>
                </a:moveTo>
                <a:lnTo>
                  <a:pt x="467100" y="0"/>
                </a:lnTo>
                <a:lnTo>
                  <a:pt x="467100" y="148500"/>
                </a:lnTo>
                <a:cubicBezTo>
                  <a:pt x="467100" y="228900"/>
                  <a:pt x="457800" y="286800"/>
                  <a:pt x="439200" y="322200"/>
                </a:cubicBezTo>
                <a:cubicBezTo>
                  <a:pt x="413399" y="370800"/>
                  <a:pt x="373199" y="407400"/>
                  <a:pt x="318600" y="432000"/>
                </a:cubicBezTo>
                <a:lnTo>
                  <a:pt x="279000" y="368100"/>
                </a:lnTo>
                <a:cubicBezTo>
                  <a:pt x="311400" y="354900"/>
                  <a:pt x="335550" y="334050"/>
                  <a:pt x="351450" y="305550"/>
                </a:cubicBezTo>
                <a:cubicBezTo>
                  <a:pt x="367350" y="277051"/>
                  <a:pt x="376200" y="237901"/>
                  <a:pt x="378000" y="188100"/>
                </a:cubicBezTo>
                <a:lnTo>
                  <a:pt x="293400" y="188100"/>
                </a:lnTo>
                <a:close/>
                <a:moveTo>
                  <a:pt x="14400" y="0"/>
                </a:moveTo>
                <a:lnTo>
                  <a:pt x="188100" y="0"/>
                </a:lnTo>
                <a:lnTo>
                  <a:pt x="188100" y="148500"/>
                </a:lnTo>
                <a:cubicBezTo>
                  <a:pt x="188100" y="228900"/>
                  <a:pt x="178800" y="286800"/>
                  <a:pt x="160200" y="322200"/>
                </a:cubicBezTo>
                <a:cubicBezTo>
                  <a:pt x="134400" y="370800"/>
                  <a:pt x="94200" y="407400"/>
                  <a:pt x="39600" y="432000"/>
                </a:cubicBezTo>
                <a:lnTo>
                  <a:pt x="0" y="368100"/>
                </a:lnTo>
                <a:cubicBezTo>
                  <a:pt x="32400" y="354900"/>
                  <a:pt x="56550" y="334050"/>
                  <a:pt x="72450" y="305550"/>
                </a:cubicBezTo>
                <a:cubicBezTo>
                  <a:pt x="88350" y="277051"/>
                  <a:pt x="97200" y="237901"/>
                  <a:pt x="99000" y="188100"/>
                </a:cubicBezTo>
                <a:lnTo>
                  <a:pt x="14400" y="188100"/>
                </a:lnTo>
                <a:close/>
              </a:path>
            </a:pathLst>
          </a:custGeom>
          <a:solidFill>
            <a:srgbClr val="9CA8B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de-DE" sz="19900" dirty="0">
              <a:solidFill>
                <a:srgbClr val="9CA8B2"/>
              </a:solidFill>
            </a:endParaRPr>
          </a:p>
        </p:txBody>
      </p:sp>
      <p:sp>
        <p:nvSpPr>
          <p:cNvPr id="2" name="Datum">
            <a:extLst>
              <a:ext uri="{FF2B5EF4-FFF2-40B4-BE49-F238E27FC236}">
                <a16:creationId xmlns:a16="http://schemas.microsoft.com/office/drawing/2014/main" id="{5CF0E601-453E-28B9-E4E6-F8EC18CBAC85}"/>
              </a:ext>
              <a:ext uri="{C183D7F6-B498-43B3-948B-1728B52AA6E4}">
                <adec:decorative xmlns:adec="http://schemas.microsoft.com/office/drawing/2017/decorative" val="1"/>
              </a:ext>
            </a:extLst>
          </p:cNvPr>
          <p:cNvSpPr>
            <a:spLocks noGrp="1"/>
          </p:cNvSpPr>
          <p:nvPr userDrawn="1">
            <p:ph type="dt" sz="half" idx="10"/>
          </p:nvPr>
        </p:nvSpPr>
        <p:spPr bwMode="black"/>
        <p:txBody>
          <a:bodyPr/>
          <a:lstStyle>
            <a:lvl1pPr>
              <a:defRPr>
                <a:solidFill>
                  <a:schemeClr val="bg1"/>
                </a:solidFill>
              </a:defRPr>
            </a:lvl1pPr>
          </a:lstStyle>
          <a:p>
            <a:fld id="{E5D5AB79-1E5E-46C4-93F2-2786D100D754}" type="datetime1">
              <a:rPr lang="en-US" smtClean="0"/>
              <a:t>6/9/2026</a:t>
            </a:fld>
            <a:endParaRPr lang="de-DE" dirty="0"/>
          </a:p>
        </p:txBody>
      </p:sp>
      <p:sp>
        <p:nvSpPr>
          <p:cNvPr id="3" name="Fußzeile">
            <a:extLst>
              <a:ext uri="{FF2B5EF4-FFF2-40B4-BE49-F238E27FC236}">
                <a16:creationId xmlns:a16="http://schemas.microsoft.com/office/drawing/2014/main" id="{CE39A9B5-956A-BC4C-93F0-384408458DE5}"/>
              </a:ext>
              <a:ext uri="{C183D7F6-B498-43B3-948B-1728B52AA6E4}">
                <adec:decorative xmlns:adec="http://schemas.microsoft.com/office/drawing/2017/decorative" val="1"/>
              </a:ext>
            </a:extLst>
          </p:cNvPr>
          <p:cNvSpPr>
            <a:spLocks noGrp="1"/>
          </p:cNvSpPr>
          <p:nvPr userDrawn="1">
            <p:ph type="ftr" sz="quarter" idx="11"/>
          </p:nvPr>
        </p:nvSpPr>
        <p:spPr bwMode="black"/>
        <p:txBody>
          <a:bodyPr/>
          <a:lstStyle>
            <a:lvl1pPr>
              <a:defRPr>
                <a:solidFill>
                  <a:schemeClr val="bg1"/>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DD4A764-0924-9D33-56B6-137296B573A9}"/>
              </a:ext>
            </a:extLst>
          </p:cNvPr>
          <p:cNvSpPr>
            <a:spLocks noGrp="1"/>
          </p:cNvSpPr>
          <p:nvPr userDrawn="1">
            <p:ph type="sldNum" sz="quarter" idx="12"/>
          </p:nvPr>
        </p:nvSpPr>
        <p:spPr bwMode="black">
          <a:xfrm>
            <a:off x="10992000" y="6439500"/>
            <a:ext cx="504000" cy="144000"/>
          </a:xfrm>
          <a:prstGeom prst="rect">
            <a:avLst/>
          </a:prstGeom>
        </p:spPr>
        <p:txBody>
          <a:bodyPr/>
          <a:lstStyle>
            <a:lvl1pPr>
              <a:defRPr>
                <a:solidFill>
                  <a:schemeClr val="bg1"/>
                </a:solidFill>
              </a:defRPr>
            </a:lvl1pPr>
          </a:lstStyle>
          <a:p>
            <a:fld id="{D836C0FE-70CA-4950-82D6-CF602CC2B770}" type="slidenum">
              <a:rPr lang="de-DE" smtClean="0"/>
              <a:pPr/>
              <a:t>‹Nr.›</a:t>
            </a:fld>
            <a:endParaRPr lang="de-DE" dirty="0"/>
          </a:p>
        </p:txBody>
      </p:sp>
      <p:sp>
        <p:nvSpPr>
          <p:cNvPr id="7" name="Textplatzhalter">
            <a:extLst>
              <a:ext uri="{FF2B5EF4-FFF2-40B4-BE49-F238E27FC236}">
                <a16:creationId xmlns:a16="http://schemas.microsoft.com/office/drawing/2014/main" id="{C8294393-E674-A8BF-1016-84D7B45BC61E}"/>
              </a:ext>
            </a:extLst>
          </p:cNvPr>
          <p:cNvSpPr>
            <a:spLocks noGrp="1"/>
          </p:cNvSpPr>
          <p:nvPr userDrawn="1">
            <p:ph type="body" sz="quarter" idx="13" hasCustomPrompt="1"/>
          </p:nvPr>
        </p:nvSpPr>
        <p:spPr bwMode="black">
          <a:xfrm>
            <a:off x="1631949" y="2132999"/>
            <a:ext cx="7056439" cy="4031263"/>
          </a:xfrm>
        </p:spPr>
        <p:txBody>
          <a:bodyPr/>
          <a:lstStyle>
            <a:lvl1pPr>
              <a:lnSpc>
                <a:spcPct val="90000"/>
              </a:lnSpc>
              <a:spcBef>
                <a:spcPts val="0"/>
              </a:spcBef>
              <a:spcAft>
                <a:spcPts val="0"/>
              </a:spcAft>
              <a:defRPr sz="40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1800"/>
              </a:spcBef>
              <a:spcAft>
                <a:spcPts val="0"/>
              </a:spcAft>
              <a:buFontTx/>
              <a:buNone/>
              <a:defRPr sz="1600" b="0">
                <a:solidFill>
                  <a:schemeClr val="tx1"/>
                </a:solidFill>
                <a:latin typeface="+mn-lt"/>
              </a:defRPr>
            </a:lvl3pPr>
            <a:lvl4pPr marL="0" indent="0">
              <a:spcBef>
                <a:spcPts val="1800"/>
              </a:spcBef>
              <a:spcAft>
                <a:spcPts val="0"/>
              </a:spcAft>
              <a:buFontTx/>
              <a:buNone/>
              <a:defRPr sz="1600" b="0">
                <a:solidFill>
                  <a:schemeClr val="tx1"/>
                </a:solidFill>
                <a:latin typeface="+mn-lt"/>
              </a:defRPr>
            </a:lvl4pPr>
            <a:lvl5pPr marL="0" indent="0">
              <a:spcBef>
                <a:spcPts val="1800"/>
              </a:spcBef>
              <a:spcAft>
                <a:spcPts val="0"/>
              </a:spcAft>
              <a:buFontTx/>
              <a:buNone/>
              <a:defRPr sz="1600" b="0">
                <a:solidFill>
                  <a:schemeClr val="tx1"/>
                </a:solidFill>
                <a:latin typeface="+mn-lt"/>
              </a:defRPr>
            </a:lvl5pPr>
            <a:lvl6pPr marL="0" indent="0">
              <a:spcBef>
                <a:spcPts val="1800"/>
              </a:spcBef>
              <a:spcAft>
                <a:spcPts val="0"/>
              </a:spcAft>
              <a:buFontTx/>
              <a:buNone/>
              <a:defRPr sz="1600" b="0">
                <a:solidFill>
                  <a:schemeClr val="tx1"/>
                </a:solidFill>
                <a:latin typeface="+mn-lt"/>
              </a:defRPr>
            </a:lvl6pPr>
            <a:lvl7pPr marL="0" indent="0">
              <a:spcBef>
                <a:spcPts val="1800"/>
              </a:spcBef>
              <a:spcAft>
                <a:spcPts val="0"/>
              </a:spcAft>
              <a:buFontTx/>
              <a:buNone/>
              <a:defRPr sz="1600" b="0">
                <a:solidFill>
                  <a:schemeClr val="tx1"/>
                </a:solidFill>
                <a:latin typeface="+mn-lt"/>
              </a:defRPr>
            </a:lvl7pPr>
            <a:lvl8pPr marL="0" indent="0">
              <a:spcBef>
                <a:spcPts val="1800"/>
              </a:spcBef>
              <a:spcAft>
                <a:spcPts val="0"/>
              </a:spcAft>
              <a:buFontTx/>
              <a:buNone/>
              <a:defRPr sz="1600" b="0">
                <a:solidFill>
                  <a:schemeClr val="tx1"/>
                </a:solidFill>
                <a:latin typeface="+mn-lt"/>
              </a:defRPr>
            </a:lvl8pPr>
            <a:lvl9pPr marL="0" indent="0">
              <a:spcBef>
                <a:spcPts val="1800"/>
              </a:spcBef>
              <a:spcAft>
                <a:spcPts val="0"/>
              </a:spcAft>
              <a:buFontTx/>
              <a:buNone/>
              <a:defRPr sz="1600" b="0">
                <a:solidFill>
                  <a:schemeClr val="tx1"/>
                </a:solidFill>
                <a:latin typeface="+mn-lt"/>
              </a:defRPr>
            </a:lvl9pPr>
          </a:lstStyle>
          <a:p>
            <a:pPr lvl="0"/>
            <a:r>
              <a:rPr lang="de-DE" dirty="0"/>
              <a:t>Hier könnte ein Zitat stehen</a:t>
            </a:r>
            <a:br>
              <a:rPr lang="de-DE" dirty="0"/>
            </a:br>
            <a:r>
              <a:rPr lang="de-DE" dirty="0"/>
              <a:t>(Listenebene 1).</a:t>
            </a:r>
          </a:p>
          <a:p>
            <a:pPr lvl="1"/>
            <a:r>
              <a:rPr lang="de-DE" dirty="0"/>
              <a:t>Eine optionale Autorenzeile ist in der Listenebene 2 vordefiniert.</a:t>
            </a:r>
          </a:p>
        </p:txBody>
      </p:sp>
    </p:spTree>
    <p:extLst>
      <p:ext uri="{BB962C8B-B14F-4D97-AF65-F5344CB8AC3E}">
        <p14:creationId xmlns:p14="http://schemas.microsoft.com/office/powerpoint/2010/main" val="2984370510"/>
      </p:ext>
    </p:extLst>
  </p:cSld>
  <p:clrMapOvr>
    <a:masterClrMapping/>
  </p:clrMapOvr>
  <p:extLst>
    <p:ext uri="{DCECCB84-F9BA-43D5-87BE-67443E8EF086}">
      <p15:sldGuideLst xmlns:p15="http://schemas.microsoft.com/office/powerpoint/2012/main">
        <p15:guide id="1" orient="horz" pos="1344" userDrawn="1">
          <p15:clr>
            <a:srgbClr val="FBAE40"/>
          </p15:clr>
        </p15:guide>
        <p15:guide id="2" pos="1028" userDrawn="1">
          <p15:clr>
            <a:srgbClr val="FBAE40"/>
          </p15:clr>
        </p15:guide>
        <p15:guide id="3" pos="5473" userDrawn="1">
          <p15:clr>
            <a:srgbClr val="FBAE40"/>
          </p15:clr>
        </p15:guide>
        <p15:guide id="4" orient="horz" pos="3883"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Kontakt">
    <p:bg>
      <p:bgPr>
        <a:solidFill>
          <a:schemeClr val="bg2"/>
        </a:solidFill>
        <a:effectLst/>
      </p:bgPr>
    </p:bg>
    <p:spTree>
      <p:nvGrpSpPr>
        <p:cNvPr id="1" name=""/>
        <p:cNvGrpSpPr/>
        <p:nvPr/>
      </p:nvGrpSpPr>
      <p:grpSpPr>
        <a:xfrm>
          <a:off x="0" y="0"/>
          <a:ext cx="0" cy="0"/>
          <a:chOff x="0" y="0"/>
          <a:chExt cx="0" cy="0"/>
        </a:xfrm>
      </p:grpSpPr>
      <p:pic>
        <p:nvPicPr>
          <p:cNvPr id="8" name="Logo">
            <a:extLst>
              <a:ext uri="{FF2B5EF4-FFF2-40B4-BE49-F238E27FC236}">
                <a16:creationId xmlns:a16="http://schemas.microsoft.com/office/drawing/2014/main" id="{C99E7B9A-74F7-05CE-4342-2B3FEFBAC8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bwMode="gray">
          <a:xfrm>
            <a:off x="9861170" y="621000"/>
            <a:ext cx="1706830" cy="2160000"/>
          </a:xfrm>
          <a:prstGeom prst="rect">
            <a:avLst/>
          </a:prstGeom>
        </p:spPr>
      </p:pic>
      <p:sp>
        <p:nvSpPr>
          <p:cNvPr id="9" name="Bildplatzhalter">
            <a:extLst>
              <a:ext uri="{FF2B5EF4-FFF2-40B4-BE49-F238E27FC236}">
                <a16:creationId xmlns:a16="http://schemas.microsoft.com/office/drawing/2014/main" id="{33156A7A-A483-1E0F-0AA3-59F6BE1CB97D}"/>
              </a:ext>
            </a:extLst>
          </p:cNvPr>
          <p:cNvSpPr>
            <a:spLocks noGrp="1"/>
          </p:cNvSpPr>
          <p:nvPr>
            <p:ph type="pic" idx="13" hasCustomPrompt="1"/>
          </p:nvPr>
        </p:nvSpPr>
        <p:spPr bwMode="gray">
          <a:xfrm>
            <a:off x="696000" y="2853000"/>
            <a:ext cx="3312675" cy="3312675"/>
          </a:xfrm>
          <a:prstGeom prst="ellipse">
            <a:avLst/>
          </a:prstGeom>
          <a:solidFill>
            <a:srgbClr val="E4E7E9"/>
          </a:solidFill>
        </p:spPr>
        <p:txBody>
          <a:bodyPr lIns="0" tIns="0" rIns="0" bIns="1476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Bild durch Klick auf das Icon einfügen.</a:t>
            </a:r>
          </a:p>
        </p:txBody>
      </p:sp>
      <p:sp>
        <p:nvSpPr>
          <p:cNvPr id="13" name="Textplatzhalter">
            <a:extLst>
              <a:ext uri="{FF2B5EF4-FFF2-40B4-BE49-F238E27FC236}">
                <a16:creationId xmlns:a16="http://schemas.microsoft.com/office/drawing/2014/main" id="{CFD2BCFD-58F0-19CC-CDBE-A738810BB62D}"/>
              </a:ext>
            </a:extLst>
          </p:cNvPr>
          <p:cNvSpPr>
            <a:spLocks noGrp="1"/>
          </p:cNvSpPr>
          <p:nvPr>
            <p:ph type="body" sz="quarter" idx="14" hasCustomPrompt="1"/>
          </p:nvPr>
        </p:nvSpPr>
        <p:spPr bwMode="black">
          <a:xfrm>
            <a:off x="4440238" y="4221163"/>
            <a:ext cx="4248150" cy="1943100"/>
          </a:xfrm>
        </p:spPr>
        <p:txBody>
          <a:bodyPr/>
          <a:lstStyle>
            <a:lvl1pPr>
              <a:lnSpc>
                <a:spcPct val="90000"/>
              </a:lnSpc>
              <a:spcBef>
                <a:spcPts val="0"/>
              </a:spcBef>
              <a:spcAft>
                <a:spcPts val="0"/>
              </a:spcAft>
              <a:defRPr sz="2800" b="1">
                <a:solidFill>
                  <a:schemeClr val="bg1"/>
                </a:solidFill>
                <a:latin typeface="+mj-lt"/>
              </a:defRPr>
            </a:lvl1pPr>
            <a:lvl2pPr marL="0" indent="0">
              <a:spcBef>
                <a:spcPts val="1800"/>
              </a:spcBef>
              <a:spcAft>
                <a:spcPts val="0"/>
              </a:spcAft>
              <a:buFontTx/>
              <a:buNone/>
              <a:defRPr sz="1600" b="0">
                <a:solidFill>
                  <a:schemeClr val="tx1"/>
                </a:solidFill>
                <a:latin typeface="+mn-lt"/>
              </a:defRPr>
            </a:lvl2pPr>
            <a:lvl3pPr marL="0" indent="0">
              <a:spcBef>
                <a:spcPts val="200"/>
              </a:spcBef>
              <a:spcAft>
                <a:spcPts val="0"/>
              </a:spcAft>
              <a:buFontTx/>
              <a:buNone/>
              <a:defRPr sz="1200" b="0">
                <a:solidFill>
                  <a:schemeClr val="bg1"/>
                </a:solidFill>
                <a:latin typeface="+mn-lt"/>
              </a:defRPr>
            </a:lvl3pPr>
            <a:lvl4pPr marL="0" indent="0">
              <a:spcBef>
                <a:spcPts val="200"/>
              </a:spcBef>
              <a:spcAft>
                <a:spcPts val="0"/>
              </a:spcAft>
              <a:buFontTx/>
              <a:buNone/>
              <a:defRPr sz="1200" b="0">
                <a:solidFill>
                  <a:schemeClr val="bg1"/>
                </a:solidFill>
                <a:latin typeface="+mn-lt"/>
              </a:defRPr>
            </a:lvl4pPr>
            <a:lvl5pPr marL="0" indent="0">
              <a:spcBef>
                <a:spcPts val="200"/>
              </a:spcBef>
              <a:spcAft>
                <a:spcPts val="0"/>
              </a:spcAft>
              <a:buFontTx/>
              <a:buNone/>
              <a:defRPr sz="1200" b="0">
                <a:solidFill>
                  <a:schemeClr val="bg1"/>
                </a:solidFill>
                <a:latin typeface="+mn-lt"/>
              </a:defRPr>
            </a:lvl5pPr>
            <a:lvl6pPr marL="0" indent="0">
              <a:spcBef>
                <a:spcPts val="200"/>
              </a:spcBef>
              <a:spcAft>
                <a:spcPts val="0"/>
              </a:spcAft>
              <a:buFontTx/>
              <a:buNone/>
              <a:defRPr sz="1200" b="0">
                <a:solidFill>
                  <a:schemeClr val="bg1"/>
                </a:solidFill>
                <a:latin typeface="+mn-lt"/>
              </a:defRPr>
            </a:lvl6pPr>
            <a:lvl7pPr marL="0" indent="0">
              <a:spcBef>
                <a:spcPts val="200"/>
              </a:spcBef>
              <a:spcAft>
                <a:spcPts val="0"/>
              </a:spcAft>
              <a:buFontTx/>
              <a:buNone/>
              <a:defRPr sz="1200" b="0">
                <a:solidFill>
                  <a:schemeClr val="bg1"/>
                </a:solidFill>
                <a:latin typeface="+mn-lt"/>
              </a:defRPr>
            </a:lvl7pPr>
            <a:lvl8pPr marL="0" indent="0">
              <a:spcBef>
                <a:spcPts val="200"/>
              </a:spcBef>
              <a:spcAft>
                <a:spcPts val="0"/>
              </a:spcAft>
              <a:buFontTx/>
              <a:buNone/>
              <a:defRPr sz="1200" b="0">
                <a:solidFill>
                  <a:schemeClr val="bg1"/>
                </a:solidFill>
                <a:latin typeface="+mn-lt"/>
              </a:defRPr>
            </a:lvl8pPr>
            <a:lvl9pPr marL="0" indent="0">
              <a:spcBef>
                <a:spcPts val="200"/>
              </a:spcBef>
              <a:spcAft>
                <a:spcPts val="0"/>
              </a:spcAft>
              <a:buFontTx/>
              <a:buNone/>
              <a:defRPr sz="1200" b="0">
                <a:solidFill>
                  <a:schemeClr val="bg1"/>
                </a:solidFill>
                <a:latin typeface="+mn-lt"/>
              </a:defRPr>
            </a:lvl9pPr>
          </a:lstStyle>
          <a:p>
            <a:pPr lvl="0"/>
            <a:r>
              <a:rPr lang="de-DE" dirty="0"/>
              <a:t>Kontakt</a:t>
            </a:r>
          </a:p>
          <a:p>
            <a:pPr lvl="1"/>
            <a:r>
              <a:rPr lang="de-DE" dirty="0"/>
              <a:t>Position</a:t>
            </a:r>
          </a:p>
          <a:p>
            <a:pPr lvl="2"/>
            <a:r>
              <a:rPr lang="de-DE" dirty="0"/>
              <a:t>Kontaktdaten</a:t>
            </a:r>
          </a:p>
        </p:txBody>
      </p:sp>
    </p:spTree>
    <p:extLst>
      <p:ext uri="{BB962C8B-B14F-4D97-AF65-F5344CB8AC3E}">
        <p14:creationId xmlns:p14="http://schemas.microsoft.com/office/powerpoint/2010/main" val="101969160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ussage">
    <p:spTree>
      <p:nvGrpSpPr>
        <p:cNvPr id="1" name=""/>
        <p:cNvGrpSpPr/>
        <p:nvPr/>
      </p:nvGrpSpPr>
      <p:grpSpPr>
        <a:xfrm>
          <a:off x="0" y="0"/>
          <a:ext cx="0" cy="0"/>
          <a:chOff x="0" y="0"/>
          <a:chExt cx="0" cy="0"/>
        </a:xfrm>
      </p:grpSpPr>
      <p:sp>
        <p:nvSpPr>
          <p:cNvPr id="2" name="Datum">
            <a:extLst>
              <a:ext uri="{FF2B5EF4-FFF2-40B4-BE49-F238E27FC236}">
                <a16:creationId xmlns:a16="http://schemas.microsoft.com/office/drawing/2014/main" id="{5FA0F30C-F811-060A-31E4-9EB1AF3C114B}"/>
              </a:ext>
              <a:ext uri="{C183D7F6-B498-43B3-948B-1728B52AA6E4}">
                <adec:decorative xmlns:adec="http://schemas.microsoft.com/office/drawing/2017/decorative" val="1"/>
              </a:ext>
            </a:extLst>
          </p:cNvPr>
          <p:cNvSpPr>
            <a:spLocks noGrp="1"/>
          </p:cNvSpPr>
          <p:nvPr>
            <p:ph type="dt" sz="half" idx="15"/>
          </p:nvPr>
        </p:nvSpPr>
        <p:spPr bwMode="gray"/>
        <p:txBody>
          <a:bodyPr/>
          <a:lstStyle>
            <a:lvl1pPr>
              <a:defRPr>
                <a:solidFill>
                  <a:schemeClr val="tx1">
                    <a:alpha val="0"/>
                  </a:schemeClr>
                </a:solidFill>
              </a:defRPr>
            </a:lvl1pPr>
          </a:lstStyle>
          <a:p>
            <a:fld id="{693DCD73-9D17-4118-83F0-5F001E132114}" type="datetime1">
              <a:rPr lang="en-US" smtClean="0"/>
              <a:t>6/9/2026</a:t>
            </a:fld>
            <a:endParaRPr lang="de-DE" dirty="0"/>
          </a:p>
        </p:txBody>
      </p:sp>
      <p:sp>
        <p:nvSpPr>
          <p:cNvPr id="3" name="Fußzeile">
            <a:extLst>
              <a:ext uri="{FF2B5EF4-FFF2-40B4-BE49-F238E27FC236}">
                <a16:creationId xmlns:a16="http://schemas.microsoft.com/office/drawing/2014/main" id="{2B0464A2-F8A8-8F44-9BFE-3C295CD91656}"/>
              </a:ext>
              <a:ext uri="{C183D7F6-B498-43B3-948B-1728B52AA6E4}">
                <adec:decorative xmlns:adec="http://schemas.microsoft.com/office/drawing/2017/decorative" val="1"/>
              </a:ext>
            </a:extLst>
          </p:cNvPr>
          <p:cNvSpPr>
            <a:spLocks noGrp="1"/>
          </p:cNvSpPr>
          <p:nvPr>
            <p:ph type="ftr" sz="quarter" idx="16"/>
          </p:nvPr>
        </p:nvSpPr>
        <p:spPr bwMode="gray"/>
        <p:txBody>
          <a:bodyPr/>
          <a:lstStyle>
            <a:lvl1pPr>
              <a:defRPr>
                <a:solidFill>
                  <a:schemeClr val="tx1">
                    <a:alpha val="0"/>
                  </a:schemeClr>
                </a:solidFill>
              </a:defRPr>
            </a:lvl1pPr>
          </a:lstStyle>
          <a:p>
            <a:r>
              <a:rPr lang="en-US"/>
              <a:t>Firstname Lastname:  Thesis Title </a:t>
            </a:r>
            <a:endParaRPr lang="de-DE" dirty="0"/>
          </a:p>
        </p:txBody>
      </p:sp>
      <p:sp>
        <p:nvSpPr>
          <p:cNvPr id="4" name="Seitenzahl">
            <a:extLst>
              <a:ext uri="{FF2B5EF4-FFF2-40B4-BE49-F238E27FC236}">
                <a16:creationId xmlns:a16="http://schemas.microsoft.com/office/drawing/2014/main" id="{D64E6261-7F8B-549F-4CD0-FBDF0426963A}"/>
              </a:ext>
            </a:extLst>
          </p:cNvPr>
          <p:cNvSpPr>
            <a:spLocks noGrp="1"/>
          </p:cNvSpPr>
          <p:nvPr>
            <p:ph type="sldNum" sz="quarter" idx="17"/>
          </p:nvPr>
        </p:nvSpPr>
        <p:spPr bwMode="gray">
          <a:xfrm>
            <a:off x="10992000" y="6439500"/>
            <a:ext cx="504000" cy="144000"/>
          </a:xfrm>
          <a:prstGeom prst="rect">
            <a:avLst/>
          </a:prstGeom>
        </p:spPr>
        <p:txBody>
          <a:bodyPr/>
          <a:lstStyle>
            <a:lvl1pPr>
              <a:defRPr>
                <a:solidFill>
                  <a:schemeClr val="tx1">
                    <a:alpha val="0"/>
                  </a:schemeClr>
                </a:solidFill>
              </a:defRPr>
            </a:lvl1pPr>
          </a:lstStyle>
          <a:p>
            <a:fld id="{D836C0FE-70CA-4950-82D6-CF602CC2B770}" type="slidenum">
              <a:rPr lang="de-DE" smtClean="0"/>
              <a:pPr/>
              <a:t>‹Nr.›</a:t>
            </a:fld>
            <a:endParaRPr lang="de-DE" dirty="0"/>
          </a:p>
        </p:txBody>
      </p:sp>
      <p:sp>
        <p:nvSpPr>
          <p:cNvPr id="11" name="Bildplatzhalter">
            <a:extLst>
              <a:ext uri="{FF2B5EF4-FFF2-40B4-BE49-F238E27FC236}">
                <a16:creationId xmlns:a16="http://schemas.microsoft.com/office/drawing/2014/main" id="{FAA5048C-F469-9EBB-1545-BE067778550E}"/>
              </a:ext>
              <a:ext uri="{C183D7F6-B498-43B3-948B-1728B52AA6E4}">
                <adec:decorative xmlns:adec="http://schemas.microsoft.com/office/drawing/2017/decorative" val="1"/>
              </a:ext>
            </a:extLst>
          </p:cNvPr>
          <p:cNvSpPr>
            <a:spLocks noGrp="1"/>
          </p:cNvSpPr>
          <p:nvPr>
            <p:ph type="pic" idx="13" hasCustomPrompt="1"/>
          </p:nvPr>
        </p:nvSpPr>
        <p:spPr bwMode="gray">
          <a:xfrm>
            <a:off x="0" y="0"/>
            <a:ext cx="12192000" cy="6858000"/>
          </a:xfrm>
          <a:solidFill>
            <a:srgbClr val="E4E7E9"/>
          </a:solidFill>
        </p:spPr>
        <p:txBody>
          <a:bodyPr lIns="2160000" tIns="0" rIns="2160000" bIns="1224000" anchor="ctr" anchorCtr="0"/>
          <a:lstStyle>
            <a:lvl1pPr marL="0" indent="0" algn="ctr">
              <a:spcBef>
                <a:spcPts val="0"/>
              </a:spcBef>
              <a:spcAft>
                <a:spcPts val="0"/>
              </a:spcAft>
              <a:buNone/>
              <a:defRPr sz="1200" b="0">
                <a:solidFill>
                  <a:schemeClr val="tx1"/>
                </a:solidFill>
                <a:latin typeface="+mn-lt"/>
              </a:defRPr>
            </a:lvl1pPr>
            <a:lvl2pPr marL="0" indent="0" algn="ctr">
              <a:spcBef>
                <a:spcPts val="0"/>
              </a:spcBef>
              <a:spcAft>
                <a:spcPts val="0"/>
              </a:spcAft>
              <a:buNone/>
              <a:defRPr sz="1200" b="0">
                <a:solidFill>
                  <a:schemeClr val="tx1"/>
                </a:solidFill>
                <a:latin typeface="+mn-lt"/>
              </a:defRPr>
            </a:lvl2pPr>
            <a:lvl3pPr marL="0" indent="0" algn="ctr">
              <a:spcBef>
                <a:spcPts val="0"/>
              </a:spcBef>
              <a:spcAft>
                <a:spcPts val="0"/>
              </a:spcAft>
              <a:buNone/>
              <a:defRPr sz="1200" b="0">
                <a:solidFill>
                  <a:schemeClr val="tx1"/>
                </a:solidFill>
                <a:latin typeface="+mn-lt"/>
              </a:defRPr>
            </a:lvl3pPr>
            <a:lvl4pPr marL="0" indent="0" algn="ctr">
              <a:spcBef>
                <a:spcPts val="0"/>
              </a:spcBef>
              <a:spcAft>
                <a:spcPts val="0"/>
              </a:spcAft>
              <a:buNone/>
              <a:defRPr sz="1200" b="0">
                <a:solidFill>
                  <a:schemeClr val="tx1"/>
                </a:solidFill>
                <a:latin typeface="+mn-lt"/>
              </a:defRPr>
            </a:lvl4pPr>
            <a:lvl5pPr marL="0" indent="0" algn="ctr">
              <a:spcBef>
                <a:spcPts val="0"/>
              </a:spcBef>
              <a:spcAft>
                <a:spcPts val="0"/>
              </a:spcAft>
              <a:buNone/>
              <a:defRPr sz="1200" b="0">
                <a:solidFill>
                  <a:schemeClr val="tx1"/>
                </a:solidFill>
                <a:latin typeface="+mn-lt"/>
              </a:defRPr>
            </a:lvl5pPr>
            <a:lvl6pPr marL="0" indent="0" algn="ctr">
              <a:spcBef>
                <a:spcPts val="0"/>
              </a:spcBef>
              <a:spcAft>
                <a:spcPts val="0"/>
              </a:spcAft>
              <a:buNone/>
              <a:defRPr sz="1200" b="0">
                <a:solidFill>
                  <a:schemeClr val="tx1"/>
                </a:solidFill>
                <a:latin typeface="+mn-lt"/>
              </a:defRPr>
            </a:lvl6pPr>
            <a:lvl7pPr marL="0" indent="0" algn="ctr">
              <a:spcBef>
                <a:spcPts val="0"/>
              </a:spcBef>
              <a:spcAft>
                <a:spcPts val="0"/>
              </a:spcAft>
              <a:buNone/>
              <a:defRPr sz="1200" b="0">
                <a:solidFill>
                  <a:schemeClr val="tx1"/>
                </a:solidFill>
                <a:latin typeface="+mn-lt"/>
              </a:defRPr>
            </a:lvl7pPr>
            <a:lvl8pPr marL="0" indent="0" algn="ctr">
              <a:spcBef>
                <a:spcPts val="0"/>
              </a:spcBef>
              <a:spcAft>
                <a:spcPts val="0"/>
              </a:spcAft>
              <a:buNone/>
              <a:defRPr sz="1200" b="0">
                <a:solidFill>
                  <a:schemeClr val="tx1"/>
                </a:solidFill>
                <a:latin typeface="+mn-lt"/>
              </a:defRPr>
            </a:lvl8pPr>
            <a:lvl9pPr marL="0" indent="0" algn="ctr">
              <a:spcBef>
                <a:spcPts val="0"/>
              </a:spcBef>
              <a:spcAft>
                <a:spcPts val="0"/>
              </a:spcAft>
              <a:buNone/>
              <a:defRPr sz="1200" b="0">
                <a:solidFill>
                  <a:schemeClr val="tx1"/>
                </a:solidFill>
                <a:latin typeface="+mn-lt"/>
              </a:defRPr>
            </a:lvl9pPr>
          </a:lstStyle>
          <a:p>
            <a:pPr lvl="0"/>
            <a:r>
              <a:rPr lang="de-DE" dirty="0"/>
              <a:t>Um ein Bild einzusetzen, klicken Sie bitte auf den Reiter „Einfügen“ und wählen die Schaltfläche „Bilder“. Alternativ können Sie das transparente Element mit der rechten Maustaste in den Hintergrund setzen, auf das Bildplatzhalter-Symbol klicken und ein Bild laden bzw. es so auch bearbeiten. Setzen Sie das Bild wieder in den Hintergrund.</a:t>
            </a:r>
          </a:p>
        </p:txBody>
      </p:sp>
      <p:sp>
        <p:nvSpPr>
          <p:cNvPr id="5" name="Transparenz">
            <a:extLst>
              <a:ext uri="{FF2B5EF4-FFF2-40B4-BE49-F238E27FC236}">
                <a16:creationId xmlns:a16="http://schemas.microsoft.com/office/drawing/2014/main" id="{0E4BA231-F72E-F0AA-757C-F1C95512B7C0}"/>
              </a:ext>
              <a:ext uri="{C183D7F6-B498-43B3-948B-1728B52AA6E4}">
                <adec:decorative xmlns:adec="http://schemas.microsoft.com/office/drawing/2017/decorative" val="1"/>
              </a:ext>
            </a:extLst>
          </p:cNvPr>
          <p:cNvSpPr>
            <a:spLocks noGrp="1"/>
          </p:cNvSpPr>
          <p:nvPr>
            <p:ph type="body" sz="quarter" idx="12" hasCustomPrompt="1"/>
          </p:nvPr>
        </p:nvSpPr>
        <p:spPr bwMode="gray">
          <a:xfrm>
            <a:off x="0" y="0"/>
            <a:ext cx="12192000" cy="6858000"/>
          </a:xfrm>
          <a:solidFill>
            <a:schemeClr val="bg2">
              <a:alpha val="80000"/>
            </a:schemeClr>
          </a:solidFill>
        </p:spPr>
        <p:txBody>
          <a:bodyPr/>
          <a:lstStyle>
            <a:lvl1pPr marL="0" indent="0">
              <a:spcBef>
                <a:spcPts val="0"/>
              </a:spcBef>
              <a:spcAft>
                <a:spcPts val="0"/>
              </a:spcAft>
              <a:buFontTx/>
              <a:buNone/>
              <a:defRPr sz="100" b="0">
                <a:noFill/>
              </a:defRPr>
            </a:lvl1pPr>
            <a:lvl2pPr marL="0" indent="0">
              <a:spcBef>
                <a:spcPts val="0"/>
              </a:spcBef>
              <a:spcAft>
                <a:spcPts val="0"/>
              </a:spcAft>
              <a:buFontTx/>
              <a:buNone/>
              <a:defRPr sz="100" b="0">
                <a:noFill/>
              </a:defRPr>
            </a:lvl2pPr>
            <a:lvl3pPr marL="0" indent="0">
              <a:spcBef>
                <a:spcPts val="0"/>
              </a:spcBef>
              <a:spcAft>
                <a:spcPts val="0"/>
              </a:spcAft>
              <a:buFontTx/>
              <a:buNone/>
              <a:defRPr sz="100" b="0">
                <a:noFill/>
              </a:defRPr>
            </a:lvl3pPr>
            <a:lvl4pPr marL="0" indent="0">
              <a:spcBef>
                <a:spcPts val="0"/>
              </a:spcBef>
              <a:spcAft>
                <a:spcPts val="0"/>
              </a:spcAft>
              <a:buFontTx/>
              <a:buNone/>
              <a:defRPr sz="100" b="0">
                <a:noFill/>
              </a:defRPr>
            </a:lvl4pPr>
            <a:lvl5pPr marL="0" indent="0">
              <a:spcBef>
                <a:spcPts val="0"/>
              </a:spcBef>
              <a:spcAft>
                <a:spcPts val="0"/>
              </a:spcAft>
              <a:buFontTx/>
              <a:buNone/>
              <a:defRPr sz="100" b="0">
                <a:noFill/>
              </a:defRPr>
            </a:lvl5pPr>
            <a:lvl6pPr marL="0" indent="0">
              <a:spcBef>
                <a:spcPts val="0"/>
              </a:spcBef>
              <a:spcAft>
                <a:spcPts val="0"/>
              </a:spcAft>
              <a:buFontTx/>
              <a:buNone/>
              <a:defRPr sz="100" b="0">
                <a:noFill/>
              </a:defRPr>
            </a:lvl6pPr>
            <a:lvl7pPr marL="0" indent="0">
              <a:spcBef>
                <a:spcPts val="0"/>
              </a:spcBef>
              <a:spcAft>
                <a:spcPts val="0"/>
              </a:spcAft>
              <a:buFontTx/>
              <a:buNone/>
              <a:defRPr sz="100" b="0">
                <a:noFill/>
              </a:defRPr>
            </a:lvl7pPr>
            <a:lvl8pPr marL="0" indent="0">
              <a:spcBef>
                <a:spcPts val="0"/>
              </a:spcBef>
              <a:spcAft>
                <a:spcPts val="0"/>
              </a:spcAft>
              <a:buFontTx/>
              <a:buNone/>
              <a:defRPr sz="100" b="0">
                <a:noFill/>
              </a:defRPr>
            </a:lvl8pPr>
            <a:lvl9pPr marL="0" indent="0">
              <a:spcBef>
                <a:spcPts val="0"/>
              </a:spcBef>
              <a:spcAft>
                <a:spcPts val="0"/>
              </a:spcAft>
              <a:buFontTx/>
              <a:buNone/>
              <a:defRPr sz="100" b="0">
                <a:noFill/>
              </a:defRPr>
            </a:lvl9pPr>
          </a:lstStyle>
          <a:p>
            <a:pPr lvl="0"/>
            <a:r>
              <a:rPr lang="de-DE" dirty="0"/>
              <a:t> </a:t>
            </a:r>
          </a:p>
        </p:txBody>
      </p:sp>
      <p:sp>
        <p:nvSpPr>
          <p:cNvPr id="14" name="Textplatzhalter">
            <a:extLst>
              <a:ext uri="{FF2B5EF4-FFF2-40B4-BE49-F238E27FC236}">
                <a16:creationId xmlns:a16="http://schemas.microsoft.com/office/drawing/2014/main" id="{41CA4ADD-D78B-A046-6D6E-AD8FDE3D8615}"/>
              </a:ext>
            </a:extLst>
          </p:cNvPr>
          <p:cNvSpPr>
            <a:spLocks noGrp="1"/>
          </p:cNvSpPr>
          <p:nvPr>
            <p:ph type="body" sz="quarter" idx="18" hasCustomPrompt="1"/>
          </p:nvPr>
        </p:nvSpPr>
        <p:spPr bwMode="gray">
          <a:xfrm>
            <a:off x="696001" y="5057005"/>
            <a:ext cx="5400000" cy="1107996"/>
          </a:xfrm>
        </p:spPr>
        <p:txBody>
          <a:bodyPr wrap="square" anchor="b" anchorCtr="0">
            <a:spAutoFit/>
          </a:bodyPr>
          <a:lstStyle>
            <a:lvl1pPr marL="0" indent="0">
              <a:lnSpc>
                <a:spcPct val="90000"/>
              </a:lnSpc>
              <a:spcBef>
                <a:spcPts val="0"/>
              </a:spcBef>
              <a:spcAft>
                <a:spcPts val="0"/>
              </a:spcAft>
              <a:buFontTx/>
              <a:buNone/>
              <a:defRPr sz="4000" b="1">
                <a:solidFill>
                  <a:schemeClr val="bg1"/>
                </a:solidFill>
                <a:latin typeface="+mj-lt"/>
              </a:defRPr>
            </a:lvl1pPr>
            <a:lvl2pPr marL="0" indent="0">
              <a:lnSpc>
                <a:spcPct val="90000"/>
              </a:lnSpc>
              <a:spcBef>
                <a:spcPts val="0"/>
              </a:spcBef>
              <a:spcAft>
                <a:spcPts val="0"/>
              </a:spcAft>
              <a:buFontTx/>
              <a:buNone/>
              <a:defRPr sz="4000" b="1">
                <a:solidFill>
                  <a:schemeClr val="bg1"/>
                </a:solidFill>
                <a:latin typeface="+mj-lt"/>
              </a:defRPr>
            </a:lvl2pPr>
            <a:lvl3pPr marL="0" indent="0">
              <a:lnSpc>
                <a:spcPct val="90000"/>
              </a:lnSpc>
              <a:spcBef>
                <a:spcPts val="0"/>
              </a:spcBef>
              <a:spcAft>
                <a:spcPts val="0"/>
              </a:spcAft>
              <a:buFontTx/>
              <a:buNone/>
              <a:defRPr sz="4000" b="1">
                <a:solidFill>
                  <a:schemeClr val="bg1"/>
                </a:solidFill>
                <a:latin typeface="+mj-lt"/>
              </a:defRPr>
            </a:lvl3pPr>
            <a:lvl4pPr marL="0" indent="0">
              <a:lnSpc>
                <a:spcPct val="90000"/>
              </a:lnSpc>
              <a:spcBef>
                <a:spcPts val="0"/>
              </a:spcBef>
              <a:spcAft>
                <a:spcPts val="0"/>
              </a:spcAft>
              <a:buFontTx/>
              <a:buNone/>
              <a:defRPr sz="4000" b="1">
                <a:solidFill>
                  <a:schemeClr val="bg1"/>
                </a:solidFill>
                <a:latin typeface="+mj-lt"/>
              </a:defRPr>
            </a:lvl4pPr>
            <a:lvl5pPr marL="0" indent="0">
              <a:lnSpc>
                <a:spcPct val="90000"/>
              </a:lnSpc>
              <a:spcBef>
                <a:spcPts val="0"/>
              </a:spcBef>
              <a:spcAft>
                <a:spcPts val="0"/>
              </a:spcAft>
              <a:buFontTx/>
              <a:buNone/>
              <a:defRPr sz="4000" b="1">
                <a:solidFill>
                  <a:schemeClr val="bg1"/>
                </a:solidFill>
                <a:latin typeface="+mj-lt"/>
              </a:defRPr>
            </a:lvl5pPr>
            <a:lvl6pPr marL="0" indent="0">
              <a:lnSpc>
                <a:spcPct val="90000"/>
              </a:lnSpc>
              <a:spcBef>
                <a:spcPts val="0"/>
              </a:spcBef>
              <a:spcAft>
                <a:spcPts val="0"/>
              </a:spcAft>
              <a:buFontTx/>
              <a:buNone/>
              <a:defRPr sz="4000" b="1">
                <a:solidFill>
                  <a:schemeClr val="bg1"/>
                </a:solidFill>
                <a:latin typeface="+mj-lt"/>
              </a:defRPr>
            </a:lvl6pPr>
            <a:lvl7pPr marL="0" indent="0">
              <a:lnSpc>
                <a:spcPct val="90000"/>
              </a:lnSpc>
              <a:spcBef>
                <a:spcPts val="0"/>
              </a:spcBef>
              <a:spcAft>
                <a:spcPts val="0"/>
              </a:spcAft>
              <a:buFontTx/>
              <a:buNone/>
              <a:defRPr sz="4000" b="1">
                <a:solidFill>
                  <a:schemeClr val="bg1"/>
                </a:solidFill>
                <a:latin typeface="+mj-lt"/>
              </a:defRPr>
            </a:lvl7pPr>
            <a:lvl8pPr marL="0" indent="0">
              <a:lnSpc>
                <a:spcPct val="90000"/>
              </a:lnSpc>
              <a:spcBef>
                <a:spcPts val="0"/>
              </a:spcBef>
              <a:spcAft>
                <a:spcPts val="0"/>
              </a:spcAft>
              <a:buFontTx/>
              <a:buNone/>
              <a:defRPr sz="4000" b="1">
                <a:solidFill>
                  <a:schemeClr val="bg1"/>
                </a:solidFill>
                <a:latin typeface="+mj-lt"/>
              </a:defRPr>
            </a:lvl8pPr>
            <a:lvl9pPr marL="0" indent="0">
              <a:lnSpc>
                <a:spcPct val="90000"/>
              </a:lnSpc>
              <a:spcBef>
                <a:spcPts val="0"/>
              </a:spcBef>
              <a:spcAft>
                <a:spcPts val="0"/>
              </a:spcAft>
              <a:buFontTx/>
              <a:buNone/>
              <a:defRPr sz="4000" b="1">
                <a:solidFill>
                  <a:schemeClr val="bg1"/>
                </a:solidFill>
                <a:latin typeface="+mj-lt"/>
              </a:defRPr>
            </a:lvl9pPr>
          </a:lstStyle>
          <a:p>
            <a:pPr lvl="0"/>
            <a:r>
              <a:rPr lang="de-DE" dirty="0"/>
              <a:t>Hier könnte kurze Aussage stehen</a:t>
            </a:r>
          </a:p>
        </p:txBody>
      </p:sp>
      <p:sp>
        <p:nvSpPr>
          <p:cNvPr id="12" name="Logo">
            <a:extLst>
              <a:ext uri="{FF2B5EF4-FFF2-40B4-BE49-F238E27FC236}">
                <a16:creationId xmlns:a16="http://schemas.microsoft.com/office/drawing/2014/main" id="{D920654A-CDF2-1EE4-1D99-B1A4C7A4C65D}"/>
              </a:ext>
              <a:ext uri="{C183D7F6-B498-43B3-948B-1728B52AA6E4}">
                <adec:decorative xmlns:adec="http://schemas.microsoft.com/office/drawing/2017/decorative" val="1"/>
              </a:ext>
            </a:extLst>
          </p:cNvPr>
          <p:cNvSpPr>
            <a:spLocks noGrp="1" noChangeAspect="1"/>
          </p:cNvSpPr>
          <p:nvPr>
            <p:ph type="body" sz="quarter" idx="14" hasCustomPrompt="1"/>
          </p:nvPr>
        </p:nvSpPr>
        <p:spPr bwMode="gray">
          <a:xfrm>
            <a:off x="10992001" y="483650"/>
            <a:ext cx="504000" cy="516923"/>
          </a:xfrm>
          <a:blipFill>
            <a:blip>
              <a:extLst>
                <a:ext uri="{96DAC541-7B7A-43D3-8B79-37D633B846F1}">
                  <asvg:svgBlip xmlns:asvg="http://schemas.microsoft.com/office/drawing/2016/SVG/main" r:embed="rId2"/>
                </a:ext>
              </a:extLst>
            </a:blip>
            <a:stretch>
              <a:fillRect/>
            </a:stretch>
          </a:blipFill>
          <a:ln>
            <a:noFill/>
          </a:ln>
        </p:spPr>
        <p:txBody>
          <a:bodyPr/>
          <a:lstStyle>
            <a:lvl1pPr marL="0" indent="0">
              <a:spcBef>
                <a:spcPts val="0"/>
              </a:spcBef>
              <a:spcAft>
                <a:spcPts val="0"/>
              </a:spcAft>
              <a:buFontTx/>
              <a:buNone/>
              <a:defRPr sz="100" b="0">
                <a:noFill/>
                <a:latin typeface="+mn-lt"/>
              </a:defRPr>
            </a:lvl1pPr>
            <a:lvl2pPr marL="0" indent="0">
              <a:spcBef>
                <a:spcPts val="0"/>
              </a:spcBef>
              <a:spcAft>
                <a:spcPts val="0"/>
              </a:spcAft>
              <a:buFontTx/>
              <a:buNone/>
              <a:defRPr sz="100" b="0">
                <a:noFill/>
                <a:latin typeface="+mn-lt"/>
              </a:defRPr>
            </a:lvl2pPr>
            <a:lvl3pPr marL="0" indent="0">
              <a:spcBef>
                <a:spcPts val="0"/>
              </a:spcBef>
              <a:spcAft>
                <a:spcPts val="0"/>
              </a:spcAft>
              <a:buFontTx/>
              <a:buNone/>
              <a:defRPr sz="100" b="0">
                <a:noFill/>
                <a:latin typeface="+mn-lt"/>
              </a:defRPr>
            </a:lvl3pPr>
            <a:lvl4pPr marL="0" indent="0">
              <a:spcBef>
                <a:spcPts val="0"/>
              </a:spcBef>
              <a:spcAft>
                <a:spcPts val="0"/>
              </a:spcAft>
              <a:buFontTx/>
              <a:buNone/>
              <a:defRPr sz="100" b="0">
                <a:noFill/>
                <a:latin typeface="+mn-lt"/>
              </a:defRPr>
            </a:lvl4pPr>
            <a:lvl5pPr marL="0" indent="0">
              <a:spcBef>
                <a:spcPts val="0"/>
              </a:spcBef>
              <a:spcAft>
                <a:spcPts val="0"/>
              </a:spcAft>
              <a:buFontTx/>
              <a:buNone/>
              <a:defRPr sz="100" b="0">
                <a:noFill/>
                <a:latin typeface="+mn-lt"/>
              </a:defRPr>
            </a:lvl5pPr>
            <a:lvl6pPr marL="0" indent="0">
              <a:spcBef>
                <a:spcPts val="0"/>
              </a:spcBef>
              <a:spcAft>
                <a:spcPts val="0"/>
              </a:spcAft>
              <a:buFontTx/>
              <a:buNone/>
              <a:defRPr sz="100" b="0">
                <a:noFill/>
                <a:latin typeface="+mn-lt"/>
              </a:defRPr>
            </a:lvl6pPr>
            <a:lvl7pPr marL="0" indent="0">
              <a:spcBef>
                <a:spcPts val="0"/>
              </a:spcBef>
              <a:spcAft>
                <a:spcPts val="0"/>
              </a:spcAft>
              <a:buFontTx/>
              <a:buNone/>
              <a:defRPr sz="100" b="0">
                <a:noFill/>
                <a:latin typeface="+mn-lt"/>
              </a:defRPr>
            </a:lvl7pPr>
            <a:lvl8pPr marL="0" indent="0">
              <a:spcBef>
                <a:spcPts val="0"/>
              </a:spcBef>
              <a:spcAft>
                <a:spcPts val="0"/>
              </a:spcAft>
              <a:buFontTx/>
              <a:buNone/>
              <a:defRPr sz="100" b="0">
                <a:noFill/>
                <a:latin typeface="+mn-lt"/>
              </a:defRPr>
            </a:lvl8pPr>
            <a:lvl9pPr marL="0" indent="0">
              <a:spcBef>
                <a:spcPts val="0"/>
              </a:spcBef>
              <a:spcAft>
                <a:spcPts val="0"/>
              </a:spcAft>
              <a:buFontTx/>
              <a:buNone/>
              <a:defRPr sz="100" b="0">
                <a:noFill/>
                <a:latin typeface="+mn-lt"/>
              </a:defRPr>
            </a:lvl9pPr>
          </a:lstStyle>
          <a:p>
            <a:pPr lvl="0"/>
            <a:r>
              <a:rPr lang="de-DE" dirty="0"/>
              <a:t> </a:t>
            </a:r>
          </a:p>
        </p:txBody>
      </p:sp>
    </p:spTree>
    <p:extLst>
      <p:ext uri="{BB962C8B-B14F-4D97-AF65-F5344CB8AC3E}">
        <p14:creationId xmlns:p14="http://schemas.microsoft.com/office/powerpoint/2010/main" val="23913895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 Id="rId26"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eitenzahl">
            <a:extLst>
              <a:ext uri="{FF2B5EF4-FFF2-40B4-BE49-F238E27FC236}">
                <a16:creationId xmlns:a16="http://schemas.microsoft.com/office/drawing/2014/main" id="{65398FD5-9BF3-28FF-7DED-0D9B073604A6}"/>
              </a:ext>
              <a:ext uri="{C183D7F6-B498-43B3-948B-1728B52AA6E4}">
                <adec:decorative xmlns:adec="http://schemas.microsoft.com/office/drawing/2017/decorative" val="0"/>
              </a:ext>
            </a:extLst>
          </p:cNvPr>
          <p:cNvSpPr>
            <a:spLocks noGrp="1"/>
          </p:cNvSpPr>
          <p:nvPr>
            <p:ph type="sldNum" sz="quarter" idx="4"/>
          </p:nvPr>
        </p:nvSpPr>
        <p:spPr bwMode="gray">
          <a:xfrm>
            <a:off x="10992000" y="6439500"/>
            <a:ext cx="504000" cy="144000"/>
          </a:xfrm>
          <a:prstGeom prst="rect">
            <a:avLst/>
          </a:prstGeom>
        </p:spPr>
        <p:txBody>
          <a:bodyPr vert="horz" lIns="0" tIns="0" rIns="0" bIns="0" rtlCol="0" anchor="ctr"/>
          <a:lstStyle>
            <a:lvl1pPr algn="r">
              <a:defRPr sz="800" b="0">
                <a:solidFill>
                  <a:schemeClr val="tx1"/>
                </a:solidFill>
              </a:defRPr>
            </a:lvl1pPr>
          </a:lstStyle>
          <a:p>
            <a:fld id="{D836C0FE-70CA-4950-82D6-CF602CC2B770}" type="slidenum">
              <a:rPr lang="de-DE" smtClean="0"/>
              <a:pPr/>
              <a:t>‹Nr.›</a:t>
            </a:fld>
            <a:endParaRPr lang="de-DE" dirty="0"/>
          </a:p>
        </p:txBody>
      </p:sp>
      <p:sp>
        <p:nvSpPr>
          <p:cNvPr id="2" name="Titelplatzhalter">
            <a:extLst>
              <a:ext uri="{FF2B5EF4-FFF2-40B4-BE49-F238E27FC236}">
                <a16:creationId xmlns:a16="http://schemas.microsoft.com/office/drawing/2014/main" id="{7342B4B8-4BA9-1581-A621-9357C5FCC0CE}"/>
              </a:ext>
            </a:extLst>
          </p:cNvPr>
          <p:cNvSpPr>
            <a:spLocks noGrp="1"/>
          </p:cNvSpPr>
          <p:nvPr>
            <p:ph type="title"/>
          </p:nvPr>
        </p:nvSpPr>
        <p:spPr bwMode="gray">
          <a:xfrm>
            <a:off x="695325" y="693000"/>
            <a:ext cx="9360675" cy="792000"/>
          </a:xfrm>
          <a:prstGeom prst="rect">
            <a:avLst/>
          </a:prstGeom>
        </p:spPr>
        <p:txBody>
          <a:bodyPr vert="horz" lIns="0" tIns="0" rIns="0" bIns="0" rtlCol="0" anchor="t" anchorCtr="0">
            <a:noAutofit/>
          </a:bodyPr>
          <a:lstStyle/>
          <a:p>
            <a:r>
              <a:rPr lang="de-DE" dirty="0"/>
              <a:t>Titelmasterformat durch Klicken bearbeiten</a:t>
            </a:r>
          </a:p>
        </p:txBody>
      </p:sp>
      <p:sp>
        <p:nvSpPr>
          <p:cNvPr id="3" name="Textplatzhalter">
            <a:extLst>
              <a:ext uri="{FF2B5EF4-FFF2-40B4-BE49-F238E27FC236}">
                <a16:creationId xmlns:a16="http://schemas.microsoft.com/office/drawing/2014/main" id="{EF175F3C-62B0-3BD8-C2DE-1A89AD85A9F7}"/>
              </a:ext>
            </a:extLst>
          </p:cNvPr>
          <p:cNvSpPr>
            <a:spLocks noGrp="1"/>
          </p:cNvSpPr>
          <p:nvPr>
            <p:ph type="body" idx="1"/>
          </p:nvPr>
        </p:nvSpPr>
        <p:spPr bwMode="gray">
          <a:xfrm>
            <a:off x="695325" y="1845000"/>
            <a:ext cx="10801350" cy="4319264"/>
          </a:xfrm>
          <a:prstGeom prst="rect">
            <a:avLst/>
          </a:prstGeom>
        </p:spPr>
        <p:txBody>
          <a:bodyPr vert="horz" lIns="0" tIns="0" rIns="0" bIns="0" rtlCol="0">
            <a:noAutofit/>
          </a:bodyPr>
          <a:lstStyle/>
          <a:p>
            <a:pPr lvl="0"/>
            <a:r>
              <a:rPr lang="de-DE" dirty="0"/>
              <a:t>Das ist ein Fließtext. Nutzen Sie die Schaltflächen „Listenebene erhöhen“ bzw. „verringern“ (auf der Registerlasche „Start“), um die vordefinierten Textformatierungen anzusteuern.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
            <a:extLst>
              <a:ext uri="{FF2B5EF4-FFF2-40B4-BE49-F238E27FC236}">
                <a16:creationId xmlns:a16="http://schemas.microsoft.com/office/drawing/2014/main" id="{2B378339-9E79-231D-A5AF-97105D3C5200}"/>
              </a:ext>
              <a:ext uri="{C183D7F6-B498-43B3-948B-1728B52AA6E4}">
                <adec:decorative xmlns:adec="http://schemas.microsoft.com/office/drawing/2017/decorative" val="1"/>
              </a:ext>
            </a:extLst>
          </p:cNvPr>
          <p:cNvSpPr>
            <a:spLocks noGrp="1"/>
          </p:cNvSpPr>
          <p:nvPr>
            <p:ph type="dt" sz="half" idx="2"/>
          </p:nvPr>
        </p:nvSpPr>
        <p:spPr bwMode="gray">
          <a:xfrm>
            <a:off x="696000" y="6439500"/>
            <a:ext cx="792000" cy="144000"/>
          </a:xfrm>
          <a:prstGeom prst="rect">
            <a:avLst/>
          </a:prstGeom>
        </p:spPr>
        <p:txBody>
          <a:bodyPr vert="horz" lIns="0" tIns="0" rIns="0" bIns="0" rtlCol="0" anchor="ctr"/>
          <a:lstStyle>
            <a:lvl1pPr algn="l">
              <a:defRPr sz="800">
                <a:solidFill>
                  <a:schemeClr val="tx1"/>
                </a:solidFill>
              </a:defRPr>
            </a:lvl1pPr>
          </a:lstStyle>
          <a:p>
            <a:fld id="{B91A688C-07E3-40B6-AA7A-CB292645DD3B}" type="datetime1">
              <a:rPr lang="en-US" smtClean="0"/>
              <a:t>6/9/2026</a:t>
            </a:fld>
            <a:endParaRPr lang="de-DE" dirty="0"/>
          </a:p>
        </p:txBody>
      </p:sp>
      <p:sp>
        <p:nvSpPr>
          <p:cNvPr id="5" name="Fußzeile">
            <a:extLst>
              <a:ext uri="{FF2B5EF4-FFF2-40B4-BE49-F238E27FC236}">
                <a16:creationId xmlns:a16="http://schemas.microsoft.com/office/drawing/2014/main" id="{ADFC89BB-31A4-FB0C-2C15-0120E1FE9686}"/>
              </a:ext>
              <a:ext uri="{C183D7F6-B498-43B3-948B-1728B52AA6E4}">
                <adec:decorative xmlns:adec="http://schemas.microsoft.com/office/drawing/2017/decorative" val="1"/>
              </a:ext>
            </a:extLst>
          </p:cNvPr>
          <p:cNvSpPr>
            <a:spLocks noGrp="1"/>
          </p:cNvSpPr>
          <p:nvPr>
            <p:ph type="ftr" sz="quarter" idx="3"/>
          </p:nvPr>
        </p:nvSpPr>
        <p:spPr bwMode="gray">
          <a:xfrm>
            <a:off x="1560000" y="6439500"/>
            <a:ext cx="9360000" cy="144000"/>
          </a:xfrm>
          <a:prstGeom prst="rect">
            <a:avLst/>
          </a:prstGeom>
        </p:spPr>
        <p:txBody>
          <a:bodyPr vert="horz" lIns="0" tIns="0" rIns="0" bIns="0" rtlCol="0" anchor="ctr"/>
          <a:lstStyle>
            <a:lvl1pPr algn="l">
              <a:defRPr sz="800">
                <a:solidFill>
                  <a:schemeClr val="tx1"/>
                </a:solidFill>
              </a:defRPr>
            </a:lvl1pPr>
          </a:lstStyle>
          <a:p>
            <a:r>
              <a:rPr lang="en-US"/>
              <a:t>Firstname Lastname:  Thesis Title </a:t>
            </a:r>
            <a:endParaRPr lang="de-DE" dirty="0"/>
          </a:p>
        </p:txBody>
      </p:sp>
      <p:grpSp>
        <p:nvGrpSpPr>
          <p:cNvPr id="57" name="Gruppieren 56">
            <a:extLst>
              <a:ext uri="{FF2B5EF4-FFF2-40B4-BE49-F238E27FC236}">
                <a16:creationId xmlns:a16="http://schemas.microsoft.com/office/drawing/2014/main" id="{70E6F260-5B6B-E6BA-7AE8-C81A29C8C1CE}"/>
              </a:ext>
              <a:ext uri="{C183D7F6-B498-43B3-948B-1728B52AA6E4}">
                <adec:decorative xmlns:adec="http://schemas.microsoft.com/office/drawing/2017/decorative" val="1"/>
              </a:ext>
            </a:extLst>
          </p:cNvPr>
          <p:cNvGrpSpPr/>
          <p:nvPr userDrawn="1"/>
        </p:nvGrpSpPr>
        <p:grpSpPr bwMode="gray">
          <a:xfrm>
            <a:off x="-168000" y="693000"/>
            <a:ext cx="72000" cy="5472000"/>
            <a:chOff x="-168000" y="693000"/>
            <a:chExt cx="72000" cy="5472000"/>
          </a:xfrm>
        </p:grpSpPr>
        <p:cxnSp>
          <p:nvCxnSpPr>
            <p:cNvPr id="58" name="Gerader Verbinder 57">
              <a:extLst>
                <a:ext uri="{FF2B5EF4-FFF2-40B4-BE49-F238E27FC236}">
                  <a16:creationId xmlns:a16="http://schemas.microsoft.com/office/drawing/2014/main" id="{9CE92DE1-673B-26F8-5C3A-038AF76C45EA}"/>
                </a:ext>
              </a:extLst>
            </p:cNvPr>
            <p:cNvCxnSpPr>
              <a:cxnSpLocks/>
            </p:cNvCxnSpPr>
            <p:nvPr userDrawn="1"/>
          </p:nvCxnSpPr>
          <p:spPr bwMode="gray">
            <a:xfrm>
              <a:off x="-168000" y="184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9" name="Gerader Verbinder 58">
              <a:extLst>
                <a:ext uri="{FF2B5EF4-FFF2-40B4-BE49-F238E27FC236}">
                  <a16:creationId xmlns:a16="http://schemas.microsoft.com/office/drawing/2014/main" id="{2CCFAADA-1A7F-A8B8-E1B1-83852B2604B3}"/>
                </a:ext>
              </a:extLst>
            </p:cNvPr>
            <p:cNvCxnSpPr>
              <a:cxnSpLocks/>
            </p:cNvCxnSpPr>
            <p:nvPr userDrawn="1"/>
          </p:nvCxnSpPr>
          <p:spPr bwMode="gray">
            <a:xfrm>
              <a:off x="-168000" y="6165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0" name="Gerader Verbinder 59">
              <a:extLst>
                <a:ext uri="{FF2B5EF4-FFF2-40B4-BE49-F238E27FC236}">
                  <a16:creationId xmlns:a16="http://schemas.microsoft.com/office/drawing/2014/main" id="{2FDB1CBD-B743-8109-6C60-DB9675A8178E}"/>
                </a:ext>
              </a:extLst>
            </p:cNvPr>
            <p:cNvCxnSpPr>
              <a:cxnSpLocks/>
            </p:cNvCxnSpPr>
            <p:nvPr userDrawn="1"/>
          </p:nvCxnSpPr>
          <p:spPr bwMode="gray">
            <a:xfrm>
              <a:off x="-168000" y="693000"/>
              <a:ext cx="7200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61" name="Gruppieren 60">
            <a:extLst>
              <a:ext uri="{FF2B5EF4-FFF2-40B4-BE49-F238E27FC236}">
                <a16:creationId xmlns:a16="http://schemas.microsoft.com/office/drawing/2014/main" id="{7175DF0B-645D-8CFE-1723-CB46F027CD1D}"/>
              </a:ext>
              <a:ext uri="{C183D7F6-B498-43B3-948B-1728B52AA6E4}">
                <adec:decorative xmlns:adec="http://schemas.microsoft.com/office/drawing/2017/decorative" val="1"/>
              </a:ext>
            </a:extLst>
          </p:cNvPr>
          <p:cNvGrpSpPr/>
          <p:nvPr userDrawn="1"/>
        </p:nvGrpSpPr>
        <p:grpSpPr bwMode="gray">
          <a:xfrm>
            <a:off x="696000" y="-171000"/>
            <a:ext cx="10800000" cy="72000"/>
            <a:chOff x="696000" y="-171000"/>
            <a:chExt cx="10800000" cy="72000"/>
          </a:xfrm>
        </p:grpSpPr>
        <p:cxnSp>
          <p:nvCxnSpPr>
            <p:cNvPr id="62" name="Gerader Verbinder 61">
              <a:extLst>
                <a:ext uri="{FF2B5EF4-FFF2-40B4-BE49-F238E27FC236}">
                  <a16:creationId xmlns:a16="http://schemas.microsoft.com/office/drawing/2014/main" id="{F70F7F1A-06A7-BE9B-CA4E-4F13B09E5D9E}"/>
                </a:ext>
              </a:extLst>
            </p:cNvPr>
            <p:cNvCxnSpPr>
              <a:cxnSpLocks/>
            </p:cNvCxnSpPr>
            <p:nvPr userDrawn="1"/>
          </p:nvCxnSpPr>
          <p:spPr bwMode="gray">
            <a:xfrm>
              <a:off x="6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1D2C61E1-60F0-20D8-92CD-DABDFA5A03EA}"/>
                </a:ext>
              </a:extLst>
            </p:cNvPr>
            <p:cNvCxnSpPr>
              <a:cxnSpLocks/>
            </p:cNvCxnSpPr>
            <p:nvPr userDrawn="1"/>
          </p:nvCxnSpPr>
          <p:spPr bwMode="gray">
            <a:xfrm>
              <a:off x="11496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05107475-8CCC-88DC-7EC1-9974CB7A041E}"/>
                </a:ext>
              </a:extLst>
            </p:cNvPr>
            <p:cNvCxnSpPr>
              <a:cxnSpLocks/>
            </p:cNvCxnSpPr>
            <p:nvPr userDrawn="1"/>
          </p:nvCxnSpPr>
          <p:spPr bwMode="gray">
            <a:xfrm>
              <a:off x="213556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Gerader Verbinder 64">
              <a:extLst>
                <a:ext uri="{FF2B5EF4-FFF2-40B4-BE49-F238E27FC236}">
                  <a16:creationId xmlns:a16="http://schemas.microsoft.com/office/drawing/2014/main" id="{90FD98A2-DADB-CF34-9CEA-BE457997C712}"/>
                </a:ext>
              </a:extLst>
            </p:cNvPr>
            <p:cNvCxnSpPr>
              <a:cxnSpLocks/>
            </p:cNvCxnSpPr>
            <p:nvPr userDrawn="1"/>
          </p:nvCxnSpPr>
          <p:spPr bwMode="gray">
            <a:xfrm>
              <a:off x="256766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6" name="Gerader Verbinder 65">
              <a:extLst>
                <a:ext uri="{FF2B5EF4-FFF2-40B4-BE49-F238E27FC236}">
                  <a16:creationId xmlns:a16="http://schemas.microsoft.com/office/drawing/2014/main" id="{E21EB5D8-DDEB-2249-B195-4ED838937C74}"/>
                </a:ext>
              </a:extLst>
            </p:cNvPr>
            <p:cNvCxnSpPr>
              <a:cxnSpLocks/>
            </p:cNvCxnSpPr>
            <p:nvPr userDrawn="1"/>
          </p:nvCxnSpPr>
          <p:spPr bwMode="gray">
            <a:xfrm>
              <a:off x="4007763"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1E9BF006-29C8-C40B-7D2D-6D3D8A6F7C09}"/>
                </a:ext>
              </a:extLst>
            </p:cNvPr>
            <p:cNvCxnSpPr>
              <a:cxnSpLocks/>
            </p:cNvCxnSpPr>
            <p:nvPr userDrawn="1"/>
          </p:nvCxnSpPr>
          <p:spPr bwMode="gray">
            <a:xfrm>
              <a:off x="443987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CC4EBA89-B7C8-BC11-E261-E52950B5A709}"/>
                </a:ext>
              </a:extLst>
            </p:cNvPr>
            <p:cNvCxnSpPr>
              <a:cxnSpLocks/>
            </p:cNvCxnSpPr>
            <p:nvPr userDrawn="1"/>
          </p:nvCxnSpPr>
          <p:spPr bwMode="gray">
            <a:xfrm>
              <a:off x="587997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9" name="Gerader Verbinder 68">
              <a:extLst>
                <a:ext uri="{FF2B5EF4-FFF2-40B4-BE49-F238E27FC236}">
                  <a16:creationId xmlns:a16="http://schemas.microsoft.com/office/drawing/2014/main" id="{4084141B-5223-2745-80DB-D9A20AEF7FC1}"/>
                </a:ext>
              </a:extLst>
            </p:cNvPr>
            <p:cNvCxnSpPr>
              <a:cxnSpLocks/>
            </p:cNvCxnSpPr>
            <p:nvPr userDrawn="1"/>
          </p:nvCxnSpPr>
          <p:spPr bwMode="gray">
            <a:xfrm>
              <a:off x="631208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0" name="Gerader Verbinder 69">
              <a:extLst>
                <a:ext uri="{FF2B5EF4-FFF2-40B4-BE49-F238E27FC236}">
                  <a16:creationId xmlns:a16="http://schemas.microsoft.com/office/drawing/2014/main" id="{EEE455F4-4B7A-824A-1085-4854FE501E98}"/>
                </a:ext>
              </a:extLst>
            </p:cNvPr>
            <p:cNvCxnSpPr>
              <a:cxnSpLocks/>
            </p:cNvCxnSpPr>
            <p:nvPr userDrawn="1"/>
          </p:nvCxnSpPr>
          <p:spPr bwMode="gray">
            <a:xfrm>
              <a:off x="7752184"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1" name="Gerader Verbinder 70">
              <a:extLst>
                <a:ext uri="{FF2B5EF4-FFF2-40B4-BE49-F238E27FC236}">
                  <a16:creationId xmlns:a16="http://schemas.microsoft.com/office/drawing/2014/main" id="{BA29A306-195C-8694-3DC1-5FBE80F0C697}"/>
                </a:ext>
              </a:extLst>
            </p:cNvPr>
            <p:cNvCxnSpPr>
              <a:cxnSpLocks/>
            </p:cNvCxnSpPr>
            <p:nvPr userDrawn="1"/>
          </p:nvCxnSpPr>
          <p:spPr bwMode="gray">
            <a:xfrm>
              <a:off x="8184000"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2" name="Gerader Verbinder 71">
              <a:extLst>
                <a:ext uri="{FF2B5EF4-FFF2-40B4-BE49-F238E27FC236}">
                  <a16:creationId xmlns:a16="http://schemas.microsoft.com/office/drawing/2014/main" id="{25DC1055-E4A8-2F1E-BDAE-36F9E763476A}"/>
                </a:ext>
              </a:extLst>
            </p:cNvPr>
            <p:cNvCxnSpPr>
              <a:cxnSpLocks/>
            </p:cNvCxnSpPr>
            <p:nvPr userDrawn="1"/>
          </p:nvCxnSpPr>
          <p:spPr bwMode="gray">
            <a:xfrm>
              <a:off x="9624392"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73" name="Gerader Verbinder 72">
              <a:extLst>
                <a:ext uri="{FF2B5EF4-FFF2-40B4-BE49-F238E27FC236}">
                  <a16:creationId xmlns:a16="http://schemas.microsoft.com/office/drawing/2014/main" id="{24FEEFB3-B615-2AC5-0708-72A2CE09D5D2}"/>
                </a:ext>
              </a:extLst>
            </p:cNvPr>
            <p:cNvCxnSpPr>
              <a:cxnSpLocks/>
            </p:cNvCxnSpPr>
            <p:nvPr userDrawn="1"/>
          </p:nvCxnSpPr>
          <p:spPr bwMode="gray">
            <a:xfrm>
              <a:off x="10056496" y="-171000"/>
              <a:ext cx="0" cy="720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pic>
        <p:nvPicPr>
          <p:cNvPr id="8" name="Logo">
            <a:extLst>
              <a:ext uri="{FF2B5EF4-FFF2-40B4-BE49-F238E27FC236}">
                <a16:creationId xmlns:a16="http://schemas.microsoft.com/office/drawing/2014/main" id="{628A09EA-4660-9CA7-424A-93A27980344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tretch>
            <a:fillRect/>
          </a:stretch>
        </p:blipFill>
        <p:spPr bwMode="gray">
          <a:xfrm>
            <a:off x="10992001" y="483651"/>
            <a:ext cx="504000" cy="516956"/>
          </a:xfrm>
          <a:prstGeom prst="rect">
            <a:avLst/>
          </a:prstGeom>
        </p:spPr>
      </p:pic>
    </p:spTree>
    <p:extLst>
      <p:ext uri="{BB962C8B-B14F-4D97-AF65-F5344CB8AC3E}">
        <p14:creationId xmlns:p14="http://schemas.microsoft.com/office/powerpoint/2010/main" val="2449632651"/>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61" r:id="rId3"/>
    <p:sldLayoutId id="2147483662" r:id="rId4"/>
    <p:sldLayoutId id="2147483651" r:id="rId5"/>
    <p:sldLayoutId id="2147483650" r:id="rId6"/>
    <p:sldLayoutId id="2147483686" r:id="rId7"/>
    <p:sldLayoutId id="2147483652" r:id="rId8"/>
    <p:sldLayoutId id="2147483654" r:id="rId9"/>
    <p:sldLayoutId id="2147483655" r:id="rId10"/>
    <p:sldLayoutId id="2147483687" r:id="rId11"/>
    <p:sldLayoutId id="2147483688" r:id="rId12"/>
    <p:sldLayoutId id="2147483690" r:id="rId13"/>
    <p:sldLayoutId id="2147483692" r:id="rId14"/>
    <p:sldLayoutId id="2147483689" r:id="rId15"/>
    <p:sldLayoutId id="2147483691" r:id="rId16"/>
    <p:sldLayoutId id="2147483693" r:id="rId17"/>
    <p:sldLayoutId id="2147483694" r:id="rId18"/>
    <p:sldLayoutId id="2147483695" r:id="rId19"/>
    <p:sldLayoutId id="2147483696" r:id="rId20"/>
    <p:sldLayoutId id="2147483697" r:id="rId21"/>
    <p:sldLayoutId id="2147483698" r:id="rId22"/>
    <p:sldLayoutId id="2147483699" r:id="rId23"/>
    <p:sldLayoutId id="2147483700" r:id="rId24"/>
  </p:sldLayoutIdLst>
  <p:hf hdr="0"/>
  <p:txStyles>
    <p:titleStyle>
      <a:lvl1pPr algn="l" defTabSz="914400" rtl="0" eaLnBrk="1" latinLnBrk="0" hangingPunct="1">
        <a:lnSpc>
          <a:spcPct val="90000"/>
        </a:lnSpc>
        <a:spcBef>
          <a:spcPct val="0"/>
        </a:spcBef>
        <a:buNone/>
        <a:defRPr sz="2800" b="1"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spcAft>
          <a:spcPts val="300"/>
        </a:spcAft>
        <a:buFontTx/>
        <a:buNone/>
        <a:defRPr sz="1600" kern="1200">
          <a:solidFill>
            <a:schemeClr val="tx1"/>
          </a:solidFill>
          <a:latin typeface="+mn-lt"/>
          <a:ea typeface="+mn-ea"/>
          <a:cs typeface="+mn-cs"/>
        </a:defRPr>
      </a:lvl1pPr>
      <a:lvl2pPr marL="0" indent="0" algn="l" defTabSz="914400" rtl="0" eaLnBrk="1" latinLnBrk="0" hangingPunct="1">
        <a:lnSpc>
          <a:spcPct val="120000"/>
        </a:lnSpc>
        <a:spcBef>
          <a:spcPts val="1400"/>
        </a:spcBef>
        <a:buFontTx/>
        <a:buNone/>
        <a:defRPr sz="1800" b="1" kern="1200">
          <a:solidFill>
            <a:schemeClr val="bg2"/>
          </a:solidFill>
          <a:latin typeface="+mj-lt"/>
          <a:ea typeface="+mn-ea"/>
          <a:cs typeface="+mn-cs"/>
        </a:defRPr>
      </a:lvl2pPr>
      <a:lvl3pPr marL="18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3pPr>
      <a:lvl4pPr marL="360000" indent="-180000" algn="l" defTabSz="914400" rtl="0" eaLnBrk="1" latinLnBrk="0" hangingPunct="1">
        <a:lnSpc>
          <a:spcPct val="120000"/>
        </a:lnSpc>
        <a:spcBef>
          <a:spcPts val="800"/>
        </a:spcBef>
        <a:buFont typeface="Arial" panose="020B0604020202020204" pitchFamily="34" charset="0"/>
        <a:buChar char="•"/>
        <a:defRPr sz="1600" kern="1200">
          <a:solidFill>
            <a:schemeClr val="tx1"/>
          </a:solidFill>
          <a:latin typeface="+mn-lt"/>
          <a:ea typeface="+mn-ea"/>
          <a:cs typeface="+mn-cs"/>
        </a:defRPr>
      </a:lvl4pPr>
      <a:lvl5pPr marL="0" indent="0" algn="l" defTabSz="914400" rtl="0" eaLnBrk="1" latinLnBrk="0" hangingPunct="1">
        <a:lnSpc>
          <a:spcPct val="120000"/>
        </a:lnSpc>
        <a:spcBef>
          <a:spcPts val="600"/>
        </a:spcBef>
        <a:spcAft>
          <a:spcPts val="300"/>
        </a:spcAft>
        <a:buFontTx/>
        <a:buNone/>
        <a:defRPr sz="1200" kern="1200">
          <a:solidFill>
            <a:schemeClr val="tx1"/>
          </a:solidFill>
          <a:latin typeface="+mn-lt"/>
          <a:ea typeface="+mn-ea"/>
          <a:cs typeface="+mn-cs"/>
        </a:defRPr>
      </a:lvl5pPr>
      <a:lvl6pPr marL="0" indent="0" algn="l" defTabSz="914400" rtl="0" eaLnBrk="1" latinLnBrk="0" hangingPunct="1">
        <a:lnSpc>
          <a:spcPct val="120000"/>
        </a:lnSpc>
        <a:spcBef>
          <a:spcPts val="1200"/>
        </a:spcBef>
        <a:buFontTx/>
        <a:buNone/>
        <a:defRPr sz="1400" b="1" kern="1200">
          <a:solidFill>
            <a:schemeClr val="bg2"/>
          </a:solidFill>
          <a:latin typeface="+mj-lt"/>
          <a:ea typeface="+mn-ea"/>
          <a:cs typeface="+mn-cs"/>
        </a:defRPr>
      </a:lvl6pPr>
      <a:lvl7pPr marL="144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7pPr>
      <a:lvl8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8pPr>
      <a:lvl9pPr marL="288000" indent="-1440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B55CDD0F-871C-3A57-9F8B-7C5F4283134E}"/>
              </a:ext>
            </a:extLst>
          </p:cNvPr>
          <p:cNvSpPr>
            <a:spLocks noGrp="1"/>
          </p:cNvSpPr>
          <p:nvPr>
            <p:ph type="body" sz="quarter" idx="14"/>
          </p:nvPr>
        </p:nvSpPr>
        <p:spPr>
          <a:xfrm>
            <a:off x="1955540" y="2276872"/>
            <a:ext cx="8280920" cy="3816424"/>
          </a:xfrm>
        </p:spPr>
        <p:txBody>
          <a:bodyPr/>
          <a:lstStyle/>
          <a:p>
            <a:pPr algn="ctr"/>
            <a:r>
              <a:rPr lang="en-US" dirty="0"/>
              <a:t>Fingerprint-Based Caching for </a:t>
            </a:r>
            <a:br>
              <a:rPr lang="en-US" dirty="0"/>
            </a:br>
            <a:r>
              <a:rPr lang="en-US" dirty="0"/>
              <a:t>Leave-One-Subject-Out Cross-Validation</a:t>
            </a:r>
            <a:br>
              <a:rPr lang="de-DE" dirty="0"/>
            </a:br>
            <a:r>
              <a:rPr lang="de-DE" sz="2400" dirty="0"/>
              <a:t>(</a:t>
            </a:r>
            <a:r>
              <a:rPr lang="en-US" sz="2400" dirty="0"/>
              <a:t>Eliminating Redundant Computation </a:t>
            </a:r>
            <a:br>
              <a:rPr lang="en-US" sz="2400" dirty="0"/>
            </a:br>
            <a:r>
              <a:rPr lang="en-US" sz="2400" dirty="0"/>
              <a:t>in Iterative ML Experimentation </a:t>
            </a:r>
            <a:br>
              <a:rPr lang="en-US" sz="2400" dirty="0"/>
            </a:br>
            <a:r>
              <a:rPr lang="en-US" sz="2400" dirty="0"/>
              <a:t>on EEG Sleep Staging</a:t>
            </a:r>
            <a:r>
              <a:rPr lang="de-DE" sz="2400" dirty="0"/>
              <a:t>)</a:t>
            </a:r>
          </a:p>
          <a:p>
            <a:pPr algn="ctr"/>
            <a:endParaRPr lang="de-DE" dirty="0"/>
          </a:p>
          <a:p>
            <a:pPr algn="ctr"/>
            <a:endParaRPr lang="de-DE" dirty="0"/>
          </a:p>
          <a:p>
            <a:pPr algn="ctr"/>
            <a:r>
              <a:rPr lang="de-DE" sz="1800" b="0" dirty="0"/>
              <a:t>Lennart Gorzel</a:t>
            </a:r>
            <a:br>
              <a:rPr lang="de-DE" sz="1800" b="0" dirty="0"/>
            </a:br>
            <a:r>
              <a:rPr lang="de-DE" sz="1800" b="0" dirty="0"/>
              <a:t>52418474</a:t>
            </a:r>
          </a:p>
          <a:p>
            <a:pPr algn="ctr"/>
            <a:r>
              <a:rPr lang="de-DE" sz="1800" b="0" dirty="0"/>
              <a:t>Bachelor Thesis</a:t>
            </a:r>
          </a:p>
        </p:txBody>
      </p:sp>
    </p:spTree>
    <p:extLst>
      <p:ext uri="{BB962C8B-B14F-4D97-AF65-F5344CB8AC3E}">
        <p14:creationId xmlns:p14="http://schemas.microsoft.com/office/powerpoint/2010/main" val="1064660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FD1A5-F176-C352-0DF6-58CCBE7710EC}"/>
              </a:ext>
            </a:extLst>
          </p:cNvPr>
          <p:cNvSpPr>
            <a:spLocks noGrp="1"/>
          </p:cNvSpPr>
          <p:nvPr>
            <p:ph type="title"/>
          </p:nvPr>
        </p:nvSpPr>
        <p:spPr/>
        <p:txBody>
          <a:bodyPr/>
          <a:lstStyle/>
          <a:p>
            <a:r>
              <a:rPr lang="de-DE" dirty="0"/>
              <a:t>Outline</a:t>
            </a:r>
            <a:endParaRPr lang="en-US" dirty="0"/>
          </a:p>
        </p:txBody>
      </p:sp>
      <p:sp>
        <p:nvSpPr>
          <p:cNvPr id="3" name="Content Placeholder 2">
            <a:extLst>
              <a:ext uri="{FF2B5EF4-FFF2-40B4-BE49-F238E27FC236}">
                <a16:creationId xmlns:a16="http://schemas.microsoft.com/office/drawing/2014/main" id="{152BDC7F-75C3-1D19-016D-BF85EFEBEDA8}"/>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400" b="0"/>
              <a:t>Motivation &amp; Research Questions</a:t>
            </a:r>
          </a:p>
          <a:p>
            <a:pPr>
              <a:spcBef>
                <a:spcPts val="800"/>
              </a:spcBef>
              <a:spcAft>
                <a:spcPts val="400"/>
              </a:spcAft>
            </a:pPr>
            <a:r>
              <a:rPr sz="2400" b="0"/>
              <a:t>State of the Art</a:t>
            </a:r>
          </a:p>
          <a:p>
            <a:pPr>
              <a:spcBef>
                <a:spcPts val="800"/>
              </a:spcBef>
              <a:spcAft>
                <a:spcPts val="400"/>
              </a:spcAft>
            </a:pPr>
            <a:r>
              <a:rPr sz="2400" b="0"/>
              <a:t>Model — The Fingerprint</a:t>
            </a:r>
          </a:p>
          <a:p>
            <a:pPr>
              <a:spcBef>
                <a:spcPts val="800"/>
              </a:spcBef>
              <a:spcAft>
                <a:spcPts val="400"/>
              </a:spcAft>
            </a:pPr>
            <a:r>
              <a:rPr sz="2400" b="0"/>
              <a:t>Implementation</a:t>
            </a:r>
          </a:p>
          <a:p>
            <a:pPr>
              <a:spcBef>
                <a:spcPts val="800"/>
              </a:spcBef>
              <a:spcAft>
                <a:spcPts val="400"/>
              </a:spcAft>
            </a:pPr>
            <a:r>
              <a:rPr sz="2400" b="0"/>
              <a:t>Results</a:t>
            </a:r>
          </a:p>
          <a:p>
            <a:pPr>
              <a:spcBef>
                <a:spcPts val="800"/>
              </a:spcBef>
              <a:spcAft>
                <a:spcPts val="400"/>
              </a:spcAft>
            </a:pPr>
            <a:r>
              <a:rPr sz="2400" b="0"/>
              <a:t>Conclusion</a:t>
            </a:r>
          </a:p>
        </p:txBody>
      </p:sp>
      <p:sp>
        <p:nvSpPr>
          <p:cNvPr id="5" name="Slide Number Placeholder 4">
            <a:extLst>
              <a:ext uri="{FF2B5EF4-FFF2-40B4-BE49-F238E27FC236}">
                <a16:creationId xmlns:a16="http://schemas.microsoft.com/office/drawing/2014/main" id="{4C616D31-19AB-D7B0-098E-3638F0ACC187}"/>
              </a:ext>
            </a:extLst>
          </p:cNvPr>
          <p:cNvSpPr>
            <a:spLocks noGrp="1"/>
          </p:cNvSpPr>
          <p:nvPr>
            <p:ph type="sldNum" sz="quarter" idx="12"/>
          </p:nvPr>
        </p:nvSpPr>
        <p:spPr/>
        <p:txBody>
          <a:bodyPr/>
          <a:lstStyle/>
          <a:p>
            <a:fld id="{D836C0FE-70CA-4950-82D6-CF602CC2B770}" type="slidenum">
              <a:rPr lang="de-DE" smtClean="0"/>
              <a:t>2</a:t>
            </a:fld>
            <a:endParaRPr lang="de-DE" dirty="0"/>
          </a:p>
        </p:txBody>
      </p:sp>
      <p:sp>
        <p:nvSpPr>
          <p:cNvPr id="6" name="Footer Placeholder 5">
            <a:extLst>
              <a:ext uri="{FF2B5EF4-FFF2-40B4-BE49-F238E27FC236}">
                <a16:creationId xmlns:a16="http://schemas.microsoft.com/office/drawing/2014/main" id="{7584B50F-E00D-1BFB-0031-1F12466BF80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FA31004C-1A0C-97AE-2904-8D07D2A7B35A}"/>
              </a:ext>
            </a:extLst>
          </p:cNvPr>
          <p:cNvSpPr>
            <a:spLocks noGrp="1"/>
          </p:cNvSpPr>
          <p:nvPr>
            <p:ph type="dt" sz="half" idx="10"/>
          </p:nvPr>
        </p:nvSpPr>
        <p:spPr/>
        <p:txBody>
          <a:bodyPr/>
          <a:lstStyle/>
          <a:p>
            <a:fld id="{5432C355-2C04-4127-840B-AECB702C8FCD}" type="datetime1">
              <a:rPr lang="en-US" smtClean="0"/>
              <a:t>6/9/2026</a:t>
            </a:fld>
            <a:endParaRPr lang="de-DE" dirty="0"/>
          </a:p>
        </p:txBody>
      </p:sp>
    </p:spTree>
    <p:extLst>
      <p:ext uri="{BB962C8B-B14F-4D97-AF65-F5344CB8AC3E}">
        <p14:creationId xmlns:p14="http://schemas.microsoft.com/office/powerpoint/2010/main" val="167931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8FF7D-24CA-E21A-8876-3BD147159702}"/>
              </a:ext>
            </a:extLst>
          </p:cNvPr>
          <p:cNvSpPr>
            <a:spLocks noGrp="1"/>
          </p:cNvSpPr>
          <p:nvPr>
            <p:ph type="title"/>
          </p:nvPr>
        </p:nvSpPr>
        <p:spPr>
          <a:xfrm>
            <a:off x="686386" y="746140"/>
            <a:ext cx="8928100" cy="792000"/>
          </a:xfrm>
        </p:spPr>
        <p:txBody>
          <a:bodyPr/>
          <a:lstStyle/>
          <a:p>
            <a:r>
              <a:rPr lang="de-DE" dirty="0"/>
              <a:t>Motivation</a:t>
            </a:r>
            <a:endParaRPr lang="en-US" dirty="0"/>
          </a:p>
        </p:txBody>
      </p:sp>
      <p:sp>
        <p:nvSpPr>
          <p:cNvPr id="3" name="Content Placeholder 2">
            <a:extLst>
              <a:ext uri="{FF2B5EF4-FFF2-40B4-BE49-F238E27FC236}">
                <a16:creationId xmlns:a16="http://schemas.microsoft.com/office/drawing/2014/main" id="{61D818FD-F4EF-BF1D-027A-6BCA6DE2EB58}"/>
              </a:ext>
            </a:extLst>
          </p:cNvPr>
          <p:cNvSpPr>
            <a:spLocks noGrp="1"/>
          </p:cNvSpPr>
          <p:nvPr>
            <p:ph idx="1"/>
          </p:nvPr>
        </p:nvSpPr>
        <p:spPr>
          <a:xfrm>
            <a:off x="686386" y="1528455"/>
            <a:ext cx="10873283" cy="4583405"/>
          </a:xfrm>
        </p:spPr>
        <p:txBody>
          <a:bodyPr wrap="square"/>
          <a:lstStyle/>
          <a:p>
            <a:pPr>
              <a:spcBef>
                <a:spcPts val="800"/>
              </a:spcBef>
              <a:spcAft>
                <a:spcPts val="400"/>
              </a:spcAft>
            </a:pPr>
            <a:r>
              <a:rPr sz="2000" b="1">
                <a:solidFill>
                  <a:srgbClr val="FF9E1B"/>
                </a:solidFill>
              </a:rPr>
              <a:t>Context</a:t>
            </a:r>
            <a:endParaRPr lang="de-DE" b="1" dirty="0"/>
          </a:p>
          <a:p>
            <a:pPr lvl="1">
              <a:spcAft>
                <a:spcPts val="400"/>
              </a:spcAft>
            </a:pPr>
            <a:r>
              <a:rPr sz="1800" b="0"/>
              <a:t>EEG sleep staging — 128 subjects</a:t>
            </a:r>
          </a:p>
          <a:p>
            <a:pPr lvl="1">
              <a:spcAft>
                <a:spcPts val="400"/>
              </a:spcAft>
            </a:pPr>
            <a:r>
              <a:rPr sz="1800" b="0"/>
              <a:t>LOSO: one model per held-out subject</a:t>
            </a:r>
          </a:p>
          <a:p>
            <a:pPr>
              <a:spcBef>
                <a:spcPts val="800"/>
              </a:spcBef>
              <a:spcAft>
                <a:spcPts val="400"/>
              </a:spcAft>
            </a:pPr>
            <a:r>
              <a:rPr sz="2000" b="1">
                <a:solidFill>
                  <a:srgbClr val="FF9E1B"/>
                </a:solidFill>
              </a:rPr>
              <a:t>The Challenge</a:t>
            </a:r>
          </a:p>
          <a:p>
            <a:pPr lvl="1">
              <a:spcAft>
                <a:spcPts val="400"/>
              </a:spcAft>
            </a:pPr>
            <a:r>
              <a:rPr sz="1800" b="0"/>
              <a:t>Per model: 128 subjects → 128 retrains</a:t>
            </a:r>
          </a:p>
          <a:p>
            <a:pPr lvl="1">
              <a:spcAft>
                <a:spcPts val="400"/>
              </a:spcAft>
            </a:pPr>
            <a:r>
              <a:rPr sz="1800" b="0"/>
              <a:t>18 model configs ≈ 21 hours</a:t>
            </a:r>
          </a:p>
          <a:p>
            <a:pPr lvl="1">
              <a:spcAft>
                <a:spcPts val="400"/>
              </a:spcAft>
            </a:pPr>
            <a:r>
              <a:rPr sz="1800" b="0"/>
              <a:t>Change one parameter → recompute all</a:t>
            </a:r>
          </a:p>
          <a:p>
            <a:pPr>
              <a:spcBef>
                <a:spcPts val="800"/>
              </a:spcBef>
              <a:spcAft>
                <a:spcPts val="400"/>
              </a:spcAft>
            </a:pPr>
            <a:r>
              <a:rPr sz="2000" b="1">
                <a:solidFill>
                  <a:srgbClr val="FF9E1B"/>
                </a:solidFill>
              </a:rPr>
              <a:t>Framing</a:t>
            </a:r>
          </a:p>
          <a:p>
            <a:pPr lvl="1">
              <a:spcAft>
                <a:spcPts val="400"/>
              </a:spcAft>
            </a:pPr>
            <a:r>
              <a:rPr sz="1800" b="0"/>
              <a:t>Sleep EEG = vehicle, not the goal</a:t>
            </a:r>
          </a:p>
        </p:txBody>
      </p:sp>
      <p:sp>
        <p:nvSpPr>
          <p:cNvPr id="5" name="Slide Number Placeholder 4">
            <a:extLst>
              <a:ext uri="{FF2B5EF4-FFF2-40B4-BE49-F238E27FC236}">
                <a16:creationId xmlns:a16="http://schemas.microsoft.com/office/drawing/2014/main" id="{6512CD49-B9C5-E480-3E35-9659FC7574D0}"/>
              </a:ext>
            </a:extLst>
          </p:cNvPr>
          <p:cNvSpPr>
            <a:spLocks noGrp="1"/>
          </p:cNvSpPr>
          <p:nvPr>
            <p:ph type="sldNum" sz="quarter" idx="12"/>
          </p:nvPr>
        </p:nvSpPr>
        <p:spPr/>
        <p:txBody>
          <a:bodyPr/>
          <a:lstStyle/>
          <a:p>
            <a:fld id="{D836C0FE-70CA-4950-82D6-CF602CC2B770}" type="slidenum">
              <a:rPr lang="de-DE" smtClean="0"/>
              <a:t>3</a:t>
            </a:fld>
            <a:endParaRPr lang="de-DE" dirty="0"/>
          </a:p>
        </p:txBody>
      </p:sp>
      <p:sp>
        <p:nvSpPr>
          <p:cNvPr id="6" name="Footer Placeholder 5">
            <a:extLst>
              <a:ext uri="{FF2B5EF4-FFF2-40B4-BE49-F238E27FC236}">
                <a16:creationId xmlns:a16="http://schemas.microsoft.com/office/drawing/2014/main" id="{C5F30C81-C90A-2B26-06FF-F1530B6329E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7A9F2C4C-0D65-F25B-7D25-01C489728885}"/>
              </a:ext>
            </a:extLst>
          </p:cNvPr>
          <p:cNvSpPr>
            <a:spLocks noGrp="1"/>
          </p:cNvSpPr>
          <p:nvPr>
            <p:ph type="dt" sz="half" idx="10"/>
          </p:nvPr>
        </p:nvSpPr>
        <p:spPr/>
        <p:txBody>
          <a:bodyPr/>
          <a:lstStyle/>
          <a:p>
            <a:fld id="{8F1CE275-DEAB-481B-8EDA-D98F481EEFC8}" type="datetime1">
              <a:rPr lang="en-US" smtClean="0"/>
              <a:t>6/9/2026</a:t>
            </a:fld>
            <a:endParaRPr lang="de-DE" dirty="0"/>
          </a:p>
        </p:txBody>
      </p:sp>
    </p:spTree>
    <p:extLst>
      <p:ext uri="{BB962C8B-B14F-4D97-AF65-F5344CB8AC3E}">
        <p14:creationId xmlns:p14="http://schemas.microsoft.com/office/powerpoint/2010/main" val="980036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6D343-E712-416D-18DB-BECD1C8BAFAE}"/>
              </a:ext>
            </a:extLst>
          </p:cNvPr>
          <p:cNvSpPr>
            <a:spLocks noGrp="1"/>
          </p:cNvSpPr>
          <p:nvPr>
            <p:ph type="title"/>
          </p:nvPr>
        </p:nvSpPr>
        <p:spPr/>
        <p:txBody>
          <a:bodyPr/>
          <a:lstStyle/>
          <a:p>
            <a:r>
              <a:t>State of the Art</a:t>
            </a:r>
          </a:p>
        </p:txBody>
      </p:sp>
      <p:sp>
        <p:nvSpPr>
          <p:cNvPr id="3" name="Content Placeholder 2">
            <a:extLst>
              <a:ext uri="{FF2B5EF4-FFF2-40B4-BE49-F238E27FC236}">
                <a16:creationId xmlns:a16="http://schemas.microsoft.com/office/drawing/2014/main" id="{FD25B200-BD9D-029A-0536-C8B073B952D7}"/>
              </a:ext>
            </a:extLst>
          </p:cNvPr>
          <p:cNvSpPr>
            <a:spLocks noGrp="1"/>
          </p:cNvSpPr>
          <p:nvPr>
            <p:ph idx="1"/>
          </p:nvPr>
        </p:nvSpPr>
        <p:spPr>
          <a:xfrm>
            <a:off x="695325" y="1417320"/>
            <a:ext cx="8928100" cy="548640"/>
          </a:xfrm>
        </p:spPr>
        <p:txBody>
          <a:bodyPr wrap="square"/>
          <a:lstStyle/>
          <a:p>
            <a:pPr marL="285750" indent="-285750">
              <a:spcBef>
                <a:spcPts val="800"/>
              </a:spcBef>
              <a:spcAft>
                <a:spcPts val="400"/>
              </a:spcAft>
              <a:buFont typeface="Arial" panose="020B0604020202020204" pitchFamily="34" charset="0"/>
              <a:buChar char="•"/>
            </a:pPr>
            <a:r>
              <a:rPr sz="2000" b="1"/>
              <a:t>Every ingredient already exists — nobody combines them.</a:t>
            </a:r>
            <a:endParaRPr lang="de-DE" dirty="0"/>
          </a:p>
        </p:txBody>
      </p:sp>
      <p:sp>
        <p:nvSpPr>
          <p:cNvPr id="5" name="TextBox 4">
            <a:extLst>
              <a:ext uri="{FF2B5EF4-FFF2-40B4-BE49-F238E27FC236}">
                <a16:creationId xmlns:a16="http://schemas.microsoft.com/office/drawing/2014/main" id="{BDE7E788-628A-C131-4D42-FFD37C26A687}"/>
              </a:ext>
            </a:extLst>
          </p:cNvPr>
          <p:cNvSpPr txBox="1"/>
          <p:nvPr/>
        </p:nvSpPr>
        <p:spPr>
          <a:xfrm>
            <a:off x="839416" y="5373216"/>
            <a:ext cx="9560074" cy="338554"/>
          </a:xfrm>
          <a:prstGeom prst="rect">
            <a:avLst/>
          </a:prstGeom>
          <a:noFill/>
        </p:spPr>
        <p:txBody>
          <a:bodyPr wrap="square">
            <a:spAutoFit/>
          </a:bodyPr>
          <a:lstStyle/>
          <a:p>
            <a:r>
              <a:rPr sz="1100" i="1">
                <a:solidFill>
                  <a:srgbClr val="768692"/>
                </a:solidFill>
              </a:rPr>
              <a:t>D. Kreuzberger, N. Kühl, S. Hirschl, “Machine Learning Operations (MLOps): Overview, Definition, and Architecture,” IEEE Access, vol. 11, 2023.</a:t>
            </a:r>
          </a:p>
        </p:txBody>
      </p:sp>
      <p:sp>
        <p:nvSpPr>
          <p:cNvPr id="6" name="Slide Number Placeholder 5">
            <a:extLst>
              <a:ext uri="{FF2B5EF4-FFF2-40B4-BE49-F238E27FC236}">
                <a16:creationId xmlns:a16="http://schemas.microsoft.com/office/drawing/2014/main" id="{DE359CCB-A840-E9F8-9B0F-D3A43ECF6A01}"/>
              </a:ext>
            </a:extLst>
          </p:cNvPr>
          <p:cNvSpPr>
            <a:spLocks noGrp="1"/>
          </p:cNvSpPr>
          <p:nvPr>
            <p:ph type="sldNum" sz="quarter" idx="12"/>
          </p:nvPr>
        </p:nvSpPr>
        <p:spPr/>
        <p:txBody>
          <a:bodyPr/>
          <a:lstStyle/>
          <a:p>
            <a:fld id="{D836C0FE-70CA-4950-82D6-CF602CC2B770}" type="slidenum">
              <a:rPr lang="de-DE" smtClean="0"/>
              <a:t>4</a:t>
            </a:fld>
            <a:endParaRPr lang="de-DE" dirty="0"/>
          </a:p>
        </p:txBody>
      </p:sp>
      <p:sp>
        <p:nvSpPr>
          <p:cNvPr id="7" name="Footer Placeholder 6">
            <a:extLst>
              <a:ext uri="{FF2B5EF4-FFF2-40B4-BE49-F238E27FC236}">
                <a16:creationId xmlns:a16="http://schemas.microsoft.com/office/drawing/2014/main" id="{CB265C9E-7045-F001-FB1D-0558EA0A4482}"/>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8" name="Date Placeholder 7">
            <a:extLst>
              <a:ext uri="{FF2B5EF4-FFF2-40B4-BE49-F238E27FC236}">
                <a16:creationId xmlns:a16="http://schemas.microsoft.com/office/drawing/2014/main" id="{A1675BF1-D67B-E57D-23E7-5BEF1050A86F}"/>
              </a:ext>
            </a:extLst>
          </p:cNvPr>
          <p:cNvSpPr>
            <a:spLocks noGrp="1"/>
          </p:cNvSpPr>
          <p:nvPr>
            <p:ph type="dt" sz="half" idx="10"/>
          </p:nvPr>
        </p:nvSpPr>
        <p:spPr/>
        <p:txBody>
          <a:bodyPr/>
          <a:lstStyle/>
          <a:p>
            <a:fld id="{3502482C-12FD-4A38-AB7D-4E215C3B8084}" type="datetime1">
              <a:rPr lang="en-US" smtClean="0"/>
              <a:t>6/9/2026</a:t>
            </a:fld>
            <a:endParaRPr lang="de-DE" dirty="0"/>
          </a:p>
        </p:txBody>
      </p:sp>
      <p:graphicFrame>
        <p:nvGraphicFramePr>
          <p:cNvPr id="9" name="Table 8"/>
          <p:cNvGraphicFramePr>
            <a:graphicFrameLocks noGrp="1"/>
          </p:cNvGraphicFramePr>
          <p:nvPr/>
        </p:nvGraphicFramePr>
        <p:xfrm>
          <a:off x="822960" y="2148840"/>
          <a:ext cx="10515600" cy="2834640"/>
        </p:xfrm>
        <a:graphic>
          <a:graphicData uri="http://schemas.openxmlformats.org/drawingml/2006/table">
            <a:tbl>
              <a:tblPr bandRow="1">
                <a:tableStyleId>{5C22544A-7EE6-4342-B048-85BDC9FD1C3A}</a:tableStyleId>
              </a:tblPr>
              <a:tblGrid>
                <a:gridCol w="4754880"/>
                <a:gridCol w="5760720"/>
              </a:tblGrid>
              <a:tr h="472440">
                <a:tc>
                  <a:txBody>
                    <a:bodyPr wrap="square"/>
                    <a:lstStyle/>
                    <a:p>
                      <a:r>
                        <a:rPr sz="1700" b="1">
                          <a:solidFill>
                            <a:srgbClr val="FFFFFF"/>
                          </a:solidFill>
                          <a:latin typeface="Arial"/>
                        </a:rPr>
                        <a:t>Capability</a:t>
                      </a:r>
                    </a:p>
                  </a:txBody>
                  <a:tcPr anchor="ctr" marT="38100" marB="38100">
                    <a:solidFill>
                      <a:srgbClr val="FF9E1B"/>
                    </a:solidFill>
                  </a:tcPr>
                </a:tc>
                <a:tc>
                  <a:txBody>
                    <a:bodyPr wrap="square"/>
                    <a:lstStyle/>
                    <a:p>
                      <a:r>
                        <a:rPr sz="1700" b="1">
                          <a:solidFill>
                            <a:srgbClr val="FFFFFF"/>
                          </a:solidFill>
                          <a:latin typeface="Arial"/>
                        </a:rPr>
                        <a:t>Tools</a:t>
                      </a:r>
                    </a:p>
                  </a:txBody>
                  <a:tcPr anchor="ctr" marT="38100" marB="38100">
                    <a:solidFill>
                      <a:srgbClr val="FF9E1B"/>
                    </a:solidFill>
                  </a:tcPr>
                </a:tc>
              </a:tr>
              <a:tr h="472440">
                <a:tc>
                  <a:txBody>
                    <a:bodyPr wrap="square"/>
                    <a:lstStyle/>
                    <a:p>
                      <a:r>
                        <a:rPr sz="1700">
                          <a:solidFill>
                            <a:srgbClr val="262B2F"/>
                          </a:solidFill>
                          <a:latin typeface="Arial"/>
                        </a:rPr>
                        <a:t>Experiment tracking</a:t>
                      </a:r>
                    </a:p>
                  </a:txBody>
                  <a:tcPr anchor="ctr" marT="38100" marB="38100">
                    <a:solidFill>
                      <a:srgbClr val="FFFFFF"/>
                    </a:solidFill>
                  </a:tcPr>
                </a:tc>
                <a:tc>
                  <a:txBody>
                    <a:bodyPr wrap="square"/>
                    <a:lstStyle/>
                    <a:p>
                      <a:r>
                        <a:rPr sz="1700">
                          <a:solidFill>
                            <a:srgbClr val="262B2F"/>
                          </a:solidFill>
                          <a:latin typeface="Arial"/>
                        </a:rPr>
                        <a:t>MLflow, W&amp;B</a:t>
                      </a:r>
                    </a:p>
                  </a:txBody>
                  <a:tcPr anchor="ctr" marT="38100" marB="38100">
                    <a:solidFill>
                      <a:srgbClr val="FFFFFF"/>
                    </a:solidFill>
                  </a:tcPr>
                </a:tc>
              </a:tr>
              <a:tr h="472440">
                <a:tc>
                  <a:txBody>
                    <a:bodyPr wrap="square"/>
                    <a:lstStyle/>
                    <a:p>
                      <a:r>
                        <a:rPr sz="1700">
                          <a:solidFill>
                            <a:srgbClr val="262B2F"/>
                          </a:solidFill>
                          <a:latin typeface="Arial"/>
                        </a:rPr>
                        <a:t>Pipeline caching</a:t>
                      </a:r>
                    </a:p>
                  </a:txBody>
                  <a:tcPr anchor="ctr" marT="38100" marB="38100">
                    <a:solidFill>
                      <a:srgbClr val="FFFFFF"/>
                    </a:solidFill>
                  </a:tcPr>
                </a:tc>
                <a:tc>
                  <a:txBody>
                    <a:bodyPr wrap="square"/>
                    <a:lstStyle/>
                    <a:p>
                      <a:r>
                        <a:rPr sz="1700">
                          <a:solidFill>
                            <a:srgbClr val="262B2F"/>
                          </a:solidFill>
                          <a:latin typeface="Arial"/>
                        </a:rPr>
                        <a:t>DVC, ZenML</a:t>
                      </a:r>
                    </a:p>
                  </a:txBody>
                  <a:tcPr anchor="ctr" marT="38100" marB="38100">
                    <a:solidFill>
                      <a:srgbClr val="FFFFFF"/>
                    </a:solidFill>
                  </a:tcPr>
                </a:tc>
              </a:tr>
              <a:tr h="472440">
                <a:tc>
                  <a:txBody>
                    <a:bodyPr wrap="square"/>
                    <a:lstStyle/>
                    <a:p>
                      <a:r>
                        <a:rPr sz="1700">
                          <a:solidFill>
                            <a:srgbClr val="262B2F"/>
                          </a:solidFill>
                          <a:latin typeface="Arial"/>
                        </a:rPr>
                        <a:t>Config fingerprinting</a:t>
                      </a:r>
                    </a:p>
                  </a:txBody>
                  <a:tcPr anchor="ctr" marT="38100" marB="38100">
                    <a:solidFill>
                      <a:srgbClr val="FFFFFF"/>
                    </a:solidFill>
                  </a:tcPr>
                </a:tc>
                <a:tc>
                  <a:txBody>
                    <a:bodyPr wrap="square"/>
                    <a:lstStyle/>
                    <a:p>
                      <a:r>
                        <a:rPr sz="1700">
                          <a:solidFill>
                            <a:srgbClr val="262B2F"/>
                          </a:solidFill>
                          <a:latin typeface="Arial"/>
                        </a:rPr>
                        <a:t>DVC (MD5), ZenML (SHA-256)</a:t>
                      </a:r>
                    </a:p>
                  </a:txBody>
                  <a:tcPr anchor="ctr" marT="38100" marB="38100">
                    <a:solidFill>
                      <a:srgbClr val="FFFFFF"/>
                    </a:solidFill>
                  </a:tcPr>
                </a:tc>
              </a:tr>
              <a:tr h="472440">
                <a:tc>
                  <a:txBody>
                    <a:bodyPr wrap="square"/>
                    <a:lstStyle/>
                    <a:p>
                      <a:r>
                        <a:rPr sz="1700">
                          <a:solidFill>
                            <a:srgbClr val="262B2F"/>
                          </a:solidFill>
                          <a:latin typeface="Arial"/>
                        </a:rPr>
                        <a:t>LOSO splitting</a:t>
                      </a:r>
                    </a:p>
                  </a:txBody>
                  <a:tcPr anchor="ctr" marT="38100" marB="38100">
                    <a:solidFill>
                      <a:srgbClr val="FFFFFF"/>
                    </a:solidFill>
                  </a:tcPr>
                </a:tc>
                <a:tc>
                  <a:txBody>
                    <a:bodyPr wrap="square"/>
                    <a:lstStyle/>
                    <a:p>
                      <a:r>
                        <a:rPr sz="1700">
                          <a:solidFill>
                            <a:srgbClr val="262B2F"/>
                          </a:solidFill>
                          <a:latin typeface="Arial"/>
                        </a:rPr>
                        <a:t>scikit-learn</a:t>
                      </a:r>
                    </a:p>
                  </a:txBody>
                  <a:tcPr anchor="ctr" marT="38100" marB="38100">
                    <a:solidFill>
                      <a:srgbClr val="FFFFFF"/>
                    </a:solidFill>
                  </a:tcPr>
                </a:tc>
              </a:tr>
              <a:tr h="472440">
                <a:tc>
                  <a:txBody>
                    <a:bodyPr wrap="square"/>
                    <a:lstStyle/>
                    <a:p>
                      <a:r>
                        <a:rPr sz="1700" b="1">
                          <a:solidFill>
                            <a:srgbClr val="262B2F"/>
                          </a:solidFill>
                          <a:latin typeface="Arial"/>
                        </a:rPr>
                        <a:t>Combination + held-out subject</a:t>
                      </a:r>
                    </a:p>
                  </a:txBody>
                  <a:tcPr anchor="ctr" marT="38100" marB="38100">
                    <a:solidFill>
                      <a:srgbClr val="FFE3C1"/>
                    </a:solidFill>
                  </a:tcPr>
                </a:tc>
                <a:tc>
                  <a:txBody>
                    <a:bodyPr wrap="square"/>
                    <a:lstStyle/>
                    <a:p>
                      <a:r>
                        <a:rPr sz="1700" b="1">
                          <a:solidFill>
                            <a:srgbClr val="FF9E1B"/>
                          </a:solidFill>
                          <a:latin typeface="Arial"/>
                        </a:rPr>
                        <a:t>— none —</a:t>
                      </a:r>
                    </a:p>
                  </a:txBody>
                  <a:tcPr anchor="ctr" marT="38100" marB="38100">
                    <a:solidFill>
                      <a:srgbClr val="FFE3C1"/>
                    </a:solidFill>
                  </a:tcPr>
                </a:tc>
              </a:tr>
            </a:tbl>
          </a:graphicData>
        </a:graphic>
      </p:graphicFrame>
    </p:spTree>
    <p:extLst>
      <p:ext uri="{BB962C8B-B14F-4D97-AF65-F5344CB8AC3E}">
        <p14:creationId xmlns:p14="http://schemas.microsoft.com/office/powerpoint/2010/main" val="359286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B7F1-601D-DDE4-3C1E-8C122962E73E}"/>
              </a:ext>
            </a:extLst>
          </p:cNvPr>
          <p:cNvSpPr>
            <a:spLocks noGrp="1"/>
          </p:cNvSpPr>
          <p:nvPr>
            <p:ph type="title"/>
          </p:nvPr>
        </p:nvSpPr>
        <p:spPr/>
        <p:txBody>
          <a:bodyPr/>
          <a:lstStyle/>
          <a:p>
            <a:r>
              <a:t>Model — The Fingerprint</a:t>
            </a:r>
          </a:p>
        </p:txBody>
      </p:sp>
      <p:sp>
        <p:nvSpPr>
          <p:cNvPr id="3" name="Content Placeholder 2">
            <a:extLst>
              <a:ext uri="{FF2B5EF4-FFF2-40B4-BE49-F238E27FC236}">
                <a16:creationId xmlns:a16="http://schemas.microsoft.com/office/drawing/2014/main" id="{1F73331C-9C87-3A56-611A-717203442CFA}"/>
              </a:ext>
            </a:extLst>
          </p:cNvPr>
          <p:cNvSpPr>
            <a:spLocks noGrp="1"/>
          </p:cNvSpPr>
          <p:nvPr>
            <p:ph idx="1"/>
          </p:nvPr>
        </p:nvSpPr>
        <p:spPr>
          <a:xfrm>
            <a:off x="685800" y="1554480"/>
            <a:ext cx="10789920" cy="3566160"/>
          </a:xfrm>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Idea: every computation gets an identity</a:t>
            </a:r>
            <a:endParaRPr lang="de-DE" dirty="0"/>
          </a:p>
          <a:p>
            <a:pPr lvl="1">
              <a:spcAft>
                <a:spcPts val="400"/>
              </a:spcAft>
            </a:pPr>
            <a:r>
              <a:rPr sz="1800" b="0"/>
              <a:t>Fingerprint = SHA-256(all inputs)</a:t>
            </a:r>
          </a:p>
          <a:p>
            <a:pPr lvl="1">
              <a:spcAft>
                <a:spcPts val="400"/>
              </a:spcAft>
            </a:pPr>
            <a:r>
              <a:rPr sz="1800" b="0"/>
              <a:t>Inputs: seed, code, params, features</a:t>
            </a:r>
          </a:p>
          <a:p>
            <a:pPr lvl="1">
              <a:spcAft>
                <a:spcPts val="400"/>
              </a:spcAft>
            </a:pPr>
            <a:r>
              <a:rPr sz="1800" b="0"/>
              <a:t>Plus the held-out subject ID</a:t>
            </a:r>
          </a:p>
          <a:p>
            <a:pPr>
              <a:spcBef>
                <a:spcPts val="800"/>
              </a:spcBef>
              <a:spcAft>
                <a:spcPts val="400"/>
              </a:spcAft>
            </a:pPr>
            <a:r>
              <a:rPr sz="2000" b="1">
                <a:solidFill>
                  <a:srgbClr val="FF9E1B"/>
                </a:solidFill>
              </a:rPr>
              <a:t>Behaviour</a:t>
            </a:r>
          </a:p>
          <a:p>
            <a:pPr lvl="1">
              <a:spcAft>
                <a:spcPts val="400"/>
              </a:spcAft>
            </a:pPr>
            <a:r>
              <a:rPr sz="1800" b="0"/>
              <a:t>Same config → same key → reuse</a:t>
            </a:r>
          </a:p>
          <a:p>
            <a:pPr lvl="1">
              <a:spcAft>
                <a:spcPts val="400"/>
              </a:spcAft>
            </a:pPr>
            <a:r>
              <a:rPr sz="1800" b="0"/>
              <a:t>Change anything → new key → recompute</a:t>
            </a:r>
          </a:p>
        </p:txBody>
      </p:sp>
      <p:sp>
        <p:nvSpPr>
          <p:cNvPr id="5" name="Slide Number Placeholder 4">
            <a:extLst>
              <a:ext uri="{FF2B5EF4-FFF2-40B4-BE49-F238E27FC236}">
                <a16:creationId xmlns:a16="http://schemas.microsoft.com/office/drawing/2014/main" id="{A9088F7B-D4F9-2188-7A05-07306F574F0D}"/>
              </a:ext>
            </a:extLst>
          </p:cNvPr>
          <p:cNvSpPr>
            <a:spLocks noGrp="1"/>
          </p:cNvSpPr>
          <p:nvPr>
            <p:ph type="sldNum" sz="quarter" idx="12"/>
          </p:nvPr>
        </p:nvSpPr>
        <p:spPr/>
        <p:txBody>
          <a:bodyPr/>
          <a:lstStyle/>
          <a:p>
            <a:fld id="{D836C0FE-70CA-4950-82D6-CF602CC2B770}" type="slidenum">
              <a:rPr lang="de-DE" smtClean="0"/>
              <a:t>5</a:t>
            </a:fld>
            <a:endParaRPr lang="de-DE" dirty="0"/>
          </a:p>
        </p:txBody>
      </p:sp>
      <p:sp>
        <p:nvSpPr>
          <p:cNvPr id="6" name="Footer Placeholder 5">
            <a:extLst>
              <a:ext uri="{FF2B5EF4-FFF2-40B4-BE49-F238E27FC236}">
                <a16:creationId xmlns:a16="http://schemas.microsoft.com/office/drawing/2014/main" id="{66888E83-31D9-3726-3472-8BD2CB2458DA}"/>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BA76A76D-E972-7CF6-BCB5-2F772C54F699}"/>
              </a:ext>
            </a:extLst>
          </p:cNvPr>
          <p:cNvSpPr>
            <a:spLocks noGrp="1"/>
          </p:cNvSpPr>
          <p:nvPr>
            <p:ph type="dt" sz="half" idx="10"/>
          </p:nvPr>
        </p:nvSpPr>
        <p:spPr/>
        <p:txBody>
          <a:bodyPr/>
          <a:lstStyle/>
          <a:p>
            <a:fld id="{71913426-C297-42D7-93DC-E969B33D92B8}" type="datetime1">
              <a:rPr lang="en-US" smtClean="0"/>
              <a:t>6/9/2026</a:t>
            </a:fld>
            <a:endParaRPr lang="de-DE" dirty="0"/>
          </a:p>
        </p:txBody>
      </p:sp>
      <p:sp>
        <p:nvSpPr>
          <p:cNvPr id="8" name="TextBox 7"/>
          <p:cNvSpPr txBox="1"/>
          <p:nvPr/>
        </p:nvSpPr>
        <p:spPr>
          <a:xfrm>
            <a:off x="822960" y="5440680"/>
            <a:ext cx="10515600" cy="822960"/>
          </a:xfrm>
          <a:prstGeom prst="rect">
            <a:avLst/>
          </a:prstGeom>
          <a:solidFill>
            <a:srgbClr val="F2F3F4"/>
          </a:solidFill>
          <a:ln w="12700">
            <a:solidFill>
              <a:srgbClr val="FF9E1B"/>
            </a:solidFill>
          </a:ln>
        </p:spPr>
        <p:txBody>
          <a:bodyPr wrap="square" anchor="ctr" lIns="182880">
            <a:spAutoFit/>
          </a:bodyPr>
          <a:lstStyle/>
          <a:p>
            <a:r>
              <a:rPr sz="1600">
                <a:solidFill>
                  <a:srgbClr val="262B2F"/>
                </a:solidFill>
                <a:latin typeface="Consolas"/>
              </a:rPr>
              <a:t>cache_key = SHA-256(seed, code, params, features) + </a:t>
            </a:r>
            <a:r>
              <a:rPr sz="1600" b="1">
                <a:solidFill>
                  <a:srgbClr val="FF9E1B"/>
                </a:solidFill>
                <a:latin typeface="Consolas"/>
              </a:rPr>
              <a:t>held_out_subject</a:t>
            </a:r>
          </a:p>
        </p:txBody>
      </p:sp>
    </p:spTree>
    <p:extLst>
      <p:ext uri="{BB962C8B-B14F-4D97-AF65-F5344CB8AC3E}">
        <p14:creationId xmlns:p14="http://schemas.microsoft.com/office/powerpoint/2010/main" val="1948685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73941-A72F-6E13-FE90-FBAA4453BD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38AEA-7993-1B34-67E1-19C3EB06D18E}"/>
              </a:ext>
            </a:extLst>
          </p:cNvPr>
          <p:cNvSpPr>
            <a:spLocks noGrp="1"/>
          </p:cNvSpPr>
          <p:nvPr>
            <p:ph type="title"/>
          </p:nvPr>
        </p:nvSpPr>
        <p:spPr/>
        <p:txBody>
          <a:bodyPr/>
          <a:lstStyle/>
          <a:p>
            <a:r>
              <a:t>Implementation</a:t>
            </a:r>
          </a:p>
        </p:txBody>
      </p:sp>
      <p:sp>
        <p:nvSpPr>
          <p:cNvPr id="3" name="Content Placeholder 2">
            <a:extLst>
              <a:ext uri="{FF2B5EF4-FFF2-40B4-BE49-F238E27FC236}">
                <a16:creationId xmlns:a16="http://schemas.microsoft.com/office/drawing/2014/main" id="{611F01D7-A7C6-8C3F-CA05-BA2A667F9620}"/>
              </a:ext>
            </a:extLst>
          </p:cNvPr>
          <p:cNvSpPr>
            <a:spLocks noGrp="1"/>
          </p:cNvSpPr>
          <p:nvPr>
            <p:ph idx="1"/>
          </p:nvPr>
        </p:nvSpPr>
        <p:spPr>
          <a:xfrm>
            <a:off x="685800" y="1554480"/>
            <a:ext cx="420624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Two-layer cache</a:t>
            </a:r>
            <a:endParaRPr lang="de-DE" dirty="0"/>
          </a:p>
          <a:p>
            <a:pPr lvl="1">
              <a:spcAft>
                <a:spcPts val="400"/>
              </a:spcAft>
            </a:pPr>
            <a:r>
              <a:rPr sz="1600" b="0"/>
              <a:t>Layer 1: features — always valid</a:t>
            </a:r>
          </a:p>
          <a:p>
            <a:pPr lvl="1">
              <a:spcAft>
                <a:spcPts val="400"/>
              </a:spcAft>
            </a:pPr>
            <a:r>
              <a:rPr sz="1600" b="0"/>
              <a:t>Layer 2: models — fingerprint-keyed</a:t>
            </a:r>
          </a:p>
          <a:p>
            <a:pPr>
              <a:spcBef>
                <a:spcPts val="800"/>
              </a:spcBef>
              <a:spcAft>
                <a:spcPts val="400"/>
              </a:spcAft>
            </a:pPr>
            <a:r>
              <a:rPr sz="1800" b="1">
                <a:solidFill>
                  <a:srgbClr val="FF9E1B"/>
                </a:solidFill>
              </a:rPr>
              <a:t>Flow</a:t>
            </a:r>
          </a:p>
          <a:p>
            <a:pPr lvl="1">
              <a:spcAft>
                <a:spcPts val="400"/>
              </a:spcAft>
            </a:pPr>
            <a:r>
              <a:rPr sz="1600" b="0"/>
              <a:t>Miss → train → store → reuse</a:t>
            </a:r>
          </a:p>
          <a:p>
            <a:pPr lvl="1">
              <a:spcAft>
                <a:spcPts val="400"/>
              </a:spcAft>
            </a:pPr>
            <a:r>
              <a:rPr sz="1600" b="0"/>
              <a:t>Validated: zero hash collisions</a:t>
            </a:r>
          </a:p>
        </p:txBody>
      </p:sp>
      <p:sp>
        <p:nvSpPr>
          <p:cNvPr id="5" name="Slide Number Placeholder 4">
            <a:extLst>
              <a:ext uri="{FF2B5EF4-FFF2-40B4-BE49-F238E27FC236}">
                <a16:creationId xmlns:a16="http://schemas.microsoft.com/office/drawing/2014/main" id="{FC1289B0-CF79-5D75-6D02-2DE6B3A5A8BF}"/>
              </a:ext>
            </a:extLst>
          </p:cNvPr>
          <p:cNvSpPr>
            <a:spLocks noGrp="1"/>
          </p:cNvSpPr>
          <p:nvPr>
            <p:ph type="sldNum" sz="quarter" idx="12"/>
          </p:nvPr>
        </p:nvSpPr>
        <p:spPr/>
        <p:txBody>
          <a:bodyPr/>
          <a:lstStyle/>
          <a:p>
            <a:fld id="{D836C0FE-70CA-4950-82D6-CF602CC2B770}" type="slidenum">
              <a:rPr lang="de-DE" smtClean="0"/>
              <a:t>6</a:t>
            </a:fld>
            <a:endParaRPr lang="de-DE" dirty="0"/>
          </a:p>
        </p:txBody>
      </p:sp>
      <p:sp>
        <p:nvSpPr>
          <p:cNvPr id="6" name="Footer Placeholder 5">
            <a:extLst>
              <a:ext uri="{FF2B5EF4-FFF2-40B4-BE49-F238E27FC236}">
                <a16:creationId xmlns:a16="http://schemas.microsoft.com/office/drawing/2014/main" id="{A3DB9A9C-0960-1A65-11DD-D1E40223868C}"/>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E213F8F3-92F9-5270-F035-2609F1C2C23B}"/>
              </a:ext>
            </a:extLst>
          </p:cNvPr>
          <p:cNvSpPr>
            <a:spLocks noGrp="1"/>
          </p:cNvSpPr>
          <p:nvPr>
            <p:ph type="dt" sz="half" idx="10"/>
          </p:nvPr>
        </p:nvSpPr>
        <p:spPr/>
        <p:txBody>
          <a:bodyPr/>
          <a:lstStyle/>
          <a:p>
            <a:fld id="{71913426-C297-42D7-93DC-E969B33D92B8}" type="datetime1">
              <a:rPr lang="en-US" smtClean="0"/>
              <a:t>6/9/2026</a:t>
            </a:fld>
            <a:endParaRPr lang="de-DE" dirty="0"/>
          </a:p>
        </p:txBody>
      </p:sp>
      <p:pic>
        <p:nvPicPr>
          <p:cNvPr id="8" name="Picture 7" descr="pipeline.png"/>
          <p:cNvPicPr>
            <a:picLocks noChangeAspect="1"/>
          </p:cNvPicPr>
          <p:nvPr/>
        </p:nvPicPr>
        <p:blipFill>
          <a:blip r:embed="rId2"/>
          <a:stretch>
            <a:fillRect/>
          </a:stretch>
        </p:blipFill>
        <p:spPr>
          <a:xfrm>
            <a:off x="5074920" y="2018035"/>
            <a:ext cx="6492240" cy="3187689"/>
          </a:xfrm>
          <a:prstGeom prst="rect">
            <a:avLst/>
          </a:prstGeom>
        </p:spPr>
      </p:pic>
      <p:sp>
        <p:nvSpPr>
          <p:cNvPr id="9" name="TextBox 8"/>
          <p:cNvSpPr txBox="1"/>
          <p:nvPr/>
        </p:nvSpPr>
        <p:spPr>
          <a:xfrm>
            <a:off x="5074920" y="5669280"/>
            <a:ext cx="6492240" cy="365760"/>
          </a:xfrm>
          <a:prstGeom prst="rect">
            <a:avLst/>
          </a:prstGeom>
          <a:noFill/>
        </p:spPr>
        <p:txBody>
          <a:bodyPr wrap="square">
            <a:spAutoFit/>
          </a:bodyPr>
          <a:lstStyle/>
          <a:p>
            <a:pPr algn="ctr"/>
            <a:r>
              <a:rPr sz="1200" i="1">
                <a:solidFill>
                  <a:srgbClr val="768692"/>
                </a:solidFill>
              </a:rPr>
              <a:t>LOSO experiment loop: fingerprint → cache check → train only on miss</a:t>
            </a:r>
          </a:p>
        </p:txBody>
      </p:sp>
    </p:spTree>
    <p:extLst>
      <p:ext uri="{BB962C8B-B14F-4D97-AF65-F5344CB8AC3E}">
        <p14:creationId xmlns:p14="http://schemas.microsoft.com/office/powerpoint/2010/main" val="1335159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F7F03-2D71-08ED-F2B3-F022A5A4D31E}"/>
              </a:ext>
            </a:extLst>
          </p:cNvPr>
          <p:cNvSpPr>
            <a:spLocks noGrp="1"/>
          </p:cNvSpPr>
          <p:nvPr>
            <p:ph type="title"/>
          </p:nvPr>
        </p:nvSpPr>
        <p:spPr/>
        <p:txBody>
          <a:bodyPr/>
          <a:lstStyle/>
          <a:p>
            <a:r>
              <a:t>Results — Speed &amp; Trust</a:t>
            </a:r>
          </a:p>
        </p:txBody>
      </p:sp>
      <p:sp>
        <p:nvSpPr>
          <p:cNvPr id="3" name="Content Placeholder 2">
            <a:extLst>
              <a:ext uri="{FF2B5EF4-FFF2-40B4-BE49-F238E27FC236}">
                <a16:creationId xmlns:a16="http://schemas.microsoft.com/office/drawing/2014/main" id="{24150405-712F-3E31-23E7-1E9F75DE7519}"/>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Speed</a:t>
            </a:r>
          </a:p>
          <a:p>
            <a:pPr lvl="1">
              <a:spcAft>
                <a:spcPts val="400"/>
              </a:spcAft>
            </a:pPr>
            <a:r>
              <a:rPr sz="1600" b="0"/>
              <a:t>XGBoost: median 54×, peak 202×</a:t>
            </a:r>
          </a:p>
          <a:p>
            <a:pPr lvl="1">
              <a:spcAft>
                <a:spcPts val="400"/>
              </a:spcAft>
            </a:pPr>
            <a:r>
              <a:rPr sz="1600" b="0"/>
              <a:t>3,816 s → 18.9 s</a:t>
            </a:r>
          </a:p>
          <a:p>
            <a:pPr lvl="1">
              <a:spcAft>
                <a:spcPts val="400"/>
              </a:spcAft>
            </a:pPr>
            <a:r>
              <a:rPr sz="1600" b="0"/>
              <a:t>Feature cache: 227×</a:t>
            </a:r>
          </a:p>
          <a:p>
            <a:pPr>
              <a:spcBef>
                <a:spcPts val="800"/>
              </a:spcBef>
              <a:spcAft>
                <a:spcPts val="400"/>
              </a:spcAft>
            </a:pPr>
            <a:r>
              <a:rPr sz="1800" b="1">
                <a:solidFill>
                  <a:srgbClr val="FF9E1B"/>
                </a:solidFill>
              </a:rPr>
              <a:t>Trust</a:t>
            </a:r>
          </a:p>
          <a:p>
            <a:pPr lvl="1">
              <a:spcAft>
                <a:spcPts val="400"/>
              </a:spcAft>
            </a:pPr>
            <a:r>
              <a:rPr sz="1600" b="0"/>
              <a:t>100% hit rate — 2,304 / 2,304</a:t>
            </a:r>
          </a:p>
          <a:p>
            <a:pPr lvl="1">
              <a:spcAft>
                <a:spcPts val="400"/>
              </a:spcAft>
            </a:pPr>
            <a:r>
              <a:rPr sz="1600" b="0"/>
              <a:t>100% identical predictions</a:t>
            </a:r>
          </a:p>
          <a:p>
            <a:pPr lvl="1">
              <a:spcAft>
                <a:spcPts val="400"/>
              </a:spcAft>
            </a:pPr>
            <a:r>
              <a:rPr sz="1600" b="0"/>
              <a:t>85.5% accuracy, κ = 0.74</a:t>
            </a:r>
          </a:p>
        </p:txBody>
      </p:sp>
      <p:sp>
        <p:nvSpPr>
          <p:cNvPr id="5" name="Slide Number Placeholder 4">
            <a:extLst>
              <a:ext uri="{FF2B5EF4-FFF2-40B4-BE49-F238E27FC236}">
                <a16:creationId xmlns:a16="http://schemas.microsoft.com/office/drawing/2014/main" id="{BE1CFA53-C57C-8648-E4F3-FFDFD2E753CE}"/>
              </a:ext>
            </a:extLst>
          </p:cNvPr>
          <p:cNvSpPr>
            <a:spLocks noGrp="1"/>
          </p:cNvSpPr>
          <p:nvPr>
            <p:ph type="sldNum" sz="quarter" idx="12"/>
          </p:nvPr>
        </p:nvSpPr>
        <p:spPr/>
        <p:txBody>
          <a:bodyPr/>
          <a:lstStyle/>
          <a:p>
            <a:fld id="{D836C0FE-70CA-4950-82D6-CF602CC2B770}" type="slidenum">
              <a:rPr lang="de-DE" smtClean="0"/>
              <a:t>7</a:t>
            </a:fld>
            <a:endParaRPr lang="de-DE" dirty="0"/>
          </a:p>
        </p:txBody>
      </p:sp>
      <p:sp>
        <p:nvSpPr>
          <p:cNvPr id="6" name="Footer Placeholder 5">
            <a:extLst>
              <a:ext uri="{FF2B5EF4-FFF2-40B4-BE49-F238E27FC236}">
                <a16:creationId xmlns:a16="http://schemas.microsoft.com/office/drawing/2014/main" id="{C588F12B-693B-5A89-72AC-C0F7E13A3981}"/>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5FAC6DDB-9D10-A61E-6D70-89CE941C4212}"/>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speedup.png"/>
          <p:cNvPicPr>
            <a:picLocks noChangeAspect="1"/>
          </p:cNvPicPr>
          <p:nvPr/>
        </p:nvPicPr>
        <p:blipFill>
          <a:blip r:embed="rId2"/>
          <a:stretch>
            <a:fillRect/>
          </a:stretch>
        </p:blipFill>
        <p:spPr>
          <a:xfrm>
            <a:off x="5349240" y="1640420"/>
            <a:ext cx="6217920" cy="3942918"/>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Cold vs. warm wall-clock per configuration (log scale)</a:t>
            </a:r>
          </a:p>
        </p:txBody>
      </p:sp>
    </p:spTree>
    <p:extLst>
      <p:ext uri="{BB962C8B-B14F-4D97-AF65-F5344CB8AC3E}">
        <p14:creationId xmlns:p14="http://schemas.microsoft.com/office/powerpoint/2010/main" val="26467938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8EFA5-54B8-0A12-D3B3-2D96674EA5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7AE4A-F583-7934-D4E9-0E7CC1BFE14C}"/>
              </a:ext>
            </a:extLst>
          </p:cNvPr>
          <p:cNvSpPr>
            <a:spLocks noGrp="1"/>
          </p:cNvSpPr>
          <p:nvPr>
            <p:ph type="title"/>
          </p:nvPr>
        </p:nvSpPr>
        <p:spPr/>
        <p:txBody>
          <a:bodyPr/>
          <a:lstStyle/>
          <a:p>
            <a:r>
              <a:t>Results — Viability &amp; Scaling</a:t>
            </a:r>
          </a:p>
        </p:txBody>
      </p:sp>
      <p:sp>
        <p:nvSpPr>
          <p:cNvPr id="3" name="Content Placeholder 2">
            <a:extLst>
              <a:ext uri="{FF2B5EF4-FFF2-40B4-BE49-F238E27FC236}">
                <a16:creationId xmlns:a16="http://schemas.microsoft.com/office/drawing/2014/main" id="{FD56367A-69FA-5816-6125-287191BF2B47}"/>
              </a:ext>
            </a:extLst>
          </p:cNvPr>
          <p:cNvSpPr>
            <a:spLocks noGrp="1"/>
          </p:cNvSpPr>
          <p:nvPr>
            <p:ph idx="1"/>
          </p:nvPr>
        </p:nvSpPr>
        <p:spPr>
          <a:xfrm>
            <a:off x="685800" y="1554480"/>
            <a:ext cx="4480560" cy="4389120"/>
          </a:xfrm>
        </p:spPr>
        <p:txBody>
          <a:bodyPr wrap="square"/>
          <a:lstStyle/>
          <a:p>
            <a:pPr marL="285750" indent="-285750">
              <a:spcBef>
                <a:spcPts val="800"/>
              </a:spcBef>
              <a:spcAft>
                <a:spcPts val="400"/>
              </a:spcAft>
              <a:buFont typeface="Arial" panose="020B0604020202020204" pitchFamily="34" charset="0"/>
              <a:buChar char="•"/>
            </a:pPr>
            <a:r>
              <a:rPr sz="1800" b="1">
                <a:solidFill>
                  <a:srgbClr val="FF9E1B"/>
                </a:solidFill>
              </a:rPr>
              <a:t>Viability</a:t>
            </a:r>
          </a:p>
          <a:p>
            <a:pPr lvl="1">
              <a:spcAft>
                <a:spcPts val="400"/>
              </a:spcAft>
            </a:pPr>
            <a:r>
              <a:rPr sz="1600" b="0"/>
              <a:t>15 models: 11 viable, 4 not</a:t>
            </a:r>
          </a:p>
          <a:p>
            <a:pPr lvl="1">
              <a:spcAft>
                <a:spcPts val="400"/>
              </a:spcAft>
            </a:pPr>
            <a:r>
              <a:rPr sz="1600" b="0"/>
              <a:t>η (eta) = seconds saved / MB</a:t>
            </a:r>
          </a:p>
          <a:p>
            <a:pPr lvl="1">
              <a:spcAft>
                <a:spcPts val="400"/>
              </a:spcAft>
            </a:pPr>
            <a:r>
              <a:rPr sz="1600" b="0"/>
              <a:t>Above the line → worth caching</a:t>
            </a:r>
          </a:p>
          <a:p>
            <a:pPr>
              <a:spcBef>
                <a:spcPts val="800"/>
              </a:spcBef>
              <a:spcAft>
                <a:spcPts val="400"/>
              </a:spcAft>
            </a:pPr>
            <a:r>
              <a:rPr sz="1800" b="1">
                <a:solidFill>
                  <a:srgbClr val="FF9E1B"/>
                </a:solidFill>
              </a:rPr>
              <a:t>Cost &amp; Scaling</a:t>
            </a:r>
          </a:p>
          <a:p>
            <a:pPr lvl="1">
              <a:spcAft>
                <a:spcPts val="400"/>
              </a:spcAft>
            </a:pPr>
            <a:r>
              <a:rPr sz="1600" b="0"/>
              <a:t>XGBoost 1.5 MB (viable)</a:t>
            </a:r>
          </a:p>
          <a:p>
            <a:pPr lvl="1">
              <a:spcAft>
                <a:spcPts val="400"/>
              </a:spcAft>
            </a:pPr>
            <a:r>
              <a:rPr sz="1600" b="0"/>
              <a:t>RF 18.5 GB (not viable)</a:t>
            </a:r>
          </a:p>
          <a:p>
            <a:pPr lvl="1">
              <a:spcAft>
                <a:spcPts val="400"/>
              </a:spcAft>
            </a:pPr>
            <a:r>
              <a:rPr sz="1600" b="0"/>
              <a:t>SVM-RBF: 9× → 201× with scale</a:t>
            </a:r>
          </a:p>
        </p:txBody>
      </p:sp>
      <p:sp>
        <p:nvSpPr>
          <p:cNvPr id="5" name="Slide Number Placeholder 4">
            <a:extLst>
              <a:ext uri="{FF2B5EF4-FFF2-40B4-BE49-F238E27FC236}">
                <a16:creationId xmlns:a16="http://schemas.microsoft.com/office/drawing/2014/main" id="{9C3C9F2B-128F-C481-8FFE-273FF73AD750}"/>
              </a:ext>
            </a:extLst>
          </p:cNvPr>
          <p:cNvSpPr>
            <a:spLocks noGrp="1"/>
          </p:cNvSpPr>
          <p:nvPr>
            <p:ph type="sldNum" sz="quarter" idx="12"/>
          </p:nvPr>
        </p:nvSpPr>
        <p:spPr/>
        <p:txBody>
          <a:bodyPr/>
          <a:lstStyle/>
          <a:p>
            <a:fld id="{D836C0FE-70CA-4950-82D6-CF602CC2B770}" type="slidenum">
              <a:rPr lang="de-DE" smtClean="0"/>
              <a:t>8</a:t>
            </a:fld>
            <a:endParaRPr lang="de-DE" dirty="0"/>
          </a:p>
        </p:txBody>
      </p:sp>
      <p:sp>
        <p:nvSpPr>
          <p:cNvPr id="6" name="Footer Placeholder 5">
            <a:extLst>
              <a:ext uri="{FF2B5EF4-FFF2-40B4-BE49-F238E27FC236}">
                <a16:creationId xmlns:a16="http://schemas.microsoft.com/office/drawing/2014/main" id="{74466476-6469-9579-B2D2-D9426441C178}"/>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63342A63-9220-7FB2-C5DF-19D5771B0B70}"/>
              </a:ext>
            </a:extLst>
          </p:cNvPr>
          <p:cNvSpPr>
            <a:spLocks noGrp="1"/>
          </p:cNvSpPr>
          <p:nvPr>
            <p:ph type="dt" sz="half" idx="10"/>
          </p:nvPr>
        </p:nvSpPr>
        <p:spPr/>
        <p:txBody>
          <a:bodyPr/>
          <a:lstStyle/>
          <a:p>
            <a:fld id="{15AEB612-F19D-41F6-8873-721850E62818}" type="datetime1">
              <a:rPr lang="en-US" smtClean="0"/>
              <a:t>6/9/2026</a:t>
            </a:fld>
            <a:endParaRPr lang="de-DE" dirty="0"/>
          </a:p>
        </p:txBody>
      </p:sp>
      <p:pic>
        <p:nvPicPr>
          <p:cNvPr id="8" name="Picture 7" descr="efficiency.png"/>
          <p:cNvPicPr>
            <a:picLocks noChangeAspect="1"/>
          </p:cNvPicPr>
          <p:nvPr/>
        </p:nvPicPr>
        <p:blipFill>
          <a:blip r:embed="rId2"/>
          <a:stretch>
            <a:fillRect/>
          </a:stretch>
        </p:blipFill>
        <p:spPr>
          <a:xfrm>
            <a:off x="5349240" y="1779872"/>
            <a:ext cx="6217920" cy="3664014"/>
          </a:xfrm>
          <a:prstGeom prst="rect">
            <a:avLst/>
          </a:prstGeom>
        </p:spPr>
      </p:pic>
      <p:sp>
        <p:nvSpPr>
          <p:cNvPr id="9" name="TextBox 8"/>
          <p:cNvSpPr txBox="1"/>
          <p:nvPr/>
        </p:nvSpPr>
        <p:spPr>
          <a:xfrm>
            <a:off x="5349240" y="5669280"/>
            <a:ext cx="6217920" cy="365760"/>
          </a:xfrm>
          <a:prstGeom prst="rect">
            <a:avLst/>
          </a:prstGeom>
          <a:noFill/>
        </p:spPr>
        <p:txBody>
          <a:bodyPr wrap="square">
            <a:spAutoFit/>
          </a:bodyPr>
          <a:lstStyle/>
          <a:p>
            <a:pPr algn="ctr"/>
            <a:r>
              <a:rPr sz="1200" i="1">
                <a:solidFill>
                  <a:srgbClr val="768692"/>
                </a:solidFill>
              </a:rPr>
              <a:t>Compute saved vs. storage cost; dashed line = viability boundary</a:t>
            </a:r>
          </a:p>
        </p:txBody>
      </p:sp>
    </p:spTree>
    <p:extLst>
      <p:ext uri="{BB962C8B-B14F-4D97-AF65-F5344CB8AC3E}">
        <p14:creationId xmlns:p14="http://schemas.microsoft.com/office/powerpoint/2010/main" val="2342184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E4339-F216-B283-07CD-A48C828A7AF4}"/>
              </a:ext>
            </a:extLst>
          </p:cNvPr>
          <p:cNvSpPr>
            <a:spLocks noGrp="1"/>
          </p:cNvSpPr>
          <p:nvPr>
            <p:ph type="title"/>
          </p:nvPr>
        </p:nvSpPr>
        <p:spPr/>
        <p:txBody>
          <a:bodyPr/>
          <a:lstStyle/>
          <a:p>
            <a:r>
              <a:rPr lang="de-DE" dirty="0" err="1"/>
              <a:t>Conclusion</a:t>
            </a:r>
            <a:endParaRPr lang="en-US" dirty="0"/>
          </a:p>
        </p:txBody>
      </p:sp>
      <p:sp>
        <p:nvSpPr>
          <p:cNvPr id="3" name="Content Placeholder 2">
            <a:extLst>
              <a:ext uri="{FF2B5EF4-FFF2-40B4-BE49-F238E27FC236}">
                <a16:creationId xmlns:a16="http://schemas.microsoft.com/office/drawing/2014/main" id="{0248E10D-607E-7F45-03CA-D493263312D4}"/>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Contributions</a:t>
            </a:r>
            <a:endParaRPr lang="de-DE" dirty="0"/>
          </a:p>
          <a:p>
            <a:pPr lvl="1">
              <a:spcAft>
                <a:spcPts val="400"/>
              </a:spcAft>
            </a:pPr>
            <a:r>
              <a:rPr sz="1800" b="0"/>
              <a:t>Fold-aware fingerprint → no contamination</a:t>
            </a:r>
          </a:p>
          <a:p>
            <a:pPr lvl="1">
              <a:spcAft>
                <a:spcPts val="400"/>
              </a:spcAft>
            </a:pPr>
            <a:r>
              <a:rPr sz="1800" b="0"/>
              <a:t>Order-of-magnitude speedup, reproducible</a:t>
            </a:r>
          </a:p>
          <a:p>
            <a:pPr lvl="1">
              <a:spcAft>
                <a:spcPts val="400"/>
              </a:spcAft>
            </a:pPr>
            <a:r>
              <a:rPr sz="1800" b="0"/>
              <a:t>Bonus: every fold's model preserved</a:t>
            </a:r>
          </a:p>
          <a:p>
            <a:pPr>
              <a:spcBef>
                <a:spcPts val="800"/>
              </a:spcBef>
              <a:spcAft>
                <a:spcPts val="400"/>
              </a:spcAft>
            </a:pPr>
            <a:r>
              <a:rPr sz="2000" b="1">
                <a:solidFill>
                  <a:srgbClr val="FF9E1B"/>
                </a:solidFill>
              </a:rPr>
              <a:t>Takeaways</a:t>
            </a:r>
          </a:p>
          <a:p>
            <a:pPr lvl="1">
              <a:spcAft>
                <a:spcPts val="400"/>
              </a:spcAft>
            </a:pPr>
            <a:r>
              <a:rPr sz="1800" b="0"/>
              <a:t>Caching scales with study size</a:t>
            </a:r>
          </a:p>
          <a:p>
            <a:pPr lvl="1">
              <a:spcAft>
                <a:spcPts val="400"/>
              </a:spcAft>
            </a:pPr>
            <a:r>
              <a:rPr sz="1800" b="0"/>
              <a:t>Method transfers — the numbers don't</a:t>
            </a:r>
          </a:p>
          <a:p>
            <a:pPr lvl="1">
              <a:spcAft>
                <a:spcPts val="400"/>
              </a:spcAft>
            </a:pPr>
            <a:r>
              <a:rPr sz="1800" b="0"/>
              <a:t>RQ1–RQ4: answered</a:t>
            </a:r>
          </a:p>
        </p:txBody>
      </p:sp>
      <p:sp>
        <p:nvSpPr>
          <p:cNvPr id="5" name="Slide Number Placeholder 4">
            <a:extLst>
              <a:ext uri="{FF2B5EF4-FFF2-40B4-BE49-F238E27FC236}">
                <a16:creationId xmlns:a16="http://schemas.microsoft.com/office/drawing/2014/main" id="{EC013FC8-FD04-ACDB-EE34-F1E32EBDD4EB}"/>
              </a:ext>
            </a:extLst>
          </p:cNvPr>
          <p:cNvSpPr>
            <a:spLocks noGrp="1"/>
          </p:cNvSpPr>
          <p:nvPr>
            <p:ph type="sldNum" sz="quarter" idx="12"/>
          </p:nvPr>
        </p:nvSpPr>
        <p:spPr/>
        <p:txBody>
          <a:bodyPr/>
          <a:lstStyle/>
          <a:p>
            <a:fld id="{D836C0FE-70CA-4950-82D6-CF602CC2B770}" type="slidenum">
              <a:rPr lang="de-DE" smtClean="0"/>
              <a:t>9</a:t>
            </a:fld>
            <a:endParaRPr lang="de-DE" dirty="0"/>
          </a:p>
        </p:txBody>
      </p:sp>
      <p:sp>
        <p:nvSpPr>
          <p:cNvPr id="6" name="Footer Placeholder 5">
            <a:extLst>
              <a:ext uri="{FF2B5EF4-FFF2-40B4-BE49-F238E27FC236}">
                <a16:creationId xmlns:a16="http://schemas.microsoft.com/office/drawing/2014/main" id="{CDF247FA-E638-48DF-60EB-5D23E3C1B625}"/>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AE55ED0A-D6F3-B76B-386F-3F7D9D22D2D5}"/>
              </a:ext>
            </a:extLst>
          </p:cNvPr>
          <p:cNvSpPr>
            <a:spLocks noGrp="1"/>
          </p:cNvSpPr>
          <p:nvPr>
            <p:ph type="dt" sz="half" idx="10"/>
          </p:nvPr>
        </p:nvSpPr>
        <p:spPr/>
        <p:txBody>
          <a:bodyPr/>
          <a:lstStyle/>
          <a:p>
            <a:fld id="{4900ED49-DBEC-42B2-A219-5281160C4AC7}" type="datetime1">
              <a:rPr lang="en-US" smtClean="0"/>
              <a:t>6/9/2026</a:t>
            </a:fld>
            <a:endParaRPr lang="de-DE" dirty="0"/>
          </a:p>
        </p:txBody>
      </p:sp>
    </p:spTree>
    <p:extLst>
      <p:ext uri="{BB962C8B-B14F-4D97-AF65-F5344CB8AC3E}">
        <p14:creationId xmlns:p14="http://schemas.microsoft.com/office/powerpoint/2010/main" val="3167271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E5D94F-8829-7A55-4592-BFB67D3692AA}"/>
              </a:ext>
            </a:extLst>
          </p:cNvPr>
          <p:cNvSpPr>
            <a:spLocks noGrp="1"/>
          </p:cNvSpPr>
          <p:nvPr>
            <p:ph type="sldNum" sz="quarter" idx="12"/>
          </p:nvPr>
        </p:nvSpPr>
        <p:spPr/>
        <p:txBody>
          <a:bodyPr/>
          <a:lstStyle/>
          <a:p>
            <a:fld id="{D836C0FE-70CA-4950-82D6-CF602CC2B770}" type="slidenum">
              <a:rPr lang="de-DE" smtClean="0"/>
              <a:t>10</a:t>
            </a:fld>
            <a:endParaRPr lang="de-DE" dirty="0"/>
          </a:p>
        </p:txBody>
      </p:sp>
      <p:sp>
        <p:nvSpPr>
          <p:cNvPr id="3" name="Title 2">
            <a:extLst>
              <a:ext uri="{FF2B5EF4-FFF2-40B4-BE49-F238E27FC236}">
                <a16:creationId xmlns:a16="http://schemas.microsoft.com/office/drawing/2014/main" id="{7DE246DE-663B-36A1-51AA-202A0F892787}"/>
              </a:ext>
            </a:extLst>
          </p:cNvPr>
          <p:cNvSpPr>
            <a:spLocks noGrp="1"/>
          </p:cNvSpPr>
          <p:nvPr>
            <p:ph type="title"/>
          </p:nvPr>
        </p:nvSpPr>
        <p:spPr>
          <a:xfrm>
            <a:off x="2927648" y="2057106"/>
            <a:ext cx="4896544" cy="792000"/>
          </a:xfrm>
        </p:spPr>
        <p:txBody>
          <a:bodyPr/>
          <a:lstStyle/>
          <a:p>
            <a:r>
              <a:rPr lang="en-US" sz="4000" dirty="0"/>
              <a:t>THANK YOU</a:t>
            </a:r>
          </a:p>
        </p:txBody>
      </p:sp>
      <p:sp>
        <p:nvSpPr>
          <p:cNvPr id="4" name="Content Placeholder 3">
            <a:extLst>
              <a:ext uri="{FF2B5EF4-FFF2-40B4-BE49-F238E27FC236}">
                <a16:creationId xmlns:a16="http://schemas.microsoft.com/office/drawing/2014/main" id="{29754CC9-96EB-54E7-58E6-1346DA1048BF}"/>
              </a:ext>
            </a:extLst>
          </p:cNvPr>
          <p:cNvSpPr>
            <a:spLocks noGrp="1"/>
          </p:cNvSpPr>
          <p:nvPr>
            <p:ph idx="1"/>
          </p:nvPr>
        </p:nvSpPr>
        <p:spPr>
          <a:xfrm>
            <a:off x="3071664" y="3501008"/>
            <a:ext cx="3096344" cy="648221"/>
          </a:xfrm>
        </p:spPr>
        <p:txBody>
          <a:bodyPr/>
          <a:lstStyle/>
          <a:p>
            <a:r>
              <a:rPr lang="de-DE" sz="2800" dirty="0"/>
              <a:t>Any Questions? </a:t>
            </a:r>
            <a:endParaRPr lang="en-US" sz="2800" dirty="0"/>
          </a:p>
        </p:txBody>
      </p:sp>
      <p:sp>
        <p:nvSpPr>
          <p:cNvPr id="5" name="Date Placeholder 4">
            <a:extLst>
              <a:ext uri="{FF2B5EF4-FFF2-40B4-BE49-F238E27FC236}">
                <a16:creationId xmlns:a16="http://schemas.microsoft.com/office/drawing/2014/main" id="{202BF403-B219-9B49-5651-A6CDCA80A35E}"/>
              </a:ext>
            </a:extLst>
          </p:cNvPr>
          <p:cNvSpPr>
            <a:spLocks noGrp="1"/>
          </p:cNvSpPr>
          <p:nvPr>
            <p:ph type="dt" sz="half" idx="10"/>
          </p:nvPr>
        </p:nvSpPr>
        <p:spPr/>
        <p:txBody>
          <a:bodyPr/>
          <a:lstStyle/>
          <a:p>
            <a:fld id="{2A09CE31-9316-4BF9-8DA9-E4F37514F421}" type="datetime1">
              <a:rPr lang="en-US" smtClean="0"/>
              <a:t>6/9/2026</a:t>
            </a:fld>
            <a:endParaRPr lang="de-DE" dirty="0"/>
          </a:p>
        </p:txBody>
      </p:sp>
      <p:sp>
        <p:nvSpPr>
          <p:cNvPr id="6" name="Footer Placeholder 5">
            <a:extLst>
              <a:ext uri="{FF2B5EF4-FFF2-40B4-BE49-F238E27FC236}">
                <a16:creationId xmlns:a16="http://schemas.microsoft.com/office/drawing/2014/main" id="{DCB9EF05-E53E-25F7-2C46-1336F97BCFC9}"/>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Tree>
    <p:extLst>
      <p:ext uri="{BB962C8B-B14F-4D97-AF65-F5344CB8AC3E}">
        <p14:creationId xmlns:p14="http://schemas.microsoft.com/office/powerpoint/2010/main" val="3513705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AC963-B7F8-E2A6-222C-CB10A5C9C33D}"/>
              </a:ext>
            </a:extLst>
          </p:cNvPr>
          <p:cNvSpPr>
            <a:spLocks noGrp="1"/>
          </p:cNvSpPr>
          <p:nvPr>
            <p:ph type="title"/>
          </p:nvPr>
        </p:nvSpPr>
        <p:spPr/>
        <p:txBody>
          <a:bodyPr/>
          <a:lstStyle/>
          <a:p>
            <a:r>
              <a:rPr lang="de-DE" dirty="0"/>
              <a:t>Backup Slide</a:t>
            </a:r>
            <a:endParaRPr lang="en-US" dirty="0"/>
          </a:p>
        </p:txBody>
      </p:sp>
      <p:sp>
        <p:nvSpPr>
          <p:cNvPr id="3" name="Content Placeholder 2">
            <a:extLst>
              <a:ext uri="{FF2B5EF4-FFF2-40B4-BE49-F238E27FC236}">
                <a16:creationId xmlns:a16="http://schemas.microsoft.com/office/drawing/2014/main" id="{FEA872F5-BDC3-25C4-7837-1AE29FBB9063}"/>
              </a:ext>
            </a:extLst>
          </p:cNvPr>
          <p:cNvSpPr>
            <a:spLocks noGrp="1"/>
          </p:cNvSpPr>
          <p:nvPr>
            <p:ph idx="1"/>
          </p:nvPr>
        </p:nvSpPr>
        <p:spPr/>
        <p:txBody>
          <a:bodyPr wrap="square"/>
          <a:lstStyle/>
          <a:p>
            <a:pPr marL="285750" indent="-285750">
              <a:spcBef>
                <a:spcPts val="800"/>
              </a:spcBef>
              <a:spcAft>
                <a:spcPts val="400"/>
              </a:spcAft>
              <a:buFont typeface="Arial" panose="020B0604020202020204" pitchFamily="34" charset="0"/>
              <a:buChar char="•"/>
            </a:pPr>
            <a:r>
              <a:rPr sz="2000" b="1">
                <a:solidFill>
                  <a:srgbClr val="FF9E1B"/>
                </a:solidFill>
              </a:rPr>
              <a:t>Backup material</a:t>
            </a:r>
          </a:p>
          <a:p>
            <a:pPr lvl="1">
              <a:spcAft>
                <a:spcPts val="400"/>
              </a:spcAft>
            </a:pPr>
            <a:r>
              <a:rPr sz="1800" b="0"/>
              <a:t>Full 9-config results table (XGB + RF)</a:t>
            </a:r>
          </a:p>
          <a:p>
            <a:pPr lvl="1">
              <a:spcAft>
                <a:spcPts val="400"/>
              </a:spcAft>
            </a:pPr>
            <a:r>
              <a:rPr sz="1800" b="0"/>
              <a:t>η ranking — all 15 models</a:t>
            </a:r>
          </a:p>
          <a:p>
            <a:pPr lvl="1">
              <a:spcAft>
                <a:spcPts val="400"/>
              </a:spcAft>
            </a:pPr>
            <a:r>
              <a:rPr sz="1800" b="0"/>
              <a:t>Confusion matrix + per-class F1 (N1)</a:t>
            </a:r>
          </a:p>
          <a:p>
            <a:pPr lvl="1">
              <a:spcAft>
                <a:spcPts val="400"/>
              </a:spcAft>
            </a:pPr>
            <a:r>
              <a:rPr sz="1800" b="0"/>
              <a:t>Global vs. per-fold selection (≤1.1%)</a:t>
            </a:r>
          </a:p>
        </p:txBody>
      </p:sp>
      <p:sp>
        <p:nvSpPr>
          <p:cNvPr id="5" name="Slide Number Placeholder 4">
            <a:extLst>
              <a:ext uri="{FF2B5EF4-FFF2-40B4-BE49-F238E27FC236}">
                <a16:creationId xmlns:a16="http://schemas.microsoft.com/office/drawing/2014/main" id="{086F2067-747A-CF89-32B4-CDB85D6E6380}"/>
              </a:ext>
            </a:extLst>
          </p:cNvPr>
          <p:cNvSpPr>
            <a:spLocks noGrp="1"/>
          </p:cNvSpPr>
          <p:nvPr>
            <p:ph type="sldNum" sz="quarter" idx="12"/>
          </p:nvPr>
        </p:nvSpPr>
        <p:spPr/>
        <p:txBody>
          <a:bodyPr/>
          <a:lstStyle/>
          <a:p>
            <a:fld id="{D836C0FE-70CA-4950-82D6-CF602CC2B770}" type="slidenum">
              <a:rPr lang="de-DE" smtClean="0"/>
              <a:t>11</a:t>
            </a:fld>
            <a:endParaRPr lang="de-DE" dirty="0"/>
          </a:p>
        </p:txBody>
      </p:sp>
      <p:sp>
        <p:nvSpPr>
          <p:cNvPr id="6" name="Footer Placeholder 5">
            <a:extLst>
              <a:ext uri="{FF2B5EF4-FFF2-40B4-BE49-F238E27FC236}">
                <a16:creationId xmlns:a16="http://schemas.microsoft.com/office/drawing/2014/main" id="{F5EB9FFD-FD4B-F1E1-DF91-340B30F3F117}"/>
              </a:ext>
            </a:extLst>
          </p:cNvPr>
          <p:cNvSpPr>
            <a:spLocks noGrp="1"/>
          </p:cNvSpPr>
          <p:nvPr>
            <p:ph type="ftr" sz="quarter" idx="11"/>
          </p:nvPr>
        </p:nvSpPr>
        <p:spPr/>
        <p:txBody>
          <a:bodyPr/>
          <a:lstStyle/>
          <a:p>
            <a:r>
              <a:rPr lang="en-US" dirty="0"/>
              <a:t>Lennart Gorzel Fingerprint-Based Caching for Leave-One-Subject-Out Cross-Validation</a:t>
            </a:r>
            <a:endParaRPr lang="de-DE" dirty="0"/>
          </a:p>
        </p:txBody>
      </p:sp>
      <p:sp>
        <p:nvSpPr>
          <p:cNvPr id="7" name="Date Placeholder 6">
            <a:extLst>
              <a:ext uri="{FF2B5EF4-FFF2-40B4-BE49-F238E27FC236}">
                <a16:creationId xmlns:a16="http://schemas.microsoft.com/office/drawing/2014/main" id="{DF21DD3F-5C2C-BE83-7793-836D5098B780}"/>
              </a:ext>
            </a:extLst>
          </p:cNvPr>
          <p:cNvSpPr>
            <a:spLocks noGrp="1"/>
          </p:cNvSpPr>
          <p:nvPr>
            <p:ph type="dt" sz="half" idx="10"/>
          </p:nvPr>
        </p:nvSpPr>
        <p:spPr/>
        <p:txBody>
          <a:bodyPr/>
          <a:lstStyle/>
          <a:p>
            <a:fld id="{310F5A52-0074-4F38-8685-91157C589AF1}" type="datetime1">
              <a:rPr lang="en-US" smtClean="0"/>
              <a:t>6/9/2026</a:t>
            </a:fld>
            <a:endParaRPr lang="de-DE" dirty="0"/>
          </a:p>
        </p:txBody>
      </p:sp>
    </p:spTree>
    <p:extLst>
      <p:ext uri="{BB962C8B-B14F-4D97-AF65-F5344CB8AC3E}">
        <p14:creationId xmlns:p14="http://schemas.microsoft.com/office/powerpoint/2010/main" val="2719296134"/>
      </p:ext>
    </p:extLst>
  </p:cSld>
  <p:clrMapOvr>
    <a:masterClrMapping/>
  </p:clrMapOvr>
</p:sld>
</file>

<file path=ppt/theme/theme1.xml><?xml version="1.0" encoding="utf-8"?>
<a:theme xmlns:a="http://schemas.openxmlformats.org/drawingml/2006/main" name="IMC University of Applied Sciences">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E4E7E9"/>
        </a:solidFill>
        <a:ln>
          <a:noFill/>
        </a:ln>
      </a:spPr>
      <a:bodyPr rtlCol="0" anchor="ctr"/>
      <a:lstStyle>
        <a:defPPr algn="ctr">
          <a:lnSpc>
            <a:spcPct val="120000"/>
          </a:lnSpc>
          <a:defRPr sz="160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80000" indent="-180000" algn="l">
          <a:lnSpc>
            <a:spcPct val="120000"/>
          </a:lnSpc>
          <a:spcBef>
            <a:spcPts val="800"/>
          </a:spcBef>
          <a:buFont typeface="Arial" panose="020B0604020202020204" pitchFamily="34" charset="0"/>
          <a:buChar char="•"/>
          <a:defRPr sz="1600" dirty="0" smtClean="0"/>
        </a:defPPr>
      </a:lstStyle>
    </a:txDef>
  </a:objectDefaults>
  <a:extraClrSchemeLst/>
  <a:custClrLst>
    <a:custClr name="Corporate 1">
      <a:srgbClr val="768692"/>
    </a:custClr>
    <a:custClr name="R 156, G 168, B 178">
      <a:srgbClr val="9CA8B2"/>
    </a:custClr>
    <a:custClr name="R 199, G 206, B 211">
      <a:srgbClr val="C7CED3"/>
    </a:custClr>
    <a:custClr name="R 228, G 231, B 233">
      <a:srgbClr val="E4E7E9"/>
    </a:custClr>
    <a:custClr name="Corporate 2">
      <a:srgbClr val="FF9E1B"/>
    </a:custClr>
    <a:custClr name="R 255, G 191, B 113">
      <a:srgbClr val="FFBF71"/>
    </a:custClr>
    <a:custClr name="R 255, G 227, B 193">
      <a:srgbClr val="FFE3C1"/>
    </a:custClr>
    <a:custClr name="Health">
      <a:srgbClr val="98D801"/>
    </a:custClr>
    <a:custClr name="Sciences Technology">
      <a:srgbClr val="F94868"/>
    </a:custClr>
    <a:custClr name="Business">
      <a:srgbClr val="608EE4"/>
    </a:custClr>
  </a:custClrLst>
  <a:extLst>
    <a:ext uri="{05A4C25C-085E-4340-85A3-A5531E510DB2}">
      <thm15:themeFamily xmlns:thm15="http://schemas.microsoft.com/office/thememl/2012/main" name="K16_IMC_University of Applied Sciences_Master_V01_Step2-3_JZ.potx" id="{A9C88A37-7579-4282-81DA-CB825925CDD9}" vid="{581FEE8C-078B-432F-818D-792EE54338A3}"/>
    </a:ext>
  </a:extLst>
</a:theme>
</file>

<file path=ppt/theme/theme2.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IMC Fachhochschule Krems">
      <a:dk1>
        <a:sysClr val="windowText" lastClr="000000"/>
      </a:dk1>
      <a:lt1>
        <a:sysClr val="window" lastClr="FFFFFF"/>
      </a:lt1>
      <a:dk2>
        <a:srgbClr val="FF9E1B"/>
      </a:dk2>
      <a:lt2>
        <a:srgbClr val="768692"/>
      </a:lt2>
      <a:accent1>
        <a:srgbClr val="768692"/>
      </a:accent1>
      <a:accent2>
        <a:srgbClr val="FF9E1B"/>
      </a:accent2>
      <a:accent3>
        <a:srgbClr val="9CA8B2"/>
      </a:accent3>
      <a:accent4>
        <a:srgbClr val="FFBF71"/>
      </a:accent4>
      <a:accent5>
        <a:srgbClr val="C7CED3"/>
      </a:accent5>
      <a:accent6>
        <a:srgbClr val="FFE3C1"/>
      </a:accent6>
      <a:hlink>
        <a:srgbClr val="000000"/>
      </a:hlink>
      <a:folHlink>
        <a:srgbClr val="FF9E1B"/>
      </a:folHlink>
    </a:clrScheme>
    <a:fontScheme name="IMC Fachhochschule Krems">
      <a:majorFont>
        <a:latin typeface="Cambr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D83E27456E09B48A25895BFE4669E77" ma:contentTypeVersion="0" ma:contentTypeDescription="Create a new document." ma:contentTypeScope="" ma:versionID="b7fbf12b071be988876e1af66ff50ea6">
  <xsd:schema xmlns:xsd="http://www.w3.org/2001/XMLSchema" xmlns:xs="http://www.w3.org/2001/XMLSchema" xmlns:p="http://schemas.microsoft.com/office/2006/metadata/properties" targetNamespace="http://schemas.microsoft.com/office/2006/metadata/properties" ma:root="true" ma:fieldsID="500c6692915ba10984c0aabd49f31b22">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961CBC6-B3D0-4347-B55C-8DEF3C513B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C05C4301-C29D-407B-9381-82889EE8729E}">
  <ds:schemaRefs>
    <ds:schemaRef ds:uri="http://schemas.microsoft.com/office/2006/metadata/properties"/>
    <ds:schemaRef ds:uri="http://schemas.microsoft.com/office/infopath/2007/PartnerControls"/>
    <ds:schemaRef ds:uri="b9b608ed-55ea-456b-aacf-2e68fc65065e"/>
  </ds:schemaRefs>
</ds:datastoreItem>
</file>

<file path=customXml/itemProps3.xml><?xml version="1.0" encoding="utf-8"?>
<ds:datastoreItem xmlns:ds="http://schemas.openxmlformats.org/officeDocument/2006/customXml" ds:itemID="{E173F5B9-CA92-4B94-AB61-4BBEAEC9764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IMC_Master</Template>
  <TotalTime>0</TotalTime>
  <Words>399</Words>
  <Application>Microsoft Office PowerPoint</Application>
  <PresentationFormat>Breitbild</PresentationFormat>
  <Paragraphs>84</Paragraphs>
  <Slides>11</Slides>
  <Notes>1</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11</vt:i4>
      </vt:variant>
    </vt:vector>
  </HeadingPairs>
  <TitlesOfParts>
    <vt:vector size="14" baseType="lpstr">
      <vt:lpstr>Arial</vt:lpstr>
      <vt:lpstr>Cambria</vt:lpstr>
      <vt:lpstr>IMC University of Applied Sciences</vt:lpstr>
      <vt:lpstr>PowerPoint-Präsentation</vt:lpstr>
      <vt:lpstr>Outline</vt:lpstr>
      <vt:lpstr>Motivation</vt:lpstr>
      <vt:lpstr>State of the art</vt:lpstr>
      <vt:lpstr>Model</vt:lpstr>
      <vt:lpstr>Implementation</vt:lpstr>
      <vt:lpstr>Results a </vt:lpstr>
      <vt:lpstr>Results b </vt:lpstr>
      <vt:lpstr>Conclusion</vt:lpstr>
      <vt:lpstr>THANK YOU</vt:lpstr>
      <vt:lpstr>Backup Slide</vt:lpstr>
    </vt:vector>
  </TitlesOfParts>
  <Company>IMC Krems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Informatics</dc:title>
  <dc:creator>Sarita Paudel</dc:creator>
  <cp:lastModifiedBy>Lennart Gorzel</cp:lastModifiedBy>
  <cp:revision>33</cp:revision>
  <dcterms:created xsi:type="dcterms:W3CDTF">2023-08-25T11:40:22Z</dcterms:created>
  <dcterms:modified xsi:type="dcterms:W3CDTF">2026-06-08T23:15:28Z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0x010100DD83E27456E09B48A25895BFE4669E77</vt:lpwstr>
  </property>
</Properties>
</file>