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media/image1.svg" ContentType="image/svg+xml"/>
  <Override PartName="/ppt/media/image2.svg" ContentType="image/svg+xml"/>
  <Override PartName="/ppt/media/image3.svg" ContentType="image/svg+xml"/>
  <Override PartName="/ppt/media/image4.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4"/>
  </p:sldMasterIdLst>
  <p:notesMasterIdLst>
    <p:notesMasterId r:id="rId16"/>
  </p:notesMasterIdLst>
  <p:handoutMasterIdLst>
    <p:handoutMasterId r:id="rId17"/>
  </p:handoutMasterIdLst>
  <p:sldIdLst>
    <p:sldId id="4316" r:id="rId5"/>
    <p:sldId id="4435" r:id="rId6"/>
    <p:sldId id="4436" r:id="rId7"/>
    <p:sldId id="4437" r:id="rId8"/>
    <p:sldId id="4439" r:id="rId9"/>
    <p:sldId id="4447" r:id="rId10"/>
    <p:sldId id="4441" r:id="rId11"/>
    <p:sldId id="4448" r:id="rId12"/>
    <p:sldId id="4442" r:id="rId13"/>
    <p:sldId id="4446" r:id="rId14"/>
    <p:sldId id="4443" r:id="rId15"/>
    <p:sldId id="4449" r:id="rId22"/>
    <p:sldId id="4450" r:id="rId23"/>
    <p:sldId id="4451" r:id="rId24"/>
    <p:sldId id="4452" r:id="rId25"/>
  </p:sldIdLst>
  <p:sldSz cx="12192000" cy="6858000"/>
  <p:notesSz cx="6858000" cy="91440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Layout-Beispiele" id="{B1B80792-C706-4248-93F1-D506A758C0A1}">
          <p14:sldIdLst>
            <p14:sldId id="4316"/>
            <p14:sldId id="4435"/>
            <p14:sldId id="4436"/>
            <p14:sldId id="4437"/>
            <p14:sldId id="4439"/>
            <p14:sldId id="4447"/>
            <p14:sldId id="4441"/>
            <p14:sldId id="4448"/>
            <p14:sldId id="4442"/>
            <p14:sldId id="4446"/>
            <p14:sldId id="4443"/>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Keine Formatvorlage, kein Raster">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2591" autoAdjust="0"/>
    <p:restoredTop sz="55327" autoAdjust="0"/>
  </p:normalViewPr>
  <p:slideViewPr>
    <p:cSldViewPr showGuides="1">
      <p:cViewPr varScale="1">
        <p:scale>
          <a:sx n="83" d="100"/>
          <a:sy n="83" d="100"/>
        </p:scale>
        <p:origin x="150" y="1920"/>
      </p:cViewPr>
      <p:guideLst/>
    </p:cSldViewPr>
  </p:slideViewPr>
  <p:notesTextViewPr>
    <p:cViewPr>
      <p:scale>
        <a:sx n="1" d="1"/>
        <a:sy n="1" d="1"/>
      </p:scale>
      <p:origin x="0" y="0"/>
    </p:cViewPr>
  </p:notesTextViewPr>
  <p:sorterViewPr>
    <p:cViewPr>
      <p:scale>
        <a:sx n="66" d="100"/>
        <a:sy n="66" d="100"/>
      </p:scale>
      <p:origin x="0" y="0"/>
    </p:cViewPr>
  </p:sorterViewPr>
  <p:notesViewPr>
    <p:cSldViewPr showGuides="1">
      <p:cViewPr>
        <p:scale>
          <a:sx n="66" d="100"/>
          <a:sy n="66" d="100"/>
        </p:scale>
        <p:origin x="3354" y="444"/>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notesMaster" Target="notesMasters/notesMaster1.xml"/><Relationship Id="rId17" Type="http://schemas.openxmlformats.org/officeDocument/2006/relationships/handoutMaster" Target="handoutMasters/handout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 Id="rId22" Type="http://schemas.openxmlformats.org/officeDocument/2006/relationships/slide" Target="slides/slide12.xml"/><Relationship Id="rId23" Type="http://schemas.openxmlformats.org/officeDocument/2006/relationships/slide" Target="slides/slide13.xml"/><Relationship Id="rId24" Type="http://schemas.openxmlformats.org/officeDocument/2006/relationships/slide" Target="slides/slide14.xml"/><Relationship Id="rId25" Type="http://schemas.openxmlformats.org/officeDocument/2006/relationships/slide" Target="slides/slide15.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a:extLst>
              <a:ext uri="{FF2B5EF4-FFF2-40B4-BE49-F238E27FC236}">
                <a16:creationId xmlns:a16="http://schemas.microsoft.com/office/drawing/2014/main" id="{E15F8177-9F15-A215-F3C4-749F9F8A0EDF}"/>
              </a:ext>
            </a:extLst>
          </p:cNvPr>
          <p:cNvSpPr>
            <a:spLocks noGrp="1"/>
          </p:cNvSpPr>
          <p:nvPr>
            <p:ph type="hdr" sz="quarter"/>
          </p:nvPr>
        </p:nvSpPr>
        <p:spPr>
          <a:xfrm>
            <a:off x="477000" y="324000"/>
            <a:ext cx="2952000" cy="216000"/>
          </a:xfrm>
          <a:prstGeom prst="rect">
            <a:avLst/>
          </a:prstGeom>
        </p:spPr>
        <p:txBody>
          <a:bodyPr vert="horz" lIns="0" tIns="0" rIns="0" bIns="0" rtlCol="0"/>
          <a:lstStyle>
            <a:lvl1pPr algn="l">
              <a:defRPr sz="1200"/>
            </a:lvl1pPr>
          </a:lstStyle>
          <a:p>
            <a:endParaRPr lang="de-DE" dirty="0"/>
          </a:p>
        </p:txBody>
      </p:sp>
      <p:sp>
        <p:nvSpPr>
          <p:cNvPr id="4" name="Fußzeilenplatzhalter 3">
            <a:extLst>
              <a:ext uri="{FF2B5EF4-FFF2-40B4-BE49-F238E27FC236}">
                <a16:creationId xmlns:a16="http://schemas.microsoft.com/office/drawing/2014/main" id="{A63E3666-93B0-A358-FB9D-381E2C03CCBC}"/>
              </a:ext>
            </a:extLst>
          </p:cNvPr>
          <p:cNvSpPr>
            <a:spLocks noGrp="1"/>
          </p:cNvSpPr>
          <p:nvPr>
            <p:ph type="ftr" sz="quarter" idx="2"/>
          </p:nvPr>
        </p:nvSpPr>
        <p:spPr>
          <a:xfrm>
            <a:off x="479423" y="8676000"/>
            <a:ext cx="5112000" cy="144000"/>
          </a:xfrm>
          <a:prstGeom prst="rect">
            <a:avLst/>
          </a:prstGeom>
        </p:spPr>
        <p:txBody>
          <a:bodyPr vert="horz" lIns="0" tIns="0" rIns="0" bIns="0" rtlCol="0" anchor="ctr" anchorCtr="0"/>
          <a:lstStyle>
            <a:lvl1pPr algn="l">
              <a:defRPr sz="1200"/>
            </a:lvl1pPr>
          </a:lstStyle>
          <a:p>
            <a:endParaRPr lang="de-DE" sz="800" dirty="0"/>
          </a:p>
        </p:txBody>
      </p:sp>
      <p:sp>
        <p:nvSpPr>
          <p:cNvPr id="5" name="Foliennummernplatzhalter 4">
            <a:extLst>
              <a:ext uri="{FF2B5EF4-FFF2-40B4-BE49-F238E27FC236}">
                <a16:creationId xmlns:a16="http://schemas.microsoft.com/office/drawing/2014/main" id="{151CD7CC-0A62-7BB1-722B-C6E491D37056}"/>
              </a:ext>
            </a:extLst>
          </p:cNvPr>
          <p:cNvSpPr>
            <a:spLocks noGrp="1"/>
          </p:cNvSpPr>
          <p:nvPr>
            <p:ph type="sldNum" sz="quarter" idx="3"/>
          </p:nvPr>
        </p:nvSpPr>
        <p:spPr>
          <a:xfrm>
            <a:off x="5661000" y="8676000"/>
            <a:ext cx="720000" cy="144000"/>
          </a:xfrm>
          <a:prstGeom prst="rect">
            <a:avLst/>
          </a:prstGeom>
        </p:spPr>
        <p:txBody>
          <a:bodyPr vert="horz" lIns="0" tIns="0" rIns="0" bIns="0" rtlCol="0" anchor="ctr" anchorCtr="0"/>
          <a:lstStyle>
            <a:lvl1pPr algn="r">
              <a:defRPr sz="1200"/>
            </a:lvl1pPr>
          </a:lstStyle>
          <a:p>
            <a:fld id="{27294502-B475-4000-8BE3-099734D1677B}" type="slidenum">
              <a:rPr lang="de-DE" sz="800" smtClean="0"/>
              <a:t>‹Nr.›</a:t>
            </a:fld>
            <a:endParaRPr lang="de-DE" sz="800" dirty="0"/>
          </a:p>
        </p:txBody>
      </p:sp>
    </p:spTree>
    <p:extLst>
      <p:ext uri="{BB962C8B-B14F-4D97-AF65-F5344CB8AC3E}">
        <p14:creationId xmlns:p14="http://schemas.microsoft.com/office/powerpoint/2010/main" val="822996847"/>
      </p:ext>
    </p:extLst>
  </p:cSld>
  <p:clrMap bg1="lt1" tx1="dk1" bg2="lt2" tx2="dk2" accent1="accent1" accent2="accent2" accent3="accent3" accent4="accent4" accent5="accent5" accent6="accent6" hlink="hlink" folHlink="folHlink"/>
  <p:extLst>
    <p:ext uri="{56416CCD-93CA-4268-BC5B-53C4BB910035}">
      <p15:sldGuideLst xmlns:p15="http://schemas.microsoft.com/office/powerpoint/2012/main">
        <p15:guide id="1" orient="horz" pos="2880" userDrawn="1">
          <p15:clr>
            <a:srgbClr val="F26B43"/>
          </p15:clr>
        </p15:guide>
        <p15:guide id="2" pos="302" userDrawn="1">
          <p15:clr>
            <a:srgbClr val="F26B43"/>
          </p15:clr>
        </p15:guide>
        <p15:guide id="3" pos="4021" userDrawn="1">
          <p15:clr>
            <a:srgbClr val="F26B43"/>
          </p15:clr>
        </p15:guide>
      </p15:sldGuideLst>
    </p:ext>
  </p:extLst>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477000" y="324000"/>
            <a:ext cx="2952000" cy="216000"/>
          </a:xfrm>
          <a:prstGeom prst="rect">
            <a:avLst/>
          </a:prstGeom>
        </p:spPr>
        <p:txBody>
          <a:bodyPr vert="horz" lIns="0" tIns="0" rIns="0" bIns="0" rtlCol="0" anchor="ctr" anchorCtr="0"/>
          <a:lstStyle>
            <a:lvl1pPr algn="l">
              <a:defRPr sz="1200"/>
            </a:lvl1pPr>
          </a:lstStyle>
          <a:p>
            <a:endParaRPr lang="de-DE" dirty="0"/>
          </a:p>
        </p:txBody>
      </p:sp>
      <p:sp>
        <p:nvSpPr>
          <p:cNvPr id="4" name="Folienbildplatzhalter 3"/>
          <p:cNvSpPr>
            <a:spLocks noGrp="1" noRot="1" noChangeAspect="1"/>
          </p:cNvSpPr>
          <p:nvPr>
            <p:ph type="sldImg" idx="2"/>
          </p:nvPr>
        </p:nvSpPr>
        <p:spPr>
          <a:xfrm>
            <a:off x="479425" y="828000"/>
            <a:ext cx="5903913" cy="3320951"/>
          </a:xfrm>
          <a:prstGeom prst="rect">
            <a:avLst/>
          </a:prstGeom>
          <a:noFill/>
          <a:ln w="6350">
            <a:solidFill>
              <a:schemeClr val="bg2"/>
            </a:solidFill>
          </a:ln>
        </p:spPr>
        <p:txBody>
          <a:bodyPr vert="horz" lIns="91440" tIns="45720" rIns="91440" bIns="45720" rtlCol="0" anchor="ctr"/>
          <a:lstStyle/>
          <a:p>
            <a:endParaRPr lang="de-DE" dirty="0"/>
          </a:p>
        </p:txBody>
      </p:sp>
      <p:sp>
        <p:nvSpPr>
          <p:cNvPr id="5" name="Notizenplatzhalter 4"/>
          <p:cNvSpPr>
            <a:spLocks noGrp="1"/>
          </p:cNvSpPr>
          <p:nvPr>
            <p:ph type="body" sz="quarter" idx="3"/>
          </p:nvPr>
        </p:nvSpPr>
        <p:spPr>
          <a:xfrm>
            <a:off x="479425" y="4428000"/>
            <a:ext cx="5903913" cy="4032000"/>
          </a:xfrm>
          <a:prstGeom prst="rect">
            <a:avLst/>
          </a:prstGeom>
        </p:spPr>
        <p:txBody>
          <a:bodyPr vert="horz" lIns="0" tIns="0" rIns="0" bIns="0" rtlCol="0"/>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a:p>
            <a:pPr lvl="5"/>
            <a:r>
              <a:rPr lang="de-DE" dirty="0"/>
              <a:t>Sechste Ebene</a:t>
            </a:r>
          </a:p>
          <a:p>
            <a:pPr lvl="6"/>
            <a:r>
              <a:rPr lang="de-DE" dirty="0"/>
              <a:t>Siebte Ebene</a:t>
            </a:r>
          </a:p>
          <a:p>
            <a:pPr lvl="7"/>
            <a:r>
              <a:rPr lang="de-DE" dirty="0"/>
              <a:t>Achte Ebene</a:t>
            </a:r>
          </a:p>
          <a:p>
            <a:pPr lvl="8"/>
            <a:r>
              <a:rPr lang="de-DE" dirty="0"/>
              <a:t>Neunte Ebene</a:t>
            </a:r>
          </a:p>
        </p:txBody>
      </p:sp>
      <p:sp>
        <p:nvSpPr>
          <p:cNvPr id="6" name="Fußzeilenplatzhalter 5"/>
          <p:cNvSpPr>
            <a:spLocks noGrp="1"/>
          </p:cNvSpPr>
          <p:nvPr>
            <p:ph type="ftr" sz="quarter" idx="4"/>
          </p:nvPr>
        </p:nvSpPr>
        <p:spPr>
          <a:xfrm>
            <a:off x="477000" y="8685213"/>
            <a:ext cx="5112000" cy="144000"/>
          </a:xfrm>
          <a:prstGeom prst="rect">
            <a:avLst/>
          </a:prstGeom>
        </p:spPr>
        <p:txBody>
          <a:bodyPr vert="horz" lIns="0" tIns="0" rIns="0" bIns="0" rtlCol="0" anchor="ctr" anchorCtr="0"/>
          <a:lstStyle>
            <a:lvl1pPr algn="l">
              <a:defRPr sz="800"/>
            </a:lvl1pPr>
          </a:lstStyle>
          <a:p>
            <a:endParaRPr lang="de-DE" dirty="0"/>
          </a:p>
        </p:txBody>
      </p:sp>
      <p:sp>
        <p:nvSpPr>
          <p:cNvPr id="7" name="Foliennummernplatzhalter 6"/>
          <p:cNvSpPr>
            <a:spLocks noGrp="1"/>
          </p:cNvSpPr>
          <p:nvPr>
            <p:ph type="sldNum" sz="quarter" idx="5"/>
          </p:nvPr>
        </p:nvSpPr>
        <p:spPr>
          <a:xfrm>
            <a:off x="5661000" y="8685213"/>
            <a:ext cx="720000" cy="144000"/>
          </a:xfrm>
          <a:prstGeom prst="rect">
            <a:avLst/>
          </a:prstGeom>
        </p:spPr>
        <p:txBody>
          <a:bodyPr vert="horz" lIns="0" tIns="0" rIns="0" bIns="0" rtlCol="0" anchor="ctr" anchorCtr="0"/>
          <a:lstStyle>
            <a:lvl1pPr algn="r">
              <a:defRPr sz="800"/>
            </a:lvl1pPr>
          </a:lstStyle>
          <a:p>
            <a:fld id="{160CD836-151D-406C-BB8C-1AD153EDB684}" type="slidenum">
              <a:rPr lang="de-DE" smtClean="0"/>
              <a:pPr/>
              <a:t>‹Nr.›</a:t>
            </a:fld>
            <a:endParaRPr lang="de-DE" dirty="0"/>
          </a:p>
        </p:txBody>
      </p:sp>
    </p:spTree>
    <p:extLst>
      <p:ext uri="{BB962C8B-B14F-4D97-AF65-F5344CB8AC3E}">
        <p14:creationId xmlns:p14="http://schemas.microsoft.com/office/powerpoint/2010/main" val="2189108648"/>
      </p:ext>
    </p:extLst>
  </p:cSld>
  <p:clrMap bg1="lt1" tx1="dk1" bg2="lt2" tx2="dk2" accent1="accent1" accent2="accent2" accent3="accent3" accent4="accent4" accent5="accent5" accent6="accent6" hlink="hlink" folHlink="folHlink"/>
  <p:notesStyle>
    <a:lvl1pPr marL="0" algn="l" defTabSz="914400" rtl="0" eaLnBrk="1" latinLnBrk="0" hangingPunct="1">
      <a:lnSpc>
        <a:spcPct val="120000"/>
      </a:lnSpc>
      <a:spcBef>
        <a:spcPts val="600"/>
      </a:spcBef>
      <a:spcAft>
        <a:spcPts val="300"/>
      </a:spcAft>
      <a:defRPr sz="1200" kern="1200">
        <a:solidFill>
          <a:schemeClr val="tx1"/>
        </a:solidFill>
        <a:latin typeface="+mn-lt"/>
        <a:ea typeface="+mn-ea"/>
        <a:cs typeface="+mn-cs"/>
      </a:defRPr>
    </a:lvl1pPr>
    <a:lvl2pPr marL="0" indent="0" algn="l" defTabSz="914400" rtl="0" eaLnBrk="1" latinLnBrk="0" hangingPunct="1">
      <a:lnSpc>
        <a:spcPct val="120000"/>
      </a:lnSpc>
      <a:spcBef>
        <a:spcPts val="1200"/>
      </a:spcBef>
      <a:defRPr sz="1400" b="1" kern="1200">
        <a:solidFill>
          <a:schemeClr val="tx1"/>
        </a:solidFill>
        <a:latin typeface="+mj-lt"/>
        <a:ea typeface="+mn-ea"/>
        <a:cs typeface="+mn-cs"/>
      </a:defRPr>
    </a:lvl2pPr>
    <a:lvl3pPr marL="144000" indent="-144000" algn="l" defTabSz="914400" rtl="0" eaLnBrk="1" latinLnBrk="0" hangingPunct="1">
      <a:lnSpc>
        <a:spcPct val="120000"/>
      </a:lnSpc>
      <a:spcBef>
        <a:spcPts val="600"/>
      </a:spcBef>
      <a:buFont typeface="Arial" panose="020B0604020202020204" pitchFamily="34" charset="0"/>
      <a:buChar char="•"/>
      <a:defRPr sz="1200" kern="1200">
        <a:solidFill>
          <a:schemeClr val="tx1"/>
        </a:solidFill>
        <a:latin typeface="+mn-lt"/>
        <a:ea typeface="+mn-ea"/>
        <a:cs typeface="+mn-cs"/>
      </a:defRPr>
    </a:lvl3pPr>
    <a:lvl4pPr marL="288000" indent="-144000" algn="l" defTabSz="914400" rtl="0" eaLnBrk="1" latinLnBrk="0" hangingPunct="1">
      <a:lnSpc>
        <a:spcPct val="120000"/>
      </a:lnSpc>
      <a:spcBef>
        <a:spcPts val="600"/>
      </a:spcBef>
      <a:buFont typeface="Arial" panose="020B0604020202020204" pitchFamily="34" charset="0"/>
      <a:buChar char="•"/>
      <a:defRPr sz="1200" kern="1200">
        <a:solidFill>
          <a:schemeClr val="tx1"/>
        </a:solidFill>
        <a:latin typeface="+mn-lt"/>
        <a:ea typeface="+mn-ea"/>
        <a:cs typeface="+mn-cs"/>
      </a:defRPr>
    </a:lvl4pPr>
    <a:lvl5pPr marL="288000" indent="-144000" algn="l" defTabSz="914400" rtl="0" eaLnBrk="1" latinLnBrk="0" hangingPunct="1">
      <a:lnSpc>
        <a:spcPct val="120000"/>
      </a:lnSpc>
      <a:spcBef>
        <a:spcPts val="600"/>
      </a:spcBef>
      <a:buFont typeface="Arial" panose="020B0604020202020204" pitchFamily="34" charset="0"/>
      <a:buChar char="•"/>
      <a:defRPr sz="1200" kern="1200">
        <a:solidFill>
          <a:schemeClr val="tx1"/>
        </a:solidFill>
        <a:latin typeface="+mn-lt"/>
        <a:ea typeface="+mn-ea"/>
        <a:cs typeface="+mn-cs"/>
      </a:defRPr>
    </a:lvl5pPr>
    <a:lvl6pPr marL="288000" indent="-144000" algn="l" defTabSz="914400" rtl="0" eaLnBrk="1" latinLnBrk="0" hangingPunct="1">
      <a:lnSpc>
        <a:spcPct val="120000"/>
      </a:lnSpc>
      <a:spcBef>
        <a:spcPts val="600"/>
      </a:spcBef>
      <a:buFont typeface="Arial" panose="020B0604020202020204" pitchFamily="34" charset="0"/>
      <a:buChar char="•"/>
      <a:defRPr sz="1200" kern="1200">
        <a:solidFill>
          <a:schemeClr val="tx1"/>
        </a:solidFill>
        <a:latin typeface="+mn-lt"/>
        <a:ea typeface="+mn-ea"/>
        <a:cs typeface="+mn-cs"/>
      </a:defRPr>
    </a:lvl6pPr>
    <a:lvl7pPr marL="288000" indent="-144000" algn="l" defTabSz="914400" rtl="0" eaLnBrk="1" latinLnBrk="0" hangingPunct="1">
      <a:lnSpc>
        <a:spcPct val="120000"/>
      </a:lnSpc>
      <a:spcBef>
        <a:spcPts val="600"/>
      </a:spcBef>
      <a:buFont typeface="Arial" panose="020B0604020202020204" pitchFamily="34" charset="0"/>
      <a:buChar char="•"/>
      <a:defRPr sz="1200" kern="1200">
        <a:solidFill>
          <a:schemeClr val="tx1"/>
        </a:solidFill>
        <a:latin typeface="+mn-lt"/>
        <a:ea typeface="+mn-ea"/>
        <a:cs typeface="+mn-cs"/>
      </a:defRPr>
    </a:lvl7pPr>
    <a:lvl8pPr marL="288000" indent="-144000" algn="l" defTabSz="914400" rtl="0" eaLnBrk="1" latinLnBrk="0" hangingPunct="1">
      <a:lnSpc>
        <a:spcPct val="120000"/>
      </a:lnSpc>
      <a:spcBef>
        <a:spcPts val="600"/>
      </a:spcBef>
      <a:buFont typeface="Arial" panose="020B0604020202020204" pitchFamily="34" charset="0"/>
      <a:buChar char="•"/>
      <a:defRPr sz="1200" kern="1200">
        <a:solidFill>
          <a:schemeClr val="tx1"/>
        </a:solidFill>
        <a:latin typeface="+mn-lt"/>
        <a:ea typeface="+mn-ea"/>
        <a:cs typeface="+mn-cs"/>
      </a:defRPr>
    </a:lvl8pPr>
    <a:lvl9pPr marL="288000" indent="-144000" algn="l" defTabSz="914400" rtl="0" eaLnBrk="1" latinLnBrk="0" hangingPunct="1">
      <a:lnSpc>
        <a:spcPct val="120000"/>
      </a:lnSpc>
      <a:spcBef>
        <a:spcPts val="600"/>
      </a:spcBef>
      <a:buFont typeface="Arial" panose="020B0604020202020204" pitchFamily="34" charset="0"/>
      <a:buChar char="•"/>
      <a:defRPr sz="1200" kern="1200">
        <a:solidFill>
          <a:schemeClr val="tx1"/>
        </a:solidFill>
        <a:latin typeface="+mn-lt"/>
        <a:ea typeface="+mn-ea"/>
        <a:cs typeface="+mn-cs"/>
      </a:defRPr>
    </a:lvl9pPr>
  </p:notesStyle>
  <p:extLst>
    <p:ext uri="{620B2872-D7B9-4A21-9093-7833F8D536E1}">
      <p15:sldGuideLst xmlns:p15="http://schemas.microsoft.com/office/powerpoint/2012/main">
        <p15:guide id="2" pos="302" userDrawn="1">
          <p15:clr>
            <a:srgbClr val="F26B43"/>
          </p15:clr>
        </p15:guide>
        <p15:guide id="3" pos="4021" userDrawn="1">
          <p15:clr>
            <a:srgbClr val="F26B43"/>
          </p15:clr>
        </p15:guide>
      </p15:sldGuideLst>
    </p:ext>
  </p:extLst>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a:xfrm>
            <a:off x="479425" y="828675"/>
            <a:ext cx="5903913" cy="3321050"/>
          </a:xfrm>
        </p:spPr>
      </p:sp>
      <p:sp>
        <p:nvSpPr>
          <p:cNvPr id="3" name="Notizenplatzhalter 2"/>
          <p:cNvSpPr>
            <a:spLocks noGrp="1"/>
          </p:cNvSpPr>
          <p:nvPr>
            <p:ph type="body" idx="1"/>
          </p:nvPr>
        </p:nvSpPr>
        <p:spPr/>
        <p:txBody>
          <a:bodyPr/>
          <a:lstStyle/>
          <a:p>
            <a:r>
              <a:t>Open with the hook (~0:30). Two concrete payoffs of this work, in plain terms. First: because every fold's model is cached and preserved, you can inspect any single subject's model after the fact — open the box, not just read the score. Second: that enables a workflow where a clinician flags an unusual subject and an ML specialist pulls that exact model to check its feature weights — at zero extra compute, because it is already cached. Keep it brief here; I deliver the proof at the end. Then move to the agenda.</a:t>
            </a:r>
          </a:p>
        </p:txBody>
      </p:sp>
      <p:sp>
        <p:nvSpPr>
          <p:cNvPr id="4" name="Foliennummernplatzhalter 3"/>
          <p:cNvSpPr>
            <a:spLocks noGrp="1"/>
          </p:cNvSpPr>
          <p:nvPr>
            <p:ph type="sldNum" sz="quarter" idx="5"/>
          </p:nvPr>
        </p:nvSpPr>
        <p:spPr/>
        <p:txBody>
          <a:bodyPr/>
          <a:lstStyle/>
          <a:p>
            <a:fld id="{160CD836-151D-406C-BB8C-1AD153EDB684}" type="slidenum">
              <a:rPr lang="de-DE" smtClean="0"/>
              <a:pPr/>
              <a:t>1</a:t>
            </a:fld>
            <a:endParaRPr lang="de-DE" dirty="0"/>
          </a:p>
        </p:txBody>
      </p:sp>
    </p:spTree>
    <p:extLst>
      <p:ext uri="{BB962C8B-B14F-4D97-AF65-F5344CB8AC3E}">
        <p14:creationId xmlns:p14="http://schemas.microsoft.com/office/powerpoint/2010/main" val="2965094123"/>
      </p:ext>
    </p:extLst>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 seconds. Six sections, ten minutes. The contribution is the caching framework; sleep staging is just the test vehicle.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Lead with the number on the band: 18 model configurations across 128 subjects is 2,304 trainings, about 21 hours per sweep — and almost all of it is recomputing byte-for-byte identical models. Why so many folds? Because LOSO is not just one option — in clinical and medical ML it is the preferred protocol, since it enforces true subject independence: one model per held-out subject. The pain is that changing a single parameter throws the whole sweep away. That motivates four research questions — read each in full: RQ1, what speedup and hit rates does caching achieve; RQ2, are the cached results bitwise-identical to retraining; RQ3, does the benefit scale as the subject count N grows; RQ4, when is caching storage-efficient, measured by eta. I answer all four explicitly in the conclusion. (~2:00)</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ingredient already exists — tracking, caching, fingerprinting, cross-validation. What no tool does is the bottom row: combine them AND put the held-out subject into the cache key. Without that, a cache hit can silently hand you a model trained on the wrong people — no error, just an invalid result. That's the gap I close. (~1:00)</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mechanism is one idea: give every computation an identity. I take the full configuration — seed, code version, hyperparameters, feature set — serialize it to canonical JSON, and hash it with SHA-256. Same inputs always give the same key; change one thing and the key changes, forcing a recompute. The decisive part, and the reason generic tools cannot do this, is adding the held-out subject ID into the hash. That makes fold isolation structural, not a convention: a model trained with subject A out cannot be retrieved when subject B is the test subject. Any caching library can store a file by key — what makes this fingerprint-based is that the key is derived from ALL inputs including the held-out subject ID. Without that, a cache hit could silently return a model trained on the wrong 127 people with no error raised. (~1:30)</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the whole pipeline — and this diagram is the method on one slide. Two cache layers. Layer 1 holds the extracted features; they depend only on the raw signal, so they're computed once and stay valid. Layer 2 is the fingerprint-keyed model cache — that's where the speedup lives. The inner loop runs 128 times per configuration: fingerprint, check cache, train only on a miss. The outer loop sweeps all 18 configurations, and configurations that share folds reuse each other's cached models automatically. I verified it with deliberate invalidation tests — change a hyperparameter, a feature count, a subject — each produces a distinct fingerprint and the correct miss. Zero collisions. (~1:30)</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headline: for XGBoost, a median 54x speedup, and the best configuration went from a 64-minute cold run to 19 seconds — 202x. Feature extraction alone is 227x faster. Two numbers I want to state explicitly, because they're the scientific claims, not just speed: every one of the 2,304 warm operations was a hit — a 100% hit rate — and every cached model produced bitwise-identical predictions to retraining. And the cached models still reach 85.5% accuracy, kappa 0.74 — so this is faster AND provably the same result, at no cost to quality. (~1:30)</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Caching isn't free for every model, so I built a metric — eta, the same symbol physics uses for efficiency — seconds of compute saved per megabyte stored. I tested 15 models. Everything above this diagonal recovers more compute than it spends on storage I/O: 11 pass, 4 fail. The failures cluster bottom-right — Random Forest, Extra Trees, kNN — big files, little saved. The threshold wasn't picked arbitrarily: after measuring all 15 models, the viable cluster landed between 4 and 2,500 s/MB; the not-viable cluster between 0.19 and 0.4 s/MB — a near-decade gap on a log scale. The threshold just needs to sit inside that gap; the exact value doesn't change any verdict. And the scaling result is the general takeaway: SVM went from 9x at ten subjects to 201x at 128. Caching gets MORE valuable as the study grows, not less. (~1:20)</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close: the fingerprint makes fold-safe caching structural, the speedups are order-of-magnitude, and reproducibility is guaranteed by construction — that answers all four research questions: efficiency, reproducibility, scalability, and the storage trade-off. There's also a second win beyond speed: because I persist every fold's model, not just the metrics, a clinician can flag an outlier subject and an ML specialist can pull that subject's exact model and inspect its feature importances — for free. Model evaluation meeting domain knowledge. The honest caveat: the specific numbers depend on hardware and model choice — but the method, the fingerprint and the eta metric, transfers to any subject-level cross-validation domain. (~1:20)</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 I'm happy to take questions. Advance to backup slides as needed (full results table, eta ranking, confusion matrix, global-vs-fold leakage).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Optional index. Pull the relevant slide up only if asked.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Per-configuration cache results, 128-fold LOSO. XGBoost: median 54×, ~185 MB, best config corr=None/k=None at 202×. Random Forest: median 11.6×, ~18.5 GB — meaningful speedup but GB-scale storage. All 2,304 warm operations were cache hits.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η ranking of all 15 model types. Eleven viable, four not (Random Forest, Extra Trees, kNN k=5/k=10). Caveat if asked: the tiny-cache models (gradient boosting, AdaBoost, SVM-linear) show very large η because their cache size rounds toward zero — read this alongside the two-axis scatter on the main Results slide, which also shows absolute time saved.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Aggregated confusion matrix, best XGBoost configuration, all 128 folds. N1 has the lowest recall — it is a transitional stage, only 3.7% of all epochs, and is most often confused with Wake and N2. This is the standard hard class in AASM sleep staging, not a caching artefact.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Global vs per-fold feature selection. Per-fold is statistically stricter — it removes the 0.8% label leakage — but it re-runs ANOVA on every warm load, collapsing XGBoost speedup from 14–23× to 4–9×. Global was chosen with the supervisor's approval; the empirical accuracy impact is ≤1.1% with no consistent direction. This slide directly addresses the train-set leakage point in the assessment.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sv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sv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sv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sv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sv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blank" preserve="1">
  <p:cSld name="Intro">
    <p:bg>
      <p:bgPr>
        <a:solidFill>
          <a:schemeClr val="bg2"/>
        </a:solidFill>
        <a:effectLst/>
      </p:bgPr>
    </p:bg>
    <p:spTree>
      <p:nvGrpSpPr>
        <p:cNvPr id="1" name=""/>
        <p:cNvGrpSpPr/>
        <p:nvPr/>
      </p:nvGrpSpPr>
      <p:grpSpPr>
        <a:xfrm>
          <a:off x="0" y="0"/>
          <a:ext cx="0" cy="0"/>
          <a:chOff x="0" y="0"/>
          <a:chExt cx="0" cy="0"/>
        </a:xfrm>
      </p:grpSpPr>
      <p:pic>
        <p:nvPicPr>
          <p:cNvPr id="6" name="Logo">
            <a:extLst>
              <a:ext uri="{FF2B5EF4-FFF2-40B4-BE49-F238E27FC236}">
                <a16:creationId xmlns:a16="http://schemas.microsoft.com/office/drawing/2014/main" id="{8F1F7F88-BAC0-9AE2-3D8F-85F032C645A8}"/>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bwMode="gray">
          <a:xfrm>
            <a:off x="3576000" y="2088630"/>
            <a:ext cx="5040000" cy="2680740"/>
          </a:xfrm>
          <a:prstGeom prst="rect">
            <a:avLst/>
          </a:prstGeom>
        </p:spPr>
      </p:pic>
    </p:spTree>
    <p:extLst>
      <p:ext uri="{BB962C8B-B14F-4D97-AF65-F5344CB8AC3E}">
        <p14:creationId xmlns:p14="http://schemas.microsoft.com/office/powerpoint/2010/main" val="2564139953"/>
      </p:ext>
    </p:extLst>
  </p:cSld>
  <p:clrMapOvr>
    <a:masterClrMapping/>
  </p:clrMapOvr>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elfolie">
    <p:bg>
      <p:bgPr>
        <a:solidFill>
          <a:schemeClr val="bg2"/>
        </a:solidFill>
        <a:effectLst/>
      </p:bgPr>
    </p:bg>
    <p:spTree>
      <p:nvGrpSpPr>
        <p:cNvPr id="1" name=""/>
        <p:cNvGrpSpPr/>
        <p:nvPr/>
      </p:nvGrpSpPr>
      <p:grpSpPr>
        <a:xfrm>
          <a:off x="0" y="0"/>
          <a:ext cx="0" cy="0"/>
          <a:chOff x="0" y="0"/>
          <a:chExt cx="0" cy="0"/>
        </a:xfrm>
      </p:grpSpPr>
      <p:sp>
        <p:nvSpPr>
          <p:cNvPr id="2" name="Titel">
            <a:extLst>
              <a:ext uri="{FF2B5EF4-FFF2-40B4-BE49-F238E27FC236}">
                <a16:creationId xmlns:a16="http://schemas.microsoft.com/office/drawing/2014/main" id="{D1BDE9CD-498E-8C0C-DD46-31832628F30D}"/>
              </a:ext>
            </a:extLst>
          </p:cNvPr>
          <p:cNvSpPr>
            <a:spLocks noGrp="1"/>
          </p:cNvSpPr>
          <p:nvPr>
            <p:ph type="ctrTitle" hasCustomPrompt="1"/>
          </p:nvPr>
        </p:nvSpPr>
        <p:spPr bwMode="invGray">
          <a:xfrm>
            <a:off x="695326" y="1917700"/>
            <a:ext cx="5400674" cy="2663300"/>
          </a:xfrm>
        </p:spPr>
        <p:txBody>
          <a:bodyPr anchor="b"/>
          <a:lstStyle>
            <a:lvl1pPr algn="l">
              <a:defRPr sz="4000" baseline="0">
                <a:solidFill>
                  <a:schemeClr val="bg1"/>
                </a:solidFill>
              </a:defRPr>
            </a:lvl1pPr>
          </a:lstStyle>
          <a:p>
            <a:r>
              <a:rPr lang="de-DE" dirty="0"/>
              <a:t>Titel der Präsentation</a:t>
            </a:r>
          </a:p>
        </p:txBody>
      </p:sp>
      <p:sp>
        <p:nvSpPr>
          <p:cNvPr id="3" name="Untertitel">
            <a:extLst>
              <a:ext uri="{FF2B5EF4-FFF2-40B4-BE49-F238E27FC236}">
                <a16:creationId xmlns:a16="http://schemas.microsoft.com/office/drawing/2014/main" id="{6BCC98A8-5053-B10A-35A9-DD68B5FBADC7}"/>
              </a:ext>
            </a:extLst>
          </p:cNvPr>
          <p:cNvSpPr>
            <a:spLocks noGrp="1"/>
          </p:cNvSpPr>
          <p:nvPr>
            <p:ph type="subTitle" idx="1" hasCustomPrompt="1"/>
          </p:nvPr>
        </p:nvSpPr>
        <p:spPr bwMode="gray">
          <a:xfrm>
            <a:off x="695326" y="4797000"/>
            <a:ext cx="5400674" cy="720000"/>
          </a:xfrm>
        </p:spPr>
        <p:txBody>
          <a:bodyPr>
            <a:noAutofit/>
          </a:bodyPr>
          <a:lstStyle>
            <a:lvl1pPr marL="0" indent="0" algn="l">
              <a:spcBef>
                <a:spcPts val="0"/>
              </a:spcBef>
              <a:spcAft>
                <a:spcPts val="0"/>
              </a:spcAft>
              <a:buNone/>
              <a:defRPr sz="2000" b="0">
                <a:solidFill>
                  <a:schemeClr val="tx1"/>
                </a:solidFill>
                <a:latin typeface="+mn-lt"/>
              </a:defRPr>
            </a:lvl1pPr>
            <a:lvl2pPr marL="0" indent="0" algn="l">
              <a:spcBef>
                <a:spcPts val="0"/>
              </a:spcBef>
              <a:spcAft>
                <a:spcPts val="0"/>
              </a:spcAft>
              <a:buNone/>
              <a:defRPr sz="2000" b="0">
                <a:solidFill>
                  <a:schemeClr val="tx1"/>
                </a:solidFill>
                <a:latin typeface="+mn-lt"/>
              </a:defRPr>
            </a:lvl2pPr>
            <a:lvl3pPr marL="0" indent="0" algn="l">
              <a:spcBef>
                <a:spcPts val="0"/>
              </a:spcBef>
              <a:spcAft>
                <a:spcPts val="0"/>
              </a:spcAft>
              <a:buNone/>
              <a:defRPr sz="2000" b="0">
                <a:solidFill>
                  <a:schemeClr val="tx1"/>
                </a:solidFill>
                <a:latin typeface="+mn-lt"/>
              </a:defRPr>
            </a:lvl3pPr>
            <a:lvl4pPr marL="0" indent="0" algn="l">
              <a:spcBef>
                <a:spcPts val="0"/>
              </a:spcBef>
              <a:spcAft>
                <a:spcPts val="0"/>
              </a:spcAft>
              <a:buNone/>
              <a:defRPr sz="2000" b="0">
                <a:solidFill>
                  <a:schemeClr val="tx1"/>
                </a:solidFill>
                <a:latin typeface="+mn-lt"/>
              </a:defRPr>
            </a:lvl4pPr>
            <a:lvl5pPr marL="0" indent="0" algn="l">
              <a:spcBef>
                <a:spcPts val="0"/>
              </a:spcBef>
              <a:spcAft>
                <a:spcPts val="0"/>
              </a:spcAft>
              <a:buNone/>
              <a:defRPr sz="2000" b="0">
                <a:solidFill>
                  <a:schemeClr val="tx1"/>
                </a:solidFill>
                <a:latin typeface="+mn-lt"/>
              </a:defRPr>
            </a:lvl5pPr>
            <a:lvl6pPr marL="0" indent="0" algn="l">
              <a:spcBef>
                <a:spcPts val="0"/>
              </a:spcBef>
              <a:spcAft>
                <a:spcPts val="0"/>
              </a:spcAft>
              <a:buNone/>
              <a:defRPr sz="2000" b="0">
                <a:solidFill>
                  <a:schemeClr val="tx1"/>
                </a:solidFill>
                <a:latin typeface="+mn-lt"/>
              </a:defRPr>
            </a:lvl6pPr>
            <a:lvl7pPr marL="0" indent="0" algn="l">
              <a:spcBef>
                <a:spcPts val="0"/>
              </a:spcBef>
              <a:spcAft>
                <a:spcPts val="0"/>
              </a:spcAft>
              <a:buNone/>
              <a:defRPr sz="2000" b="0">
                <a:solidFill>
                  <a:schemeClr val="tx1"/>
                </a:solidFill>
                <a:latin typeface="+mn-lt"/>
              </a:defRPr>
            </a:lvl7pPr>
            <a:lvl8pPr marL="0" indent="0" algn="l">
              <a:spcBef>
                <a:spcPts val="0"/>
              </a:spcBef>
              <a:spcAft>
                <a:spcPts val="0"/>
              </a:spcAft>
              <a:buNone/>
              <a:defRPr sz="2000" b="0">
                <a:solidFill>
                  <a:schemeClr val="tx1"/>
                </a:solidFill>
                <a:latin typeface="+mn-lt"/>
              </a:defRPr>
            </a:lvl8pPr>
            <a:lvl9pPr marL="0" indent="0" algn="l">
              <a:spcBef>
                <a:spcPts val="0"/>
              </a:spcBef>
              <a:spcAft>
                <a:spcPts val="0"/>
              </a:spcAft>
              <a:buNone/>
              <a:defRPr sz="2000" b="0">
                <a:solidFill>
                  <a:schemeClr val="tx1"/>
                </a:solidFill>
                <a:latin typeface="+mn-lt"/>
              </a:defRPr>
            </a:lvl9pPr>
          </a:lstStyle>
          <a:p>
            <a:pPr lvl="0"/>
            <a:r>
              <a:rPr lang="de-DE" dirty="0"/>
              <a:t>Untertitel der Präsentation</a:t>
            </a:r>
          </a:p>
        </p:txBody>
      </p:sp>
      <p:pic>
        <p:nvPicPr>
          <p:cNvPr id="10" name="Logo">
            <a:extLst>
              <a:ext uri="{FF2B5EF4-FFF2-40B4-BE49-F238E27FC236}">
                <a16:creationId xmlns:a16="http://schemas.microsoft.com/office/drawing/2014/main" id="{88FE6F79-2335-5254-9250-1A749D813068}"/>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bwMode="gray">
          <a:xfrm>
            <a:off x="9861170" y="621000"/>
            <a:ext cx="1706830" cy="2160000"/>
          </a:xfrm>
          <a:prstGeom prst="rect">
            <a:avLst/>
          </a:prstGeom>
        </p:spPr>
      </p:pic>
      <p:sp>
        <p:nvSpPr>
          <p:cNvPr id="15" name="Textplatzhalter">
            <a:extLst>
              <a:ext uri="{FF2B5EF4-FFF2-40B4-BE49-F238E27FC236}">
                <a16:creationId xmlns:a16="http://schemas.microsoft.com/office/drawing/2014/main" id="{888E75FC-8DAA-C7C9-155B-D6FCAFE49437}"/>
              </a:ext>
            </a:extLst>
          </p:cNvPr>
          <p:cNvSpPr>
            <a:spLocks noGrp="1"/>
          </p:cNvSpPr>
          <p:nvPr>
            <p:ph type="body" sz="quarter" idx="10" hasCustomPrompt="1"/>
          </p:nvPr>
        </p:nvSpPr>
        <p:spPr bwMode="gray">
          <a:xfrm>
            <a:off x="696000" y="5876999"/>
            <a:ext cx="5400674" cy="288000"/>
          </a:xfrm>
        </p:spPr>
        <p:txBody>
          <a:bodyPr/>
          <a:lstStyle>
            <a:lvl1pPr marL="0" indent="0">
              <a:spcBef>
                <a:spcPts val="0"/>
              </a:spcBef>
              <a:spcAft>
                <a:spcPts val="0"/>
              </a:spcAft>
              <a:buFontTx/>
              <a:buNone/>
              <a:defRPr sz="1600" b="0">
                <a:solidFill>
                  <a:schemeClr val="tx1"/>
                </a:solidFill>
                <a:latin typeface="+mn-lt"/>
              </a:defRPr>
            </a:lvl1pPr>
            <a:lvl2pPr marL="0" indent="0">
              <a:spcBef>
                <a:spcPts val="0"/>
              </a:spcBef>
              <a:spcAft>
                <a:spcPts val="0"/>
              </a:spcAft>
              <a:buFontTx/>
              <a:buNone/>
              <a:defRPr sz="1600" b="0">
                <a:solidFill>
                  <a:schemeClr val="tx1"/>
                </a:solidFill>
                <a:latin typeface="+mn-lt"/>
              </a:defRPr>
            </a:lvl2pPr>
            <a:lvl3pPr marL="0" indent="0">
              <a:spcBef>
                <a:spcPts val="0"/>
              </a:spcBef>
              <a:spcAft>
                <a:spcPts val="0"/>
              </a:spcAft>
              <a:buFontTx/>
              <a:buNone/>
              <a:defRPr sz="1600" b="0">
                <a:solidFill>
                  <a:schemeClr val="tx1"/>
                </a:solidFill>
                <a:latin typeface="+mn-lt"/>
              </a:defRPr>
            </a:lvl3pPr>
            <a:lvl4pPr marL="0" indent="0">
              <a:spcBef>
                <a:spcPts val="0"/>
              </a:spcBef>
              <a:spcAft>
                <a:spcPts val="0"/>
              </a:spcAft>
              <a:buFontTx/>
              <a:buNone/>
              <a:defRPr sz="1600" b="0">
                <a:solidFill>
                  <a:schemeClr val="tx1"/>
                </a:solidFill>
                <a:latin typeface="+mn-lt"/>
              </a:defRPr>
            </a:lvl4pPr>
            <a:lvl5pPr marL="0" indent="0">
              <a:spcBef>
                <a:spcPts val="0"/>
              </a:spcBef>
              <a:spcAft>
                <a:spcPts val="0"/>
              </a:spcAft>
              <a:buFontTx/>
              <a:buNone/>
              <a:defRPr sz="1600" b="0">
                <a:solidFill>
                  <a:schemeClr val="tx1"/>
                </a:solidFill>
                <a:latin typeface="+mn-lt"/>
              </a:defRPr>
            </a:lvl5pPr>
            <a:lvl6pPr marL="0" indent="0">
              <a:spcBef>
                <a:spcPts val="0"/>
              </a:spcBef>
              <a:spcAft>
                <a:spcPts val="0"/>
              </a:spcAft>
              <a:buFontTx/>
              <a:buNone/>
              <a:defRPr sz="1600" b="0">
                <a:solidFill>
                  <a:schemeClr val="tx1"/>
                </a:solidFill>
                <a:latin typeface="+mn-lt"/>
              </a:defRPr>
            </a:lvl6pPr>
            <a:lvl7pPr marL="0" indent="0">
              <a:spcBef>
                <a:spcPts val="0"/>
              </a:spcBef>
              <a:spcAft>
                <a:spcPts val="0"/>
              </a:spcAft>
              <a:buFontTx/>
              <a:buNone/>
              <a:defRPr sz="1600" b="0">
                <a:solidFill>
                  <a:schemeClr val="tx1"/>
                </a:solidFill>
                <a:latin typeface="+mn-lt"/>
              </a:defRPr>
            </a:lvl7pPr>
            <a:lvl8pPr marL="0" indent="0">
              <a:spcBef>
                <a:spcPts val="0"/>
              </a:spcBef>
              <a:spcAft>
                <a:spcPts val="0"/>
              </a:spcAft>
              <a:buFontTx/>
              <a:buNone/>
              <a:defRPr sz="1600" b="0">
                <a:solidFill>
                  <a:schemeClr val="tx1"/>
                </a:solidFill>
                <a:latin typeface="+mn-lt"/>
              </a:defRPr>
            </a:lvl8pPr>
            <a:lvl9pPr marL="0" indent="0">
              <a:spcBef>
                <a:spcPts val="0"/>
              </a:spcBef>
              <a:spcAft>
                <a:spcPts val="0"/>
              </a:spcAft>
              <a:buFontTx/>
              <a:buNone/>
              <a:defRPr sz="1600" b="0">
                <a:solidFill>
                  <a:schemeClr val="tx1"/>
                </a:solidFill>
                <a:latin typeface="+mn-lt"/>
              </a:defRPr>
            </a:lvl9pPr>
          </a:lstStyle>
          <a:p>
            <a:pPr lvl="0"/>
            <a:r>
              <a:rPr lang="de-DE" dirty="0"/>
              <a:t>Autor • Datum • Ort</a:t>
            </a:r>
          </a:p>
        </p:txBody>
      </p:sp>
    </p:spTree>
    <p:extLst>
      <p:ext uri="{BB962C8B-B14F-4D97-AF65-F5344CB8AC3E}">
        <p14:creationId xmlns:p14="http://schemas.microsoft.com/office/powerpoint/2010/main" val="1229188569"/>
      </p:ext>
    </p:extLst>
  </p:cSld>
  <p:clrMapOvr>
    <a:masterClrMapping/>
  </p:clrMapOvr>
  <p:extLst>
    <p:ext uri="{DCECCB84-F9BA-43D5-87BE-67443E8EF086}">
      <p15:sldGuideLst xmlns:p15="http://schemas.microsoft.com/office/powerpoint/2012/main">
        <p15:guide id="1" orient="horz" pos="2886" userDrawn="1">
          <p15:clr>
            <a:srgbClr val="FBAE40"/>
          </p15:clr>
        </p15:guide>
        <p15:guide id="2" pos="438" userDrawn="1">
          <p15:clr>
            <a:srgbClr val="FBAE40"/>
          </p15:clr>
        </p15:guide>
        <p15:guide id="3" pos="3840" userDrawn="1">
          <p15:clr>
            <a:srgbClr val="FBAE40"/>
          </p15:clr>
        </p15:guide>
        <p15:guide id="4" orient="horz" pos="1208"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Titelfolie | vollflächiges Bild">
    <p:spTree>
      <p:nvGrpSpPr>
        <p:cNvPr id="1" name=""/>
        <p:cNvGrpSpPr/>
        <p:nvPr/>
      </p:nvGrpSpPr>
      <p:grpSpPr>
        <a:xfrm>
          <a:off x="0" y="0"/>
          <a:ext cx="0" cy="0"/>
          <a:chOff x="0" y="0"/>
          <a:chExt cx="0" cy="0"/>
        </a:xfrm>
      </p:grpSpPr>
      <p:sp>
        <p:nvSpPr>
          <p:cNvPr id="4" name="Bildplatzhalter">
            <a:extLst>
              <a:ext uri="{FF2B5EF4-FFF2-40B4-BE49-F238E27FC236}">
                <a16:creationId xmlns:a16="http://schemas.microsoft.com/office/drawing/2014/main" id="{ED3CDC4F-05B1-B76F-5EA7-189E7169CC46}"/>
              </a:ext>
              <a:ext uri="{C183D7F6-B498-43B3-948B-1728B52AA6E4}">
                <adec:decorative xmlns:adec="http://schemas.microsoft.com/office/drawing/2017/decorative" val="1"/>
              </a:ext>
            </a:extLst>
          </p:cNvPr>
          <p:cNvSpPr>
            <a:spLocks noGrp="1"/>
          </p:cNvSpPr>
          <p:nvPr>
            <p:ph type="pic" idx="11" hasCustomPrompt="1"/>
          </p:nvPr>
        </p:nvSpPr>
        <p:spPr bwMode="gray">
          <a:xfrm>
            <a:off x="0" y="0"/>
            <a:ext cx="12192000" cy="6858000"/>
          </a:xfrm>
          <a:solidFill>
            <a:srgbClr val="E4E7E9"/>
          </a:solidFill>
        </p:spPr>
        <p:txBody>
          <a:bodyPr lIns="6552000" tIns="1080000" rIns="864000" bIns="288000" anchor="ctr" anchorCtr="0"/>
          <a:lstStyle>
            <a:lvl1pPr marL="0" indent="0" algn="l">
              <a:spcBef>
                <a:spcPts val="0"/>
              </a:spcBef>
              <a:spcAft>
                <a:spcPts val="0"/>
              </a:spcAft>
              <a:buNone/>
              <a:defRPr sz="1200" b="0">
                <a:solidFill>
                  <a:schemeClr val="tx1"/>
                </a:solidFill>
                <a:latin typeface="+mn-lt"/>
              </a:defRPr>
            </a:lvl1pPr>
            <a:lvl2pPr marL="0" indent="0" algn="l">
              <a:spcBef>
                <a:spcPts val="0"/>
              </a:spcBef>
              <a:spcAft>
                <a:spcPts val="0"/>
              </a:spcAft>
              <a:buNone/>
              <a:defRPr sz="1200" b="0">
                <a:solidFill>
                  <a:schemeClr val="tx1"/>
                </a:solidFill>
                <a:latin typeface="+mn-lt"/>
              </a:defRPr>
            </a:lvl2pPr>
            <a:lvl3pPr marL="0" indent="0" algn="l">
              <a:spcBef>
                <a:spcPts val="0"/>
              </a:spcBef>
              <a:spcAft>
                <a:spcPts val="0"/>
              </a:spcAft>
              <a:buNone/>
              <a:defRPr sz="1200" b="0">
                <a:solidFill>
                  <a:schemeClr val="tx1"/>
                </a:solidFill>
                <a:latin typeface="+mn-lt"/>
              </a:defRPr>
            </a:lvl3pPr>
            <a:lvl4pPr marL="0" indent="0" algn="l">
              <a:spcBef>
                <a:spcPts val="0"/>
              </a:spcBef>
              <a:spcAft>
                <a:spcPts val="0"/>
              </a:spcAft>
              <a:buNone/>
              <a:defRPr sz="1200" b="0">
                <a:solidFill>
                  <a:schemeClr val="tx1"/>
                </a:solidFill>
                <a:latin typeface="+mn-lt"/>
              </a:defRPr>
            </a:lvl4pPr>
            <a:lvl5pPr marL="0" indent="0" algn="l">
              <a:spcBef>
                <a:spcPts val="0"/>
              </a:spcBef>
              <a:spcAft>
                <a:spcPts val="0"/>
              </a:spcAft>
              <a:buNone/>
              <a:defRPr sz="1200" b="0">
                <a:solidFill>
                  <a:schemeClr val="tx1"/>
                </a:solidFill>
                <a:latin typeface="+mn-lt"/>
              </a:defRPr>
            </a:lvl5pPr>
            <a:lvl6pPr marL="0" indent="0" algn="l">
              <a:spcBef>
                <a:spcPts val="0"/>
              </a:spcBef>
              <a:spcAft>
                <a:spcPts val="0"/>
              </a:spcAft>
              <a:buNone/>
              <a:defRPr sz="1200" b="0">
                <a:solidFill>
                  <a:schemeClr val="tx1"/>
                </a:solidFill>
                <a:latin typeface="+mn-lt"/>
              </a:defRPr>
            </a:lvl6pPr>
            <a:lvl7pPr marL="0" indent="0" algn="l">
              <a:spcBef>
                <a:spcPts val="0"/>
              </a:spcBef>
              <a:spcAft>
                <a:spcPts val="0"/>
              </a:spcAft>
              <a:buNone/>
              <a:defRPr sz="1200" b="0">
                <a:solidFill>
                  <a:schemeClr val="tx1"/>
                </a:solidFill>
                <a:latin typeface="+mn-lt"/>
              </a:defRPr>
            </a:lvl7pPr>
            <a:lvl8pPr marL="0" indent="0" algn="l">
              <a:spcBef>
                <a:spcPts val="0"/>
              </a:spcBef>
              <a:spcAft>
                <a:spcPts val="0"/>
              </a:spcAft>
              <a:buNone/>
              <a:defRPr sz="1200" b="0">
                <a:solidFill>
                  <a:schemeClr val="tx1"/>
                </a:solidFill>
                <a:latin typeface="+mn-lt"/>
              </a:defRPr>
            </a:lvl8pPr>
            <a:lvl9pPr marL="0" indent="0" algn="l">
              <a:spcBef>
                <a:spcPts val="0"/>
              </a:spcBef>
              <a:spcAft>
                <a:spcPts val="0"/>
              </a:spcAft>
              <a:buNone/>
              <a:defRPr sz="1200" b="0">
                <a:solidFill>
                  <a:schemeClr val="tx1"/>
                </a:solidFill>
                <a:latin typeface="+mn-lt"/>
              </a:defRPr>
            </a:lvl9pPr>
          </a:lstStyle>
          <a:p>
            <a:pPr lvl="0"/>
            <a:r>
              <a:rPr lang="de-DE" sz="1200" dirty="0"/>
              <a:t>Um ein Bild einzusetzen, klicken Sie bitte auf den Reiter „Einfügen“ und wählen die Schaltfläche „Bilder“. Alternativ können Sie das transparente Element mit der rechten Maustaste in den Hintergrund setzen, auf das Bildplatzhalter-Symbol klicken und ein Bild laden bzw. es so auch bearbeiten. Setzen Sie das Bild wieder in den Hintergrund.</a:t>
            </a:r>
          </a:p>
        </p:txBody>
      </p:sp>
      <p:sp>
        <p:nvSpPr>
          <p:cNvPr id="6" name="Transparenz">
            <a:extLst>
              <a:ext uri="{FF2B5EF4-FFF2-40B4-BE49-F238E27FC236}">
                <a16:creationId xmlns:a16="http://schemas.microsoft.com/office/drawing/2014/main" id="{7165EB65-F10E-50DF-D5F7-78DB8E024405}"/>
              </a:ext>
              <a:ext uri="{C183D7F6-B498-43B3-948B-1728B52AA6E4}">
                <adec:decorative xmlns:adec="http://schemas.microsoft.com/office/drawing/2017/decorative" val="1"/>
              </a:ext>
            </a:extLst>
          </p:cNvPr>
          <p:cNvSpPr>
            <a:spLocks noGrp="1"/>
          </p:cNvSpPr>
          <p:nvPr>
            <p:ph type="body" sz="quarter" idx="12" hasCustomPrompt="1"/>
          </p:nvPr>
        </p:nvSpPr>
        <p:spPr bwMode="gray">
          <a:xfrm>
            <a:off x="0" y="0"/>
            <a:ext cx="12192000" cy="6858000"/>
          </a:xfrm>
          <a:solidFill>
            <a:schemeClr val="bg2">
              <a:alpha val="80000"/>
            </a:schemeClr>
          </a:solidFill>
        </p:spPr>
        <p:txBody>
          <a:bodyPr/>
          <a:lstStyle>
            <a:lvl1pPr marL="0" indent="0">
              <a:spcBef>
                <a:spcPts val="0"/>
              </a:spcBef>
              <a:spcAft>
                <a:spcPts val="0"/>
              </a:spcAft>
              <a:buFontTx/>
              <a:buNone/>
              <a:defRPr sz="100" b="0">
                <a:noFill/>
              </a:defRPr>
            </a:lvl1pPr>
            <a:lvl2pPr marL="0" indent="0">
              <a:spcBef>
                <a:spcPts val="0"/>
              </a:spcBef>
              <a:spcAft>
                <a:spcPts val="0"/>
              </a:spcAft>
              <a:buFontTx/>
              <a:buNone/>
              <a:defRPr sz="100" b="0">
                <a:noFill/>
              </a:defRPr>
            </a:lvl2pPr>
            <a:lvl3pPr marL="0" indent="0">
              <a:spcBef>
                <a:spcPts val="0"/>
              </a:spcBef>
              <a:spcAft>
                <a:spcPts val="0"/>
              </a:spcAft>
              <a:buFontTx/>
              <a:buNone/>
              <a:defRPr sz="100" b="0">
                <a:noFill/>
              </a:defRPr>
            </a:lvl3pPr>
            <a:lvl4pPr marL="0" indent="0">
              <a:spcBef>
                <a:spcPts val="0"/>
              </a:spcBef>
              <a:spcAft>
                <a:spcPts val="0"/>
              </a:spcAft>
              <a:buFontTx/>
              <a:buNone/>
              <a:defRPr sz="100" b="0">
                <a:noFill/>
              </a:defRPr>
            </a:lvl4pPr>
            <a:lvl5pPr marL="0" indent="0">
              <a:spcBef>
                <a:spcPts val="0"/>
              </a:spcBef>
              <a:spcAft>
                <a:spcPts val="0"/>
              </a:spcAft>
              <a:buFontTx/>
              <a:buNone/>
              <a:defRPr sz="100" b="0">
                <a:noFill/>
              </a:defRPr>
            </a:lvl5pPr>
            <a:lvl6pPr marL="0" indent="0">
              <a:spcBef>
                <a:spcPts val="0"/>
              </a:spcBef>
              <a:spcAft>
                <a:spcPts val="0"/>
              </a:spcAft>
              <a:buFontTx/>
              <a:buNone/>
              <a:defRPr sz="100" b="0">
                <a:noFill/>
              </a:defRPr>
            </a:lvl6pPr>
            <a:lvl7pPr marL="0" indent="0">
              <a:spcBef>
                <a:spcPts val="0"/>
              </a:spcBef>
              <a:spcAft>
                <a:spcPts val="0"/>
              </a:spcAft>
              <a:buFontTx/>
              <a:buNone/>
              <a:defRPr sz="100" b="0">
                <a:noFill/>
              </a:defRPr>
            </a:lvl7pPr>
            <a:lvl8pPr marL="0" indent="0">
              <a:spcBef>
                <a:spcPts val="0"/>
              </a:spcBef>
              <a:spcAft>
                <a:spcPts val="0"/>
              </a:spcAft>
              <a:buFontTx/>
              <a:buNone/>
              <a:defRPr sz="100" b="0">
                <a:noFill/>
              </a:defRPr>
            </a:lvl8pPr>
            <a:lvl9pPr marL="0" indent="0">
              <a:spcBef>
                <a:spcPts val="0"/>
              </a:spcBef>
              <a:spcAft>
                <a:spcPts val="0"/>
              </a:spcAft>
              <a:buFontTx/>
              <a:buNone/>
              <a:defRPr sz="100" b="0">
                <a:noFill/>
              </a:defRPr>
            </a:lvl9pPr>
          </a:lstStyle>
          <a:p>
            <a:pPr lvl="0"/>
            <a:r>
              <a:rPr lang="de-DE" dirty="0"/>
              <a:t> </a:t>
            </a:r>
          </a:p>
        </p:txBody>
      </p:sp>
      <p:sp>
        <p:nvSpPr>
          <p:cNvPr id="9" name="Logo">
            <a:extLst>
              <a:ext uri="{FF2B5EF4-FFF2-40B4-BE49-F238E27FC236}">
                <a16:creationId xmlns:a16="http://schemas.microsoft.com/office/drawing/2014/main" id="{CD799FFE-7F94-C709-ABDB-FF3379E6AE1E}"/>
              </a:ext>
              <a:ext uri="{C183D7F6-B498-43B3-948B-1728B52AA6E4}">
                <adec:decorative xmlns:adec="http://schemas.microsoft.com/office/drawing/2017/decorative" val="1"/>
              </a:ext>
            </a:extLst>
          </p:cNvPr>
          <p:cNvSpPr>
            <a:spLocks noGrp="1"/>
          </p:cNvSpPr>
          <p:nvPr>
            <p:ph type="body" sz="quarter" idx="13" hasCustomPrompt="1"/>
          </p:nvPr>
        </p:nvSpPr>
        <p:spPr bwMode="gray">
          <a:xfrm>
            <a:off x="9861600" y="621000"/>
            <a:ext cx="1706400" cy="2160000"/>
          </a:xfrm>
          <a:blipFill>
            <a:blip>
              <a:extLst>
                <a:ext uri="{96DAC541-7B7A-43D3-8B79-37D633B846F1}">
                  <asvg:svgBlip xmlns:asvg="http://schemas.microsoft.com/office/drawing/2016/SVG/main" r:embed="rId2"/>
                </a:ext>
              </a:extLst>
            </a:blip>
            <a:stretch>
              <a:fillRect/>
            </a:stretch>
          </a:blipFill>
          <a:ln>
            <a:noFill/>
          </a:ln>
        </p:spPr>
        <p:txBody>
          <a:bodyPr/>
          <a:lstStyle>
            <a:lvl1pPr marL="0" indent="0">
              <a:spcBef>
                <a:spcPts val="0"/>
              </a:spcBef>
              <a:spcAft>
                <a:spcPts val="0"/>
              </a:spcAft>
              <a:buFontTx/>
              <a:buNone/>
              <a:defRPr sz="100" b="0">
                <a:noFill/>
                <a:latin typeface="+mn-lt"/>
              </a:defRPr>
            </a:lvl1pPr>
            <a:lvl2pPr marL="0" indent="0">
              <a:spcBef>
                <a:spcPts val="0"/>
              </a:spcBef>
              <a:spcAft>
                <a:spcPts val="0"/>
              </a:spcAft>
              <a:buFontTx/>
              <a:buNone/>
              <a:defRPr sz="100" b="0">
                <a:noFill/>
                <a:latin typeface="+mn-lt"/>
              </a:defRPr>
            </a:lvl2pPr>
            <a:lvl3pPr marL="0" indent="0">
              <a:spcBef>
                <a:spcPts val="0"/>
              </a:spcBef>
              <a:spcAft>
                <a:spcPts val="0"/>
              </a:spcAft>
              <a:buFontTx/>
              <a:buNone/>
              <a:defRPr sz="100" b="0">
                <a:noFill/>
                <a:latin typeface="+mn-lt"/>
              </a:defRPr>
            </a:lvl3pPr>
            <a:lvl4pPr marL="0" indent="0">
              <a:spcBef>
                <a:spcPts val="0"/>
              </a:spcBef>
              <a:spcAft>
                <a:spcPts val="0"/>
              </a:spcAft>
              <a:buFontTx/>
              <a:buNone/>
              <a:defRPr sz="100" b="0">
                <a:noFill/>
                <a:latin typeface="+mn-lt"/>
              </a:defRPr>
            </a:lvl4pPr>
            <a:lvl5pPr marL="0" indent="0">
              <a:spcBef>
                <a:spcPts val="0"/>
              </a:spcBef>
              <a:spcAft>
                <a:spcPts val="0"/>
              </a:spcAft>
              <a:buFontTx/>
              <a:buNone/>
              <a:defRPr sz="100" b="0">
                <a:noFill/>
                <a:latin typeface="+mn-lt"/>
              </a:defRPr>
            </a:lvl5pPr>
            <a:lvl6pPr marL="0" indent="0">
              <a:spcBef>
                <a:spcPts val="0"/>
              </a:spcBef>
              <a:spcAft>
                <a:spcPts val="0"/>
              </a:spcAft>
              <a:buFontTx/>
              <a:buNone/>
              <a:defRPr sz="100" b="0">
                <a:noFill/>
                <a:latin typeface="+mn-lt"/>
              </a:defRPr>
            </a:lvl6pPr>
            <a:lvl7pPr marL="0" indent="0">
              <a:spcBef>
                <a:spcPts val="0"/>
              </a:spcBef>
              <a:spcAft>
                <a:spcPts val="0"/>
              </a:spcAft>
              <a:buFontTx/>
              <a:buNone/>
              <a:defRPr sz="100" b="0">
                <a:noFill/>
                <a:latin typeface="+mn-lt"/>
              </a:defRPr>
            </a:lvl7pPr>
            <a:lvl8pPr marL="0" indent="0">
              <a:spcBef>
                <a:spcPts val="0"/>
              </a:spcBef>
              <a:spcAft>
                <a:spcPts val="0"/>
              </a:spcAft>
              <a:buFontTx/>
              <a:buNone/>
              <a:defRPr sz="100" b="0">
                <a:noFill/>
                <a:latin typeface="+mn-lt"/>
              </a:defRPr>
            </a:lvl8pPr>
            <a:lvl9pPr marL="0" indent="0">
              <a:spcBef>
                <a:spcPts val="0"/>
              </a:spcBef>
              <a:spcAft>
                <a:spcPts val="0"/>
              </a:spcAft>
              <a:buFontTx/>
              <a:buNone/>
              <a:defRPr sz="100" b="0">
                <a:noFill/>
                <a:latin typeface="+mn-lt"/>
              </a:defRPr>
            </a:lvl9pPr>
          </a:lstStyle>
          <a:p>
            <a:pPr lvl="0"/>
            <a:r>
              <a:rPr lang="de-DE" dirty="0"/>
              <a:t> </a:t>
            </a:r>
          </a:p>
        </p:txBody>
      </p:sp>
      <p:sp>
        <p:nvSpPr>
          <p:cNvPr id="2" name="Titel">
            <a:extLst>
              <a:ext uri="{FF2B5EF4-FFF2-40B4-BE49-F238E27FC236}">
                <a16:creationId xmlns:a16="http://schemas.microsoft.com/office/drawing/2014/main" id="{D1BDE9CD-498E-8C0C-DD46-31832628F30D}"/>
              </a:ext>
            </a:extLst>
          </p:cNvPr>
          <p:cNvSpPr>
            <a:spLocks noGrp="1"/>
          </p:cNvSpPr>
          <p:nvPr>
            <p:ph type="ctrTitle" hasCustomPrompt="1"/>
          </p:nvPr>
        </p:nvSpPr>
        <p:spPr bwMode="gray">
          <a:xfrm>
            <a:off x="695326" y="1917700"/>
            <a:ext cx="5400674" cy="2663300"/>
          </a:xfrm>
        </p:spPr>
        <p:txBody>
          <a:bodyPr anchor="b"/>
          <a:lstStyle>
            <a:lvl1pPr algn="l">
              <a:defRPr sz="4000" baseline="0">
                <a:solidFill>
                  <a:schemeClr val="bg1"/>
                </a:solidFill>
              </a:defRPr>
            </a:lvl1pPr>
          </a:lstStyle>
          <a:p>
            <a:r>
              <a:rPr lang="de-DE" dirty="0"/>
              <a:t>Titel der Präsentation</a:t>
            </a:r>
          </a:p>
        </p:txBody>
      </p:sp>
      <p:sp>
        <p:nvSpPr>
          <p:cNvPr id="3" name="Untertitel">
            <a:extLst>
              <a:ext uri="{FF2B5EF4-FFF2-40B4-BE49-F238E27FC236}">
                <a16:creationId xmlns:a16="http://schemas.microsoft.com/office/drawing/2014/main" id="{6BCC98A8-5053-B10A-35A9-DD68B5FBADC7}"/>
              </a:ext>
            </a:extLst>
          </p:cNvPr>
          <p:cNvSpPr>
            <a:spLocks noGrp="1"/>
          </p:cNvSpPr>
          <p:nvPr>
            <p:ph type="subTitle" idx="1" hasCustomPrompt="1"/>
          </p:nvPr>
        </p:nvSpPr>
        <p:spPr bwMode="gray">
          <a:xfrm>
            <a:off x="695326" y="4797000"/>
            <a:ext cx="5400674" cy="720000"/>
          </a:xfrm>
        </p:spPr>
        <p:txBody>
          <a:bodyPr>
            <a:noAutofit/>
          </a:bodyPr>
          <a:lstStyle>
            <a:lvl1pPr marL="0" indent="0" algn="l">
              <a:spcBef>
                <a:spcPts val="0"/>
              </a:spcBef>
              <a:spcAft>
                <a:spcPts val="0"/>
              </a:spcAft>
              <a:buNone/>
              <a:defRPr sz="2000" b="0">
                <a:solidFill>
                  <a:schemeClr val="tx1"/>
                </a:solidFill>
                <a:latin typeface="+mn-lt"/>
              </a:defRPr>
            </a:lvl1pPr>
            <a:lvl2pPr marL="0" indent="0" algn="l">
              <a:spcBef>
                <a:spcPts val="0"/>
              </a:spcBef>
              <a:spcAft>
                <a:spcPts val="0"/>
              </a:spcAft>
              <a:buNone/>
              <a:defRPr sz="2000" b="0">
                <a:solidFill>
                  <a:schemeClr val="tx1"/>
                </a:solidFill>
                <a:latin typeface="+mn-lt"/>
              </a:defRPr>
            </a:lvl2pPr>
            <a:lvl3pPr marL="0" indent="0" algn="l">
              <a:spcBef>
                <a:spcPts val="0"/>
              </a:spcBef>
              <a:spcAft>
                <a:spcPts val="0"/>
              </a:spcAft>
              <a:buNone/>
              <a:defRPr sz="2000" b="0">
                <a:solidFill>
                  <a:schemeClr val="tx1"/>
                </a:solidFill>
                <a:latin typeface="+mn-lt"/>
              </a:defRPr>
            </a:lvl3pPr>
            <a:lvl4pPr marL="0" indent="0" algn="l">
              <a:spcBef>
                <a:spcPts val="0"/>
              </a:spcBef>
              <a:spcAft>
                <a:spcPts val="0"/>
              </a:spcAft>
              <a:buNone/>
              <a:defRPr sz="2000" b="0">
                <a:solidFill>
                  <a:schemeClr val="tx1"/>
                </a:solidFill>
                <a:latin typeface="+mn-lt"/>
              </a:defRPr>
            </a:lvl4pPr>
            <a:lvl5pPr marL="0" indent="0" algn="l">
              <a:spcBef>
                <a:spcPts val="0"/>
              </a:spcBef>
              <a:spcAft>
                <a:spcPts val="0"/>
              </a:spcAft>
              <a:buNone/>
              <a:defRPr sz="2000" b="0">
                <a:solidFill>
                  <a:schemeClr val="tx1"/>
                </a:solidFill>
                <a:latin typeface="+mn-lt"/>
              </a:defRPr>
            </a:lvl5pPr>
            <a:lvl6pPr marL="0" indent="0" algn="l">
              <a:spcBef>
                <a:spcPts val="0"/>
              </a:spcBef>
              <a:spcAft>
                <a:spcPts val="0"/>
              </a:spcAft>
              <a:buNone/>
              <a:defRPr sz="2000" b="0">
                <a:solidFill>
                  <a:schemeClr val="tx1"/>
                </a:solidFill>
                <a:latin typeface="+mn-lt"/>
              </a:defRPr>
            </a:lvl6pPr>
            <a:lvl7pPr marL="0" indent="0" algn="l">
              <a:spcBef>
                <a:spcPts val="0"/>
              </a:spcBef>
              <a:spcAft>
                <a:spcPts val="0"/>
              </a:spcAft>
              <a:buNone/>
              <a:defRPr sz="2000" b="0">
                <a:solidFill>
                  <a:schemeClr val="tx1"/>
                </a:solidFill>
                <a:latin typeface="+mn-lt"/>
              </a:defRPr>
            </a:lvl7pPr>
            <a:lvl8pPr marL="0" indent="0" algn="l">
              <a:spcBef>
                <a:spcPts val="0"/>
              </a:spcBef>
              <a:spcAft>
                <a:spcPts val="0"/>
              </a:spcAft>
              <a:buNone/>
              <a:defRPr sz="2000" b="0">
                <a:solidFill>
                  <a:schemeClr val="tx1"/>
                </a:solidFill>
                <a:latin typeface="+mn-lt"/>
              </a:defRPr>
            </a:lvl8pPr>
            <a:lvl9pPr marL="0" indent="0" algn="l">
              <a:spcBef>
                <a:spcPts val="0"/>
              </a:spcBef>
              <a:spcAft>
                <a:spcPts val="0"/>
              </a:spcAft>
              <a:buNone/>
              <a:defRPr sz="2000" b="0">
                <a:solidFill>
                  <a:schemeClr val="tx1"/>
                </a:solidFill>
                <a:latin typeface="+mn-lt"/>
              </a:defRPr>
            </a:lvl9pPr>
          </a:lstStyle>
          <a:p>
            <a:pPr lvl="0"/>
            <a:r>
              <a:rPr lang="de-DE" dirty="0"/>
              <a:t>Untertitel der Präsentation</a:t>
            </a:r>
          </a:p>
        </p:txBody>
      </p:sp>
      <p:sp>
        <p:nvSpPr>
          <p:cNvPr id="15" name="Textplatzhalter">
            <a:extLst>
              <a:ext uri="{FF2B5EF4-FFF2-40B4-BE49-F238E27FC236}">
                <a16:creationId xmlns:a16="http://schemas.microsoft.com/office/drawing/2014/main" id="{888E75FC-8DAA-C7C9-155B-D6FCAFE49437}"/>
              </a:ext>
            </a:extLst>
          </p:cNvPr>
          <p:cNvSpPr>
            <a:spLocks noGrp="1"/>
          </p:cNvSpPr>
          <p:nvPr>
            <p:ph type="body" sz="quarter" idx="10" hasCustomPrompt="1"/>
          </p:nvPr>
        </p:nvSpPr>
        <p:spPr bwMode="gray">
          <a:xfrm>
            <a:off x="696000" y="5876999"/>
            <a:ext cx="5400674" cy="288000"/>
          </a:xfrm>
        </p:spPr>
        <p:txBody>
          <a:bodyPr/>
          <a:lstStyle>
            <a:lvl1pPr marL="0" indent="0">
              <a:spcBef>
                <a:spcPts val="0"/>
              </a:spcBef>
              <a:spcAft>
                <a:spcPts val="0"/>
              </a:spcAft>
              <a:buFontTx/>
              <a:buNone/>
              <a:defRPr sz="1600" b="0">
                <a:solidFill>
                  <a:schemeClr val="tx1"/>
                </a:solidFill>
                <a:latin typeface="+mn-lt"/>
              </a:defRPr>
            </a:lvl1pPr>
            <a:lvl2pPr marL="0" indent="0">
              <a:spcBef>
                <a:spcPts val="0"/>
              </a:spcBef>
              <a:spcAft>
                <a:spcPts val="0"/>
              </a:spcAft>
              <a:buFontTx/>
              <a:buNone/>
              <a:defRPr sz="1600" b="0">
                <a:solidFill>
                  <a:schemeClr val="tx1"/>
                </a:solidFill>
                <a:latin typeface="+mn-lt"/>
              </a:defRPr>
            </a:lvl2pPr>
            <a:lvl3pPr marL="0" indent="0">
              <a:spcBef>
                <a:spcPts val="0"/>
              </a:spcBef>
              <a:spcAft>
                <a:spcPts val="0"/>
              </a:spcAft>
              <a:buFontTx/>
              <a:buNone/>
              <a:defRPr sz="1600" b="0">
                <a:solidFill>
                  <a:schemeClr val="tx1"/>
                </a:solidFill>
                <a:latin typeface="+mn-lt"/>
              </a:defRPr>
            </a:lvl3pPr>
            <a:lvl4pPr marL="0" indent="0">
              <a:spcBef>
                <a:spcPts val="0"/>
              </a:spcBef>
              <a:spcAft>
                <a:spcPts val="0"/>
              </a:spcAft>
              <a:buFontTx/>
              <a:buNone/>
              <a:defRPr sz="1600" b="0">
                <a:solidFill>
                  <a:schemeClr val="tx1"/>
                </a:solidFill>
                <a:latin typeface="+mn-lt"/>
              </a:defRPr>
            </a:lvl4pPr>
            <a:lvl5pPr marL="0" indent="0">
              <a:spcBef>
                <a:spcPts val="0"/>
              </a:spcBef>
              <a:spcAft>
                <a:spcPts val="0"/>
              </a:spcAft>
              <a:buFontTx/>
              <a:buNone/>
              <a:defRPr sz="1600" b="0">
                <a:solidFill>
                  <a:schemeClr val="tx1"/>
                </a:solidFill>
                <a:latin typeface="+mn-lt"/>
              </a:defRPr>
            </a:lvl5pPr>
            <a:lvl6pPr marL="0" indent="0">
              <a:spcBef>
                <a:spcPts val="0"/>
              </a:spcBef>
              <a:spcAft>
                <a:spcPts val="0"/>
              </a:spcAft>
              <a:buFontTx/>
              <a:buNone/>
              <a:defRPr sz="1600" b="0">
                <a:solidFill>
                  <a:schemeClr val="tx1"/>
                </a:solidFill>
                <a:latin typeface="+mn-lt"/>
              </a:defRPr>
            </a:lvl6pPr>
            <a:lvl7pPr marL="0" indent="0">
              <a:spcBef>
                <a:spcPts val="0"/>
              </a:spcBef>
              <a:spcAft>
                <a:spcPts val="0"/>
              </a:spcAft>
              <a:buFontTx/>
              <a:buNone/>
              <a:defRPr sz="1600" b="0">
                <a:solidFill>
                  <a:schemeClr val="tx1"/>
                </a:solidFill>
                <a:latin typeface="+mn-lt"/>
              </a:defRPr>
            </a:lvl7pPr>
            <a:lvl8pPr marL="0" indent="0">
              <a:spcBef>
                <a:spcPts val="0"/>
              </a:spcBef>
              <a:spcAft>
                <a:spcPts val="0"/>
              </a:spcAft>
              <a:buFontTx/>
              <a:buNone/>
              <a:defRPr sz="1600" b="0">
                <a:solidFill>
                  <a:schemeClr val="tx1"/>
                </a:solidFill>
                <a:latin typeface="+mn-lt"/>
              </a:defRPr>
            </a:lvl8pPr>
            <a:lvl9pPr marL="0" indent="0">
              <a:spcBef>
                <a:spcPts val="0"/>
              </a:spcBef>
              <a:spcAft>
                <a:spcPts val="0"/>
              </a:spcAft>
              <a:buFontTx/>
              <a:buNone/>
              <a:defRPr sz="1600" b="0">
                <a:solidFill>
                  <a:schemeClr val="tx1"/>
                </a:solidFill>
                <a:latin typeface="+mn-lt"/>
              </a:defRPr>
            </a:lvl9pPr>
          </a:lstStyle>
          <a:p>
            <a:pPr lvl="0"/>
            <a:r>
              <a:rPr lang="de-DE" dirty="0"/>
              <a:t>Autor • Datum • Ort</a:t>
            </a:r>
          </a:p>
        </p:txBody>
      </p:sp>
    </p:spTree>
    <p:extLst>
      <p:ext uri="{BB962C8B-B14F-4D97-AF65-F5344CB8AC3E}">
        <p14:creationId xmlns:p14="http://schemas.microsoft.com/office/powerpoint/2010/main" val="3356405246"/>
      </p:ext>
    </p:extLst>
  </p:cSld>
  <p:clrMapOvr>
    <a:masterClrMapping/>
  </p:clrMapOvr>
  <p:extLst>
    <p:ext uri="{DCECCB84-F9BA-43D5-87BE-67443E8EF086}">
      <p15:sldGuideLst xmlns:p15="http://schemas.microsoft.com/office/powerpoint/2012/main">
        <p15:guide id="1" orient="horz" pos="2886" userDrawn="1">
          <p15:clr>
            <a:srgbClr val="FBAE40"/>
          </p15:clr>
        </p15:guide>
        <p15:guide id="2" pos="438" userDrawn="1">
          <p15:clr>
            <a:srgbClr val="FBAE40"/>
          </p15:clr>
        </p15:guide>
        <p15:guide id="3" pos="3840" userDrawn="1">
          <p15:clr>
            <a:srgbClr val="FBAE40"/>
          </p15:clr>
        </p15:guide>
        <p15:guide id="4" orient="horz" pos="1208" userDrawn="1">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Titelfolie | Bild">
    <p:bg>
      <p:bgPr>
        <a:solidFill>
          <a:schemeClr val="bg2"/>
        </a:solidFill>
        <a:effectLst/>
      </p:bgPr>
    </p:bg>
    <p:spTree>
      <p:nvGrpSpPr>
        <p:cNvPr id="1" name=""/>
        <p:cNvGrpSpPr/>
        <p:nvPr/>
      </p:nvGrpSpPr>
      <p:grpSpPr>
        <a:xfrm>
          <a:off x="0" y="0"/>
          <a:ext cx="0" cy="0"/>
          <a:chOff x="0" y="0"/>
          <a:chExt cx="0" cy="0"/>
        </a:xfrm>
      </p:grpSpPr>
      <p:sp>
        <p:nvSpPr>
          <p:cNvPr id="4" name="Bildplatzhalter">
            <a:extLst>
              <a:ext uri="{FF2B5EF4-FFF2-40B4-BE49-F238E27FC236}">
                <a16:creationId xmlns:a16="http://schemas.microsoft.com/office/drawing/2014/main" id="{ED3CDC4F-05B1-B76F-5EA7-189E7169CC46}"/>
              </a:ext>
              <a:ext uri="{C183D7F6-B498-43B3-948B-1728B52AA6E4}">
                <adec:decorative xmlns:adec="http://schemas.microsoft.com/office/drawing/2017/decorative" val="1"/>
              </a:ext>
            </a:extLst>
          </p:cNvPr>
          <p:cNvSpPr>
            <a:spLocks noGrp="1"/>
          </p:cNvSpPr>
          <p:nvPr>
            <p:ph type="pic" idx="11" hasCustomPrompt="1"/>
          </p:nvPr>
        </p:nvSpPr>
        <p:spPr bwMode="gray">
          <a:xfrm>
            <a:off x="0" y="0"/>
            <a:ext cx="5880100" cy="6858000"/>
          </a:xfrm>
          <a:solidFill>
            <a:srgbClr val="E4E7E9"/>
          </a:solidFill>
        </p:spPr>
        <p:txBody>
          <a:bodyPr lIns="288000" tIns="0" rIns="288000" bIns="648000" anchor="ctr" anchorCtr="0"/>
          <a:lstStyle>
            <a:lvl1pPr marL="0" indent="0" algn="ctr">
              <a:spcBef>
                <a:spcPts val="0"/>
              </a:spcBef>
              <a:spcAft>
                <a:spcPts val="0"/>
              </a:spcAft>
              <a:buNone/>
              <a:defRPr sz="1200" b="0">
                <a:solidFill>
                  <a:schemeClr val="tx1"/>
                </a:solidFill>
                <a:latin typeface="+mn-lt"/>
              </a:defRPr>
            </a:lvl1pPr>
            <a:lvl2pPr marL="0" indent="0" algn="ctr">
              <a:spcBef>
                <a:spcPts val="0"/>
              </a:spcBef>
              <a:spcAft>
                <a:spcPts val="0"/>
              </a:spcAft>
              <a:buNone/>
              <a:defRPr sz="1200" b="0">
                <a:solidFill>
                  <a:schemeClr val="tx1"/>
                </a:solidFill>
                <a:latin typeface="+mn-lt"/>
              </a:defRPr>
            </a:lvl2pPr>
            <a:lvl3pPr marL="0" indent="0" algn="ctr">
              <a:spcBef>
                <a:spcPts val="0"/>
              </a:spcBef>
              <a:spcAft>
                <a:spcPts val="0"/>
              </a:spcAft>
              <a:buNone/>
              <a:defRPr sz="1200" b="0">
                <a:solidFill>
                  <a:schemeClr val="tx1"/>
                </a:solidFill>
                <a:latin typeface="+mn-lt"/>
              </a:defRPr>
            </a:lvl3pPr>
            <a:lvl4pPr marL="0" indent="0" algn="ctr">
              <a:spcBef>
                <a:spcPts val="0"/>
              </a:spcBef>
              <a:spcAft>
                <a:spcPts val="0"/>
              </a:spcAft>
              <a:buNone/>
              <a:defRPr sz="1200" b="0">
                <a:solidFill>
                  <a:schemeClr val="tx1"/>
                </a:solidFill>
                <a:latin typeface="+mn-lt"/>
              </a:defRPr>
            </a:lvl4pPr>
            <a:lvl5pPr marL="0" indent="0" algn="ctr">
              <a:spcBef>
                <a:spcPts val="0"/>
              </a:spcBef>
              <a:spcAft>
                <a:spcPts val="0"/>
              </a:spcAft>
              <a:buNone/>
              <a:defRPr sz="1200" b="0">
                <a:solidFill>
                  <a:schemeClr val="tx1"/>
                </a:solidFill>
                <a:latin typeface="+mn-lt"/>
              </a:defRPr>
            </a:lvl5pPr>
            <a:lvl6pPr marL="0" indent="0" algn="ctr">
              <a:spcBef>
                <a:spcPts val="0"/>
              </a:spcBef>
              <a:spcAft>
                <a:spcPts val="0"/>
              </a:spcAft>
              <a:buNone/>
              <a:defRPr sz="1200" b="0">
                <a:solidFill>
                  <a:schemeClr val="tx1"/>
                </a:solidFill>
                <a:latin typeface="+mn-lt"/>
              </a:defRPr>
            </a:lvl6pPr>
            <a:lvl7pPr marL="0" indent="0" algn="ctr">
              <a:spcBef>
                <a:spcPts val="0"/>
              </a:spcBef>
              <a:spcAft>
                <a:spcPts val="0"/>
              </a:spcAft>
              <a:buNone/>
              <a:defRPr sz="1200" b="0">
                <a:solidFill>
                  <a:schemeClr val="tx1"/>
                </a:solidFill>
                <a:latin typeface="+mn-lt"/>
              </a:defRPr>
            </a:lvl7pPr>
            <a:lvl8pPr marL="0" indent="0" algn="ctr">
              <a:spcBef>
                <a:spcPts val="0"/>
              </a:spcBef>
              <a:spcAft>
                <a:spcPts val="0"/>
              </a:spcAft>
              <a:buNone/>
              <a:defRPr sz="1200" b="0">
                <a:solidFill>
                  <a:schemeClr val="tx1"/>
                </a:solidFill>
                <a:latin typeface="+mn-lt"/>
              </a:defRPr>
            </a:lvl8pPr>
            <a:lvl9pPr marL="0" indent="0" algn="ctr">
              <a:spcBef>
                <a:spcPts val="0"/>
              </a:spcBef>
              <a:spcAft>
                <a:spcPts val="0"/>
              </a:spcAft>
              <a:buNone/>
              <a:defRPr sz="1200" b="0">
                <a:solidFill>
                  <a:schemeClr val="tx1"/>
                </a:solidFill>
                <a:latin typeface="+mn-lt"/>
              </a:defRPr>
            </a:lvl9pPr>
          </a:lstStyle>
          <a:p>
            <a:pPr lvl="0"/>
            <a:r>
              <a:rPr lang="de-DE" dirty="0"/>
              <a:t>Bild durch Klick auf das Icon einfügen.</a:t>
            </a:r>
          </a:p>
        </p:txBody>
      </p:sp>
      <p:sp>
        <p:nvSpPr>
          <p:cNvPr id="2" name="Titel">
            <a:extLst>
              <a:ext uri="{FF2B5EF4-FFF2-40B4-BE49-F238E27FC236}">
                <a16:creationId xmlns:a16="http://schemas.microsoft.com/office/drawing/2014/main" id="{D1BDE9CD-498E-8C0C-DD46-31832628F30D}"/>
              </a:ext>
            </a:extLst>
          </p:cNvPr>
          <p:cNvSpPr>
            <a:spLocks noGrp="1"/>
          </p:cNvSpPr>
          <p:nvPr>
            <p:ph type="ctrTitle" hasCustomPrompt="1"/>
          </p:nvPr>
        </p:nvSpPr>
        <p:spPr bwMode="invGray">
          <a:xfrm>
            <a:off x="6310651" y="3141000"/>
            <a:ext cx="5184675" cy="1440000"/>
          </a:xfrm>
        </p:spPr>
        <p:txBody>
          <a:bodyPr anchor="b"/>
          <a:lstStyle>
            <a:lvl1pPr algn="l">
              <a:defRPr sz="3200" baseline="0">
                <a:solidFill>
                  <a:schemeClr val="bg1"/>
                </a:solidFill>
              </a:defRPr>
            </a:lvl1pPr>
          </a:lstStyle>
          <a:p>
            <a:r>
              <a:rPr lang="de-DE" dirty="0"/>
              <a:t>Titel der Präsentation</a:t>
            </a:r>
          </a:p>
        </p:txBody>
      </p:sp>
      <p:sp>
        <p:nvSpPr>
          <p:cNvPr id="3" name="Untertitel">
            <a:extLst>
              <a:ext uri="{FF2B5EF4-FFF2-40B4-BE49-F238E27FC236}">
                <a16:creationId xmlns:a16="http://schemas.microsoft.com/office/drawing/2014/main" id="{6BCC98A8-5053-B10A-35A9-DD68B5FBADC7}"/>
              </a:ext>
            </a:extLst>
          </p:cNvPr>
          <p:cNvSpPr>
            <a:spLocks noGrp="1"/>
          </p:cNvSpPr>
          <p:nvPr>
            <p:ph type="subTitle" idx="1" hasCustomPrompt="1"/>
          </p:nvPr>
        </p:nvSpPr>
        <p:spPr bwMode="gray">
          <a:xfrm>
            <a:off x="6310651" y="4797000"/>
            <a:ext cx="5184675" cy="720000"/>
          </a:xfrm>
        </p:spPr>
        <p:txBody>
          <a:bodyPr>
            <a:noAutofit/>
          </a:bodyPr>
          <a:lstStyle>
            <a:lvl1pPr marL="0" indent="0" algn="l">
              <a:spcBef>
                <a:spcPts val="0"/>
              </a:spcBef>
              <a:spcAft>
                <a:spcPts val="0"/>
              </a:spcAft>
              <a:buNone/>
              <a:defRPr sz="2000" b="0">
                <a:solidFill>
                  <a:schemeClr val="tx1"/>
                </a:solidFill>
                <a:latin typeface="+mn-lt"/>
              </a:defRPr>
            </a:lvl1pPr>
            <a:lvl2pPr marL="0" indent="0" algn="l">
              <a:spcBef>
                <a:spcPts val="0"/>
              </a:spcBef>
              <a:spcAft>
                <a:spcPts val="0"/>
              </a:spcAft>
              <a:buNone/>
              <a:defRPr sz="2000" b="0">
                <a:solidFill>
                  <a:schemeClr val="tx1"/>
                </a:solidFill>
                <a:latin typeface="+mn-lt"/>
              </a:defRPr>
            </a:lvl2pPr>
            <a:lvl3pPr marL="0" indent="0" algn="l">
              <a:spcBef>
                <a:spcPts val="0"/>
              </a:spcBef>
              <a:spcAft>
                <a:spcPts val="0"/>
              </a:spcAft>
              <a:buNone/>
              <a:defRPr sz="2000" b="0">
                <a:solidFill>
                  <a:schemeClr val="tx1"/>
                </a:solidFill>
                <a:latin typeface="+mn-lt"/>
              </a:defRPr>
            </a:lvl3pPr>
            <a:lvl4pPr marL="0" indent="0" algn="l">
              <a:spcBef>
                <a:spcPts val="0"/>
              </a:spcBef>
              <a:spcAft>
                <a:spcPts val="0"/>
              </a:spcAft>
              <a:buNone/>
              <a:defRPr sz="2000" b="0">
                <a:solidFill>
                  <a:schemeClr val="tx1"/>
                </a:solidFill>
                <a:latin typeface="+mn-lt"/>
              </a:defRPr>
            </a:lvl4pPr>
            <a:lvl5pPr marL="0" indent="0" algn="l">
              <a:spcBef>
                <a:spcPts val="0"/>
              </a:spcBef>
              <a:spcAft>
                <a:spcPts val="0"/>
              </a:spcAft>
              <a:buNone/>
              <a:defRPr sz="2000" b="0">
                <a:solidFill>
                  <a:schemeClr val="tx1"/>
                </a:solidFill>
                <a:latin typeface="+mn-lt"/>
              </a:defRPr>
            </a:lvl5pPr>
            <a:lvl6pPr marL="0" indent="0" algn="l">
              <a:spcBef>
                <a:spcPts val="0"/>
              </a:spcBef>
              <a:spcAft>
                <a:spcPts val="0"/>
              </a:spcAft>
              <a:buNone/>
              <a:defRPr sz="2000" b="0">
                <a:solidFill>
                  <a:schemeClr val="tx1"/>
                </a:solidFill>
                <a:latin typeface="+mn-lt"/>
              </a:defRPr>
            </a:lvl6pPr>
            <a:lvl7pPr marL="0" indent="0" algn="l">
              <a:spcBef>
                <a:spcPts val="0"/>
              </a:spcBef>
              <a:spcAft>
                <a:spcPts val="0"/>
              </a:spcAft>
              <a:buNone/>
              <a:defRPr sz="2000" b="0">
                <a:solidFill>
                  <a:schemeClr val="tx1"/>
                </a:solidFill>
                <a:latin typeface="+mn-lt"/>
              </a:defRPr>
            </a:lvl7pPr>
            <a:lvl8pPr marL="0" indent="0" algn="l">
              <a:spcBef>
                <a:spcPts val="0"/>
              </a:spcBef>
              <a:spcAft>
                <a:spcPts val="0"/>
              </a:spcAft>
              <a:buNone/>
              <a:defRPr sz="2000" b="0">
                <a:solidFill>
                  <a:schemeClr val="tx1"/>
                </a:solidFill>
                <a:latin typeface="+mn-lt"/>
              </a:defRPr>
            </a:lvl8pPr>
            <a:lvl9pPr marL="0" indent="0" algn="l">
              <a:spcBef>
                <a:spcPts val="0"/>
              </a:spcBef>
              <a:spcAft>
                <a:spcPts val="0"/>
              </a:spcAft>
              <a:buNone/>
              <a:defRPr sz="2000" b="0">
                <a:solidFill>
                  <a:schemeClr val="tx1"/>
                </a:solidFill>
                <a:latin typeface="+mn-lt"/>
              </a:defRPr>
            </a:lvl9pPr>
          </a:lstStyle>
          <a:p>
            <a:pPr lvl="0"/>
            <a:r>
              <a:rPr lang="de-DE" dirty="0"/>
              <a:t>Untertitel der Präsentation</a:t>
            </a:r>
          </a:p>
        </p:txBody>
      </p:sp>
      <p:sp>
        <p:nvSpPr>
          <p:cNvPr id="15" name="Textplatzhalter">
            <a:extLst>
              <a:ext uri="{FF2B5EF4-FFF2-40B4-BE49-F238E27FC236}">
                <a16:creationId xmlns:a16="http://schemas.microsoft.com/office/drawing/2014/main" id="{888E75FC-8DAA-C7C9-155B-D6FCAFE49437}"/>
              </a:ext>
            </a:extLst>
          </p:cNvPr>
          <p:cNvSpPr>
            <a:spLocks noGrp="1"/>
          </p:cNvSpPr>
          <p:nvPr>
            <p:ph type="body" sz="quarter" idx="10" hasCustomPrompt="1"/>
          </p:nvPr>
        </p:nvSpPr>
        <p:spPr bwMode="gray">
          <a:xfrm>
            <a:off x="6311325" y="5876999"/>
            <a:ext cx="5184675" cy="288000"/>
          </a:xfrm>
        </p:spPr>
        <p:txBody>
          <a:bodyPr/>
          <a:lstStyle>
            <a:lvl1pPr marL="0" indent="0">
              <a:spcBef>
                <a:spcPts val="0"/>
              </a:spcBef>
              <a:spcAft>
                <a:spcPts val="0"/>
              </a:spcAft>
              <a:buFontTx/>
              <a:buNone/>
              <a:defRPr sz="1600" b="0">
                <a:solidFill>
                  <a:schemeClr val="tx1"/>
                </a:solidFill>
                <a:latin typeface="+mn-lt"/>
              </a:defRPr>
            </a:lvl1pPr>
            <a:lvl2pPr marL="0" indent="0">
              <a:spcBef>
                <a:spcPts val="0"/>
              </a:spcBef>
              <a:spcAft>
                <a:spcPts val="0"/>
              </a:spcAft>
              <a:buFontTx/>
              <a:buNone/>
              <a:defRPr sz="1600" b="0">
                <a:solidFill>
                  <a:schemeClr val="tx1"/>
                </a:solidFill>
                <a:latin typeface="+mn-lt"/>
              </a:defRPr>
            </a:lvl2pPr>
            <a:lvl3pPr marL="0" indent="0">
              <a:spcBef>
                <a:spcPts val="0"/>
              </a:spcBef>
              <a:spcAft>
                <a:spcPts val="0"/>
              </a:spcAft>
              <a:buFontTx/>
              <a:buNone/>
              <a:defRPr sz="1600" b="0">
                <a:solidFill>
                  <a:schemeClr val="tx1"/>
                </a:solidFill>
                <a:latin typeface="+mn-lt"/>
              </a:defRPr>
            </a:lvl3pPr>
            <a:lvl4pPr marL="0" indent="0">
              <a:spcBef>
                <a:spcPts val="0"/>
              </a:spcBef>
              <a:spcAft>
                <a:spcPts val="0"/>
              </a:spcAft>
              <a:buFontTx/>
              <a:buNone/>
              <a:defRPr sz="1600" b="0">
                <a:solidFill>
                  <a:schemeClr val="tx1"/>
                </a:solidFill>
                <a:latin typeface="+mn-lt"/>
              </a:defRPr>
            </a:lvl4pPr>
            <a:lvl5pPr marL="0" indent="0">
              <a:spcBef>
                <a:spcPts val="0"/>
              </a:spcBef>
              <a:spcAft>
                <a:spcPts val="0"/>
              </a:spcAft>
              <a:buFontTx/>
              <a:buNone/>
              <a:defRPr sz="1600" b="0">
                <a:solidFill>
                  <a:schemeClr val="tx1"/>
                </a:solidFill>
                <a:latin typeface="+mn-lt"/>
              </a:defRPr>
            </a:lvl5pPr>
            <a:lvl6pPr marL="0" indent="0">
              <a:spcBef>
                <a:spcPts val="0"/>
              </a:spcBef>
              <a:spcAft>
                <a:spcPts val="0"/>
              </a:spcAft>
              <a:buFontTx/>
              <a:buNone/>
              <a:defRPr sz="1600" b="0">
                <a:solidFill>
                  <a:schemeClr val="tx1"/>
                </a:solidFill>
                <a:latin typeface="+mn-lt"/>
              </a:defRPr>
            </a:lvl6pPr>
            <a:lvl7pPr marL="0" indent="0">
              <a:spcBef>
                <a:spcPts val="0"/>
              </a:spcBef>
              <a:spcAft>
                <a:spcPts val="0"/>
              </a:spcAft>
              <a:buFontTx/>
              <a:buNone/>
              <a:defRPr sz="1600" b="0">
                <a:solidFill>
                  <a:schemeClr val="tx1"/>
                </a:solidFill>
                <a:latin typeface="+mn-lt"/>
              </a:defRPr>
            </a:lvl7pPr>
            <a:lvl8pPr marL="0" indent="0">
              <a:spcBef>
                <a:spcPts val="0"/>
              </a:spcBef>
              <a:spcAft>
                <a:spcPts val="0"/>
              </a:spcAft>
              <a:buFontTx/>
              <a:buNone/>
              <a:defRPr sz="1600" b="0">
                <a:solidFill>
                  <a:schemeClr val="tx1"/>
                </a:solidFill>
                <a:latin typeface="+mn-lt"/>
              </a:defRPr>
            </a:lvl8pPr>
            <a:lvl9pPr marL="0" indent="0">
              <a:spcBef>
                <a:spcPts val="0"/>
              </a:spcBef>
              <a:spcAft>
                <a:spcPts val="0"/>
              </a:spcAft>
              <a:buFontTx/>
              <a:buNone/>
              <a:defRPr sz="1600" b="0">
                <a:solidFill>
                  <a:schemeClr val="tx1"/>
                </a:solidFill>
                <a:latin typeface="+mn-lt"/>
              </a:defRPr>
            </a:lvl9pPr>
          </a:lstStyle>
          <a:p>
            <a:pPr lvl="0"/>
            <a:r>
              <a:rPr lang="de-DE" dirty="0"/>
              <a:t>Autor • Datum • Ort</a:t>
            </a:r>
          </a:p>
        </p:txBody>
      </p:sp>
      <p:pic>
        <p:nvPicPr>
          <p:cNvPr id="7" name="Logo">
            <a:extLst>
              <a:ext uri="{FF2B5EF4-FFF2-40B4-BE49-F238E27FC236}">
                <a16:creationId xmlns:a16="http://schemas.microsoft.com/office/drawing/2014/main" id="{DD57F011-932E-8635-AC0A-D3AEB599E342}"/>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bwMode="gray">
          <a:xfrm>
            <a:off x="9861170" y="621000"/>
            <a:ext cx="1706830" cy="2160000"/>
          </a:xfrm>
          <a:prstGeom prst="rect">
            <a:avLst/>
          </a:prstGeom>
        </p:spPr>
      </p:pic>
    </p:spTree>
    <p:extLst>
      <p:ext uri="{BB962C8B-B14F-4D97-AF65-F5344CB8AC3E}">
        <p14:creationId xmlns:p14="http://schemas.microsoft.com/office/powerpoint/2010/main" val="2772534688"/>
      </p:ext>
    </p:extLst>
  </p:cSld>
  <p:clrMapOvr>
    <a:masterClrMapping/>
  </p:clrMapOvr>
  <p:extLst>
    <p:ext uri="{DCECCB84-F9BA-43D5-87BE-67443E8EF086}">
      <p15:sldGuideLst xmlns:p15="http://schemas.microsoft.com/office/powerpoint/2012/main">
        <p15:guide id="1" orient="horz" pos="2886" userDrawn="1">
          <p15:clr>
            <a:srgbClr val="FBAE40"/>
          </p15:clr>
        </p15:guide>
        <p15:guide id="2" pos="3976" userDrawn="1">
          <p15:clr>
            <a:srgbClr val="FBAE40"/>
          </p15:clr>
        </p15:guide>
        <p15:guide id="3" pos="7242" userDrawn="1">
          <p15:clr>
            <a:srgbClr val="FBAE40"/>
          </p15:clr>
        </p15:guide>
        <p15:guide id="4" orient="horz" pos="1979" userDrawn="1">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Trenner">
    <p:bg>
      <p:bgPr>
        <a:solidFill>
          <a:schemeClr val="bg2"/>
        </a:solidFill>
        <a:effectLst/>
      </p:bgPr>
    </p:bg>
    <p:spTree>
      <p:nvGrpSpPr>
        <p:cNvPr id="1" name=""/>
        <p:cNvGrpSpPr/>
        <p:nvPr/>
      </p:nvGrpSpPr>
      <p:grpSpPr>
        <a:xfrm>
          <a:off x="0" y="0"/>
          <a:ext cx="0" cy="0"/>
          <a:chOff x="0" y="0"/>
          <a:chExt cx="0" cy="0"/>
        </a:xfrm>
      </p:grpSpPr>
      <p:sp>
        <p:nvSpPr>
          <p:cNvPr id="12" name="Kapitelnummer">
            <a:extLst>
              <a:ext uri="{FF2B5EF4-FFF2-40B4-BE49-F238E27FC236}">
                <a16:creationId xmlns:a16="http://schemas.microsoft.com/office/drawing/2014/main" id="{77236AAD-C3D7-19B7-D74C-ED45ED69B362}"/>
              </a:ext>
            </a:extLst>
          </p:cNvPr>
          <p:cNvSpPr>
            <a:spLocks noGrp="1"/>
          </p:cNvSpPr>
          <p:nvPr>
            <p:ph type="body" sz="quarter" idx="10" hasCustomPrompt="1"/>
          </p:nvPr>
        </p:nvSpPr>
        <p:spPr bwMode="invGray">
          <a:xfrm>
            <a:off x="696000" y="3357000"/>
            <a:ext cx="2376000" cy="1152000"/>
          </a:xfrm>
        </p:spPr>
        <p:txBody>
          <a:bodyPr anchor="ctr" anchorCtr="0"/>
          <a:lstStyle>
            <a:lvl1pPr marL="0" indent="0" algn="r">
              <a:lnSpc>
                <a:spcPct val="100000"/>
              </a:lnSpc>
              <a:spcBef>
                <a:spcPts val="0"/>
              </a:spcBef>
              <a:spcAft>
                <a:spcPts val="0"/>
              </a:spcAft>
              <a:buFontTx/>
              <a:buNone/>
              <a:defRPr sz="10000" b="1">
                <a:solidFill>
                  <a:schemeClr val="bg1"/>
                </a:solidFill>
                <a:latin typeface="+mj-lt"/>
              </a:defRPr>
            </a:lvl1pPr>
            <a:lvl2pPr marL="0" indent="0" algn="r">
              <a:lnSpc>
                <a:spcPct val="100000"/>
              </a:lnSpc>
              <a:spcBef>
                <a:spcPts val="0"/>
              </a:spcBef>
              <a:spcAft>
                <a:spcPts val="0"/>
              </a:spcAft>
              <a:buFontTx/>
              <a:buNone/>
              <a:defRPr sz="10000" b="1">
                <a:solidFill>
                  <a:schemeClr val="bg1"/>
                </a:solidFill>
                <a:latin typeface="+mj-lt"/>
              </a:defRPr>
            </a:lvl2pPr>
            <a:lvl3pPr marL="0" indent="0" algn="r">
              <a:lnSpc>
                <a:spcPct val="100000"/>
              </a:lnSpc>
              <a:spcBef>
                <a:spcPts val="0"/>
              </a:spcBef>
              <a:spcAft>
                <a:spcPts val="0"/>
              </a:spcAft>
              <a:buFontTx/>
              <a:buNone/>
              <a:defRPr sz="10000" b="1">
                <a:solidFill>
                  <a:schemeClr val="bg1"/>
                </a:solidFill>
                <a:latin typeface="+mj-lt"/>
              </a:defRPr>
            </a:lvl3pPr>
            <a:lvl4pPr marL="0" indent="0" algn="r">
              <a:lnSpc>
                <a:spcPct val="100000"/>
              </a:lnSpc>
              <a:spcBef>
                <a:spcPts val="0"/>
              </a:spcBef>
              <a:spcAft>
                <a:spcPts val="0"/>
              </a:spcAft>
              <a:buFontTx/>
              <a:buNone/>
              <a:defRPr sz="10000" b="1">
                <a:solidFill>
                  <a:schemeClr val="bg1"/>
                </a:solidFill>
                <a:latin typeface="+mj-lt"/>
              </a:defRPr>
            </a:lvl4pPr>
            <a:lvl5pPr marL="0" indent="0" algn="r">
              <a:lnSpc>
                <a:spcPct val="100000"/>
              </a:lnSpc>
              <a:spcBef>
                <a:spcPts val="0"/>
              </a:spcBef>
              <a:spcAft>
                <a:spcPts val="0"/>
              </a:spcAft>
              <a:buFontTx/>
              <a:buNone/>
              <a:defRPr sz="10000" b="1">
                <a:solidFill>
                  <a:schemeClr val="bg1"/>
                </a:solidFill>
                <a:latin typeface="+mj-lt"/>
              </a:defRPr>
            </a:lvl5pPr>
            <a:lvl6pPr marL="0" indent="0" algn="r">
              <a:lnSpc>
                <a:spcPct val="100000"/>
              </a:lnSpc>
              <a:spcBef>
                <a:spcPts val="0"/>
              </a:spcBef>
              <a:spcAft>
                <a:spcPts val="0"/>
              </a:spcAft>
              <a:buFontTx/>
              <a:buNone/>
              <a:defRPr sz="10000" b="1">
                <a:solidFill>
                  <a:schemeClr val="bg1"/>
                </a:solidFill>
                <a:latin typeface="+mj-lt"/>
              </a:defRPr>
            </a:lvl6pPr>
            <a:lvl7pPr marL="0" indent="0" algn="r">
              <a:lnSpc>
                <a:spcPct val="100000"/>
              </a:lnSpc>
              <a:spcBef>
                <a:spcPts val="0"/>
              </a:spcBef>
              <a:spcAft>
                <a:spcPts val="0"/>
              </a:spcAft>
              <a:buFontTx/>
              <a:buNone/>
              <a:defRPr sz="10000" b="1">
                <a:solidFill>
                  <a:schemeClr val="bg1"/>
                </a:solidFill>
                <a:latin typeface="+mj-lt"/>
              </a:defRPr>
            </a:lvl7pPr>
            <a:lvl8pPr marL="0" indent="0" algn="r">
              <a:lnSpc>
                <a:spcPct val="100000"/>
              </a:lnSpc>
              <a:spcBef>
                <a:spcPts val="0"/>
              </a:spcBef>
              <a:spcAft>
                <a:spcPts val="0"/>
              </a:spcAft>
              <a:buFontTx/>
              <a:buNone/>
              <a:defRPr sz="10000" b="1">
                <a:solidFill>
                  <a:schemeClr val="bg1"/>
                </a:solidFill>
                <a:latin typeface="+mj-lt"/>
              </a:defRPr>
            </a:lvl8pPr>
            <a:lvl9pPr marL="0" indent="0" algn="r">
              <a:lnSpc>
                <a:spcPct val="100000"/>
              </a:lnSpc>
              <a:spcBef>
                <a:spcPts val="0"/>
              </a:spcBef>
              <a:spcAft>
                <a:spcPts val="0"/>
              </a:spcAft>
              <a:buFontTx/>
              <a:buNone/>
              <a:defRPr sz="10000" b="1">
                <a:solidFill>
                  <a:schemeClr val="bg1"/>
                </a:solidFill>
                <a:latin typeface="+mj-lt"/>
              </a:defRPr>
            </a:lvl9pPr>
          </a:lstStyle>
          <a:p>
            <a:pPr lvl="0"/>
            <a:r>
              <a:rPr lang="de-DE" dirty="0"/>
              <a:t>XX</a:t>
            </a:r>
          </a:p>
        </p:txBody>
      </p:sp>
      <p:sp>
        <p:nvSpPr>
          <p:cNvPr id="2" name="Titel">
            <a:extLst>
              <a:ext uri="{FF2B5EF4-FFF2-40B4-BE49-F238E27FC236}">
                <a16:creationId xmlns:a16="http://schemas.microsoft.com/office/drawing/2014/main" id="{7437C5DC-0C5B-DB74-37B2-6FF9FCEF1A0D}"/>
              </a:ext>
            </a:extLst>
          </p:cNvPr>
          <p:cNvSpPr>
            <a:spLocks noGrp="1"/>
          </p:cNvSpPr>
          <p:nvPr>
            <p:ph type="title" hasCustomPrompt="1"/>
          </p:nvPr>
        </p:nvSpPr>
        <p:spPr bwMode="invGray">
          <a:xfrm>
            <a:off x="3504000" y="2709000"/>
            <a:ext cx="5184388" cy="1800000"/>
          </a:xfrm>
        </p:spPr>
        <p:txBody>
          <a:bodyPr anchor="b" anchorCtr="0"/>
          <a:lstStyle>
            <a:lvl1pPr>
              <a:defRPr sz="4000">
                <a:solidFill>
                  <a:schemeClr val="bg1"/>
                </a:solidFill>
              </a:defRPr>
            </a:lvl1pPr>
          </a:lstStyle>
          <a:p>
            <a:r>
              <a:rPr lang="de-DE" dirty="0"/>
              <a:t>Name des Kapitels</a:t>
            </a:r>
          </a:p>
        </p:txBody>
      </p:sp>
      <p:sp>
        <p:nvSpPr>
          <p:cNvPr id="3" name="Textplatzhalter">
            <a:extLst>
              <a:ext uri="{FF2B5EF4-FFF2-40B4-BE49-F238E27FC236}">
                <a16:creationId xmlns:a16="http://schemas.microsoft.com/office/drawing/2014/main" id="{55E385CE-2652-72AF-0FEC-689A81B82752}"/>
              </a:ext>
            </a:extLst>
          </p:cNvPr>
          <p:cNvSpPr>
            <a:spLocks noGrp="1"/>
          </p:cNvSpPr>
          <p:nvPr>
            <p:ph type="body" idx="1" hasCustomPrompt="1"/>
          </p:nvPr>
        </p:nvSpPr>
        <p:spPr bwMode="gray">
          <a:xfrm>
            <a:off x="3504000" y="4725001"/>
            <a:ext cx="5184388" cy="720000"/>
          </a:xfrm>
        </p:spPr>
        <p:txBody>
          <a:bodyPr/>
          <a:lstStyle>
            <a:lvl1pPr marL="0" indent="0">
              <a:spcBef>
                <a:spcPts val="0"/>
              </a:spcBef>
              <a:spcAft>
                <a:spcPts val="0"/>
              </a:spcAft>
              <a:buNone/>
              <a:defRPr sz="2000" b="0">
                <a:solidFill>
                  <a:schemeClr val="tx1"/>
                </a:solidFill>
                <a:latin typeface="+mn-lt"/>
              </a:defRPr>
            </a:lvl1pPr>
            <a:lvl2pPr marL="0" indent="0">
              <a:spcBef>
                <a:spcPts val="0"/>
              </a:spcBef>
              <a:spcAft>
                <a:spcPts val="0"/>
              </a:spcAft>
              <a:buNone/>
              <a:defRPr sz="2000" b="0">
                <a:solidFill>
                  <a:schemeClr val="tx1"/>
                </a:solidFill>
                <a:latin typeface="+mn-lt"/>
              </a:defRPr>
            </a:lvl2pPr>
            <a:lvl3pPr marL="0" indent="0">
              <a:spcBef>
                <a:spcPts val="0"/>
              </a:spcBef>
              <a:spcAft>
                <a:spcPts val="0"/>
              </a:spcAft>
              <a:buNone/>
              <a:defRPr sz="2000" b="0">
                <a:solidFill>
                  <a:schemeClr val="tx1"/>
                </a:solidFill>
                <a:latin typeface="+mn-lt"/>
              </a:defRPr>
            </a:lvl3pPr>
            <a:lvl4pPr marL="0" indent="0">
              <a:spcBef>
                <a:spcPts val="0"/>
              </a:spcBef>
              <a:spcAft>
                <a:spcPts val="0"/>
              </a:spcAft>
              <a:buNone/>
              <a:defRPr sz="2000" b="0">
                <a:solidFill>
                  <a:schemeClr val="tx1"/>
                </a:solidFill>
                <a:latin typeface="+mn-lt"/>
              </a:defRPr>
            </a:lvl4pPr>
            <a:lvl5pPr marL="0" indent="0">
              <a:spcBef>
                <a:spcPts val="0"/>
              </a:spcBef>
              <a:spcAft>
                <a:spcPts val="0"/>
              </a:spcAft>
              <a:buNone/>
              <a:defRPr sz="2000" b="0">
                <a:solidFill>
                  <a:schemeClr val="tx1"/>
                </a:solidFill>
                <a:latin typeface="+mn-lt"/>
              </a:defRPr>
            </a:lvl5pPr>
            <a:lvl6pPr marL="0" indent="0">
              <a:spcBef>
                <a:spcPts val="0"/>
              </a:spcBef>
              <a:spcAft>
                <a:spcPts val="0"/>
              </a:spcAft>
              <a:buNone/>
              <a:defRPr sz="2000" b="0">
                <a:solidFill>
                  <a:schemeClr val="tx1"/>
                </a:solidFill>
                <a:latin typeface="+mn-lt"/>
              </a:defRPr>
            </a:lvl6pPr>
            <a:lvl7pPr marL="0" indent="0">
              <a:spcBef>
                <a:spcPts val="0"/>
              </a:spcBef>
              <a:spcAft>
                <a:spcPts val="0"/>
              </a:spcAft>
              <a:buNone/>
              <a:defRPr sz="2000" b="0">
                <a:solidFill>
                  <a:schemeClr val="tx1"/>
                </a:solidFill>
                <a:latin typeface="+mn-lt"/>
              </a:defRPr>
            </a:lvl7pPr>
            <a:lvl8pPr marL="0" indent="0">
              <a:spcBef>
                <a:spcPts val="0"/>
              </a:spcBef>
              <a:spcAft>
                <a:spcPts val="0"/>
              </a:spcAft>
              <a:buNone/>
              <a:defRPr sz="2000" b="0">
                <a:solidFill>
                  <a:schemeClr val="tx1"/>
                </a:solidFill>
                <a:latin typeface="+mn-lt"/>
              </a:defRPr>
            </a:lvl8pPr>
            <a:lvl9pPr marL="0" indent="0">
              <a:spcBef>
                <a:spcPts val="0"/>
              </a:spcBef>
              <a:spcAft>
                <a:spcPts val="0"/>
              </a:spcAft>
              <a:buNone/>
              <a:defRPr sz="2000" b="0">
                <a:solidFill>
                  <a:schemeClr val="tx1"/>
                </a:solidFill>
                <a:latin typeface="+mn-lt"/>
              </a:defRPr>
            </a:lvl9pPr>
          </a:lstStyle>
          <a:p>
            <a:pPr lvl="0"/>
            <a:r>
              <a:rPr lang="de-DE" dirty="0"/>
              <a:t>Optionale Kurzbeschreibung</a:t>
            </a:r>
          </a:p>
        </p:txBody>
      </p:sp>
      <p:pic>
        <p:nvPicPr>
          <p:cNvPr id="16" name="Logo">
            <a:extLst>
              <a:ext uri="{FF2B5EF4-FFF2-40B4-BE49-F238E27FC236}">
                <a16:creationId xmlns:a16="http://schemas.microsoft.com/office/drawing/2014/main" id="{7C8043C2-3095-4704-440B-79B554FBDB23}"/>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bwMode="gray">
          <a:xfrm>
            <a:off x="9861170" y="621000"/>
            <a:ext cx="1706830" cy="2160000"/>
          </a:xfrm>
          <a:prstGeom prst="rect">
            <a:avLst/>
          </a:prstGeom>
        </p:spPr>
      </p:pic>
    </p:spTree>
    <p:extLst>
      <p:ext uri="{BB962C8B-B14F-4D97-AF65-F5344CB8AC3E}">
        <p14:creationId xmlns:p14="http://schemas.microsoft.com/office/powerpoint/2010/main" val="1313537673"/>
      </p:ext>
    </p:extLst>
  </p:cSld>
  <p:clrMapOvr>
    <a:masterClrMapping/>
  </p:clrMapOvr>
  <p:extLst>
    <p:ext uri="{DCECCB84-F9BA-43D5-87BE-67443E8EF086}">
      <p15:sldGuideLst xmlns:p15="http://schemas.microsoft.com/office/powerpoint/2012/main">
        <p15:guide id="1" orient="horz" pos="1706" userDrawn="1">
          <p15:clr>
            <a:srgbClr val="FBAE40"/>
          </p15:clr>
        </p15:guide>
        <p15:guide id="2" pos="5473" userDrawn="1">
          <p15:clr>
            <a:srgbClr val="FBAE40"/>
          </p15:clr>
        </p15:guide>
        <p15:guide id="3" pos="2207" userDrawn="1">
          <p15:clr>
            <a:srgbClr val="FBAE40"/>
          </p15:clr>
        </p15:guide>
        <p15:guide id="4" orient="horz" pos="2840" userDrawn="1">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type="obj" preserve="1">
  <p:cSld name="Ein Inhalt">
    <p:spTree>
      <p:nvGrpSpPr>
        <p:cNvPr id="1" name=""/>
        <p:cNvGrpSpPr/>
        <p:nvPr/>
      </p:nvGrpSpPr>
      <p:grpSpPr>
        <a:xfrm>
          <a:off x="0" y="0"/>
          <a:ext cx="0" cy="0"/>
          <a:chOff x="0" y="0"/>
          <a:chExt cx="0" cy="0"/>
        </a:xfrm>
      </p:grpSpPr>
      <p:sp>
        <p:nvSpPr>
          <p:cNvPr id="6" name="Seitenzahl">
            <a:extLst>
              <a:ext uri="{FF2B5EF4-FFF2-40B4-BE49-F238E27FC236}">
                <a16:creationId xmlns:a16="http://schemas.microsoft.com/office/drawing/2014/main" id="{74D3227D-CF66-3BD2-DB96-30ED8B37ACEF}"/>
              </a:ext>
              <a:ext uri="{C183D7F6-B498-43B3-948B-1728B52AA6E4}">
                <adec:decorative xmlns:adec="http://schemas.microsoft.com/office/drawing/2017/decorative" val="0"/>
              </a:ext>
            </a:extLst>
          </p:cNvPr>
          <p:cNvSpPr>
            <a:spLocks noGrp="1"/>
          </p:cNvSpPr>
          <p:nvPr>
            <p:ph type="sldNum" sz="quarter" idx="12"/>
          </p:nvPr>
        </p:nvSpPr>
        <p:spPr bwMode="gray">
          <a:xfrm>
            <a:off x="10992000" y="6439500"/>
            <a:ext cx="504000" cy="144000"/>
          </a:xfrm>
          <a:prstGeom prst="rect">
            <a:avLst/>
          </a:prstGeom>
        </p:spPr>
        <p:txBody>
          <a:bodyPr/>
          <a:lstStyle/>
          <a:p>
            <a:fld id="{D836C0FE-70CA-4950-82D6-CF602CC2B770}" type="slidenum">
              <a:rPr lang="de-DE" smtClean="0"/>
              <a:t>‹Nr.›</a:t>
            </a:fld>
            <a:endParaRPr lang="de-DE" dirty="0"/>
          </a:p>
        </p:txBody>
      </p:sp>
      <p:sp>
        <p:nvSpPr>
          <p:cNvPr id="2" name="Titel">
            <a:extLst>
              <a:ext uri="{FF2B5EF4-FFF2-40B4-BE49-F238E27FC236}">
                <a16:creationId xmlns:a16="http://schemas.microsoft.com/office/drawing/2014/main" id="{150745D7-A4C0-C2AF-8372-A7A8F52F8206}"/>
              </a:ext>
            </a:extLst>
          </p:cNvPr>
          <p:cNvSpPr>
            <a:spLocks noGrp="1"/>
          </p:cNvSpPr>
          <p:nvPr>
            <p:ph type="title" hasCustomPrompt="1"/>
          </p:nvPr>
        </p:nvSpPr>
        <p:spPr bwMode="gray">
          <a:xfrm>
            <a:off x="695326" y="693000"/>
            <a:ext cx="8928100" cy="792000"/>
          </a:xfrm>
        </p:spPr>
        <p:txBody>
          <a:bodyPr/>
          <a:lstStyle/>
          <a:p>
            <a:r>
              <a:rPr lang="de-DE" dirty="0"/>
              <a:t>Folientitel</a:t>
            </a:r>
          </a:p>
        </p:txBody>
      </p:sp>
      <p:sp>
        <p:nvSpPr>
          <p:cNvPr id="3" name="Inhaltsplatzhalter">
            <a:extLst>
              <a:ext uri="{FF2B5EF4-FFF2-40B4-BE49-F238E27FC236}">
                <a16:creationId xmlns:a16="http://schemas.microsoft.com/office/drawing/2014/main" id="{30AF8B8C-65ED-A652-C3D6-15F54289CA21}"/>
              </a:ext>
            </a:extLst>
          </p:cNvPr>
          <p:cNvSpPr>
            <a:spLocks noGrp="1"/>
          </p:cNvSpPr>
          <p:nvPr>
            <p:ph idx="1" hasCustomPrompt="1"/>
          </p:nvPr>
        </p:nvSpPr>
        <p:spPr bwMode="gray">
          <a:xfrm>
            <a:off x="695325" y="1844675"/>
            <a:ext cx="8928100" cy="4319589"/>
          </a:xfrm>
        </p:spPr>
        <p:txBody>
          <a:bodyPr/>
          <a:lstStyle/>
          <a:p>
            <a:pPr lvl="0"/>
            <a:r>
              <a:rPr lang="de-DE" dirty="0"/>
              <a:t>Das ist ein Fließtext. Nutzen Sie die Schaltflächen „Listenebene erhöhen“ bzw. „verringern“ (auf der Registerlasche „Start“), um die vordefinierten Textformatierungen anzusteuern.</a:t>
            </a:r>
          </a:p>
          <a:p>
            <a:pPr lvl="1"/>
            <a:r>
              <a:rPr lang="de-DE" dirty="0"/>
              <a:t>Zweite Ebene</a:t>
            </a:r>
          </a:p>
          <a:p>
            <a:pPr lvl="2"/>
            <a:r>
              <a:rPr lang="de-DE" dirty="0"/>
              <a:t>Dritte Ebene</a:t>
            </a:r>
          </a:p>
          <a:p>
            <a:pPr lvl="3"/>
            <a:r>
              <a:rPr lang="de-DE" dirty="0"/>
              <a:t>Vierte Ebene</a:t>
            </a:r>
          </a:p>
          <a:p>
            <a:pPr lvl="4"/>
            <a:r>
              <a:rPr lang="de-DE" dirty="0"/>
              <a:t>Fünfte Ebene</a:t>
            </a:r>
          </a:p>
          <a:p>
            <a:pPr lvl="5"/>
            <a:r>
              <a:rPr lang="de-DE" dirty="0"/>
              <a:t>Sechste Ebene</a:t>
            </a:r>
          </a:p>
          <a:p>
            <a:pPr lvl="6"/>
            <a:r>
              <a:rPr lang="de-DE" dirty="0"/>
              <a:t>Siebte Ebene</a:t>
            </a:r>
          </a:p>
          <a:p>
            <a:pPr lvl="7"/>
            <a:r>
              <a:rPr lang="de-DE" dirty="0"/>
              <a:t>Achte Ebene</a:t>
            </a:r>
          </a:p>
          <a:p>
            <a:pPr lvl="8"/>
            <a:r>
              <a:rPr lang="de-DE" dirty="0"/>
              <a:t>Neunte Ebene</a:t>
            </a:r>
          </a:p>
        </p:txBody>
      </p:sp>
      <p:sp>
        <p:nvSpPr>
          <p:cNvPr id="4" name="Datum">
            <a:extLst>
              <a:ext uri="{FF2B5EF4-FFF2-40B4-BE49-F238E27FC236}">
                <a16:creationId xmlns:a16="http://schemas.microsoft.com/office/drawing/2014/main" id="{ADA380CC-EB11-4907-814A-374A8738070D}"/>
              </a:ext>
              <a:ext uri="{C183D7F6-B498-43B3-948B-1728B52AA6E4}">
                <adec:decorative xmlns:adec="http://schemas.microsoft.com/office/drawing/2017/decorative" val="1"/>
              </a:ext>
            </a:extLst>
          </p:cNvPr>
          <p:cNvSpPr>
            <a:spLocks noGrp="1"/>
          </p:cNvSpPr>
          <p:nvPr>
            <p:ph type="dt" sz="half" idx="10"/>
          </p:nvPr>
        </p:nvSpPr>
        <p:spPr bwMode="gray"/>
        <p:txBody>
          <a:bodyPr/>
          <a:lstStyle/>
          <a:p>
            <a:fld id="{2A09CE31-9316-4BF9-8DA9-E4F37514F421}" type="datetime1">
              <a:rPr lang="en-US" smtClean="0"/>
              <a:t>6/9/2026</a:t>
            </a:fld>
            <a:endParaRPr lang="de-DE" dirty="0"/>
          </a:p>
        </p:txBody>
      </p:sp>
      <p:sp>
        <p:nvSpPr>
          <p:cNvPr id="5" name="Fußzeile">
            <a:extLst>
              <a:ext uri="{FF2B5EF4-FFF2-40B4-BE49-F238E27FC236}">
                <a16:creationId xmlns:a16="http://schemas.microsoft.com/office/drawing/2014/main" id="{188A2690-C068-BA18-C8A9-131C0659FB52}"/>
              </a:ext>
              <a:ext uri="{C183D7F6-B498-43B3-948B-1728B52AA6E4}">
                <adec:decorative xmlns:adec="http://schemas.microsoft.com/office/drawing/2017/decorative" val="1"/>
              </a:ext>
            </a:extLst>
          </p:cNvPr>
          <p:cNvSpPr>
            <a:spLocks noGrp="1"/>
          </p:cNvSpPr>
          <p:nvPr>
            <p:ph type="ftr" sz="quarter" idx="11"/>
          </p:nvPr>
        </p:nvSpPr>
        <p:spPr bwMode="gray"/>
        <p:txBody>
          <a:bodyPr/>
          <a:lstStyle/>
          <a:p>
            <a:r>
              <a:rPr lang="en-US"/>
              <a:t>Firstname Lastname:  Thesis Title </a:t>
            </a:r>
            <a:endParaRPr lang="de-DE" dirty="0"/>
          </a:p>
        </p:txBody>
      </p:sp>
    </p:spTree>
    <p:extLst>
      <p:ext uri="{BB962C8B-B14F-4D97-AF65-F5344CB8AC3E}">
        <p14:creationId xmlns:p14="http://schemas.microsoft.com/office/powerpoint/2010/main" val="3232414894"/>
      </p:ext>
    </p:extLst>
  </p:cSld>
  <p:clrMapOvr>
    <a:masterClrMapping/>
  </p:clrMapOvr>
  <p:extLst>
    <p:ext uri="{DCECCB84-F9BA-43D5-87BE-67443E8EF086}">
      <p15:sldGuideLst xmlns:p15="http://schemas.microsoft.com/office/powerpoint/2012/main">
        <p15:guide id="1" orient="horz" pos="1162" userDrawn="1">
          <p15:clr>
            <a:srgbClr val="FBAE40"/>
          </p15:clr>
        </p15:guide>
        <p15:guide id="2" pos="438" userDrawn="1">
          <p15:clr>
            <a:srgbClr val="FBAE40"/>
          </p15:clr>
        </p15:guide>
        <p15:guide id="3" pos="6062" userDrawn="1">
          <p15:clr>
            <a:srgbClr val="FBAE40"/>
          </p15:clr>
        </p15:guide>
        <p15:guide id="4" orient="horz" pos="3883" userDrawn="1">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type="twoObj" preserve="1">
  <p:cSld name="Ein Inhalt mit Marginalie">
    <p:spTree>
      <p:nvGrpSpPr>
        <p:cNvPr id="1" name=""/>
        <p:cNvGrpSpPr/>
        <p:nvPr/>
      </p:nvGrpSpPr>
      <p:grpSpPr>
        <a:xfrm>
          <a:off x="0" y="0"/>
          <a:ext cx="0" cy="0"/>
          <a:chOff x="0" y="0"/>
          <a:chExt cx="0" cy="0"/>
        </a:xfrm>
      </p:grpSpPr>
      <p:sp>
        <p:nvSpPr>
          <p:cNvPr id="7" name="Seitenzahl">
            <a:extLst>
              <a:ext uri="{FF2B5EF4-FFF2-40B4-BE49-F238E27FC236}">
                <a16:creationId xmlns:a16="http://schemas.microsoft.com/office/drawing/2014/main" id="{EF1AFF7A-4585-76F7-733F-5E6531ECE8C1}"/>
              </a:ext>
              <a:ext uri="{C183D7F6-B498-43B3-948B-1728B52AA6E4}">
                <adec:decorative xmlns:adec="http://schemas.microsoft.com/office/drawing/2017/decorative" val="0"/>
              </a:ext>
            </a:extLst>
          </p:cNvPr>
          <p:cNvSpPr>
            <a:spLocks noGrp="1"/>
          </p:cNvSpPr>
          <p:nvPr>
            <p:ph type="sldNum" sz="quarter" idx="12"/>
          </p:nvPr>
        </p:nvSpPr>
        <p:spPr bwMode="gray">
          <a:xfrm>
            <a:off x="10992000" y="6439500"/>
            <a:ext cx="504000" cy="144000"/>
          </a:xfrm>
          <a:prstGeom prst="rect">
            <a:avLst/>
          </a:prstGeom>
        </p:spPr>
        <p:txBody>
          <a:bodyPr/>
          <a:lstStyle/>
          <a:p>
            <a:fld id="{D836C0FE-70CA-4950-82D6-CF602CC2B770}" type="slidenum">
              <a:rPr lang="de-DE" smtClean="0"/>
              <a:t>‹Nr.›</a:t>
            </a:fld>
            <a:endParaRPr lang="de-DE" dirty="0"/>
          </a:p>
        </p:txBody>
      </p:sp>
      <p:sp>
        <p:nvSpPr>
          <p:cNvPr id="2" name="Titel">
            <a:extLst>
              <a:ext uri="{FF2B5EF4-FFF2-40B4-BE49-F238E27FC236}">
                <a16:creationId xmlns:a16="http://schemas.microsoft.com/office/drawing/2014/main" id="{59DF58D4-EDD5-F6A1-40AB-072664955C9D}"/>
              </a:ext>
            </a:extLst>
          </p:cNvPr>
          <p:cNvSpPr>
            <a:spLocks noGrp="1"/>
          </p:cNvSpPr>
          <p:nvPr>
            <p:ph type="title" hasCustomPrompt="1"/>
          </p:nvPr>
        </p:nvSpPr>
        <p:spPr bwMode="gray"/>
        <p:txBody>
          <a:bodyPr/>
          <a:lstStyle/>
          <a:p>
            <a:r>
              <a:rPr lang="de-DE" dirty="0"/>
              <a:t>Folientitel</a:t>
            </a:r>
          </a:p>
        </p:txBody>
      </p:sp>
      <p:sp>
        <p:nvSpPr>
          <p:cNvPr id="3" name="Inhaltsplatzhalter 1">
            <a:extLst>
              <a:ext uri="{FF2B5EF4-FFF2-40B4-BE49-F238E27FC236}">
                <a16:creationId xmlns:a16="http://schemas.microsoft.com/office/drawing/2014/main" id="{E5E0B544-4A84-D596-5088-7E62DC3A72EA}"/>
              </a:ext>
            </a:extLst>
          </p:cNvPr>
          <p:cNvSpPr>
            <a:spLocks noGrp="1"/>
          </p:cNvSpPr>
          <p:nvPr>
            <p:ph sz="half" idx="1" hasCustomPrompt="1"/>
          </p:nvPr>
        </p:nvSpPr>
        <p:spPr bwMode="gray">
          <a:xfrm>
            <a:off x="695325" y="1845000"/>
            <a:ext cx="7056438" cy="4320000"/>
          </a:xfrm>
        </p:spPr>
        <p:txBody>
          <a:bodyPr/>
          <a:lstStyle>
            <a:lvl5pPr>
              <a:defRPr/>
            </a:lvl5pPr>
          </a:lstStyle>
          <a:p>
            <a:pPr lvl="0"/>
            <a:r>
              <a:rPr lang="de-DE" dirty="0"/>
              <a:t>Das ist ein Fließtext. Nutzen Sie die Schaltflächen „Listenebene erhöhen“ bzw. „verringern“ (auf der Registerlasche „Start“), um die vordefinierten Textformatierungen anzusteuern.</a:t>
            </a:r>
          </a:p>
          <a:p>
            <a:pPr lvl="1"/>
            <a:r>
              <a:rPr lang="de-DE" dirty="0"/>
              <a:t>Zweite Ebene</a:t>
            </a:r>
          </a:p>
          <a:p>
            <a:pPr lvl="2"/>
            <a:r>
              <a:rPr lang="de-DE" dirty="0"/>
              <a:t>Dritte Ebene</a:t>
            </a:r>
          </a:p>
          <a:p>
            <a:pPr lvl="3"/>
            <a:r>
              <a:rPr lang="de-DE" dirty="0"/>
              <a:t>Vierte Ebene</a:t>
            </a:r>
          </a:p>
          <a:p>
            <a:pPr lvl="4"/>
            <a:r>
              <a:rPr lang="de-DE" dirty="0"/>
              <a:t>Fünfte Ebene</a:t>
            </a:r>
          </a:p>
          <a:p>
            <a:pPr lvl="5"/>
            <a:r>
              <a:rPr lang="de-DE" dirty="0"/>
              <a:t>Sechste Ebene</a:t>
            </a:r>
          </a:p>
          <a:p>
            <a:pPr lvl="6"/>
            <a:r>
              <a:rPr lang="de-DE" dirty="0"/>
              <a:t>Siebte Ebene</a:t>
            </a:r>
          </a:p>
          <a:p>
            <a:pPr lvl="7"/>
            <a:r>
              <a:rPr lang="de-DE" dirty="0"/>
              <a:t>Achte Ebene</a:t>
            </a:r>
          </a:p>
          <a:p>
            <a:pPr lvl="8"/>
            <a:r>
              <a:rPr lang="de-DE" dirty="0"/>
              <a:t>Neunte Ebene</a:t>
            </a:r>
          </a:p>
        </p:txBody>
      </p:sp>
      <p:sp>
        <p:nvSpPr>
          <p:cNvPr id="4" name="Inhaltsplatzhalter 2">
            <a:extLst>
              <a:ext uri="{FF2B5EF4-FFF2-40B4-BE49-F238E27FC236}">
                <a16:creationId xmlns:a16="http://schemas.microsoft.com/office/drawing/2014/main" id="{02207B24-6E6F-3E0B-0B80-7991B818D746}"/>
              </a:ext>
            </a:extLst>
          </p:cNvPr>
          <p:cNvSpPr>
            <a:spLocks noGrp="1"/>
          </p:cNvSpPr>
          <p:nvPr>
            <p:ph sz="half" idx="2" hasCustomPrompt="1"/>
          </p:nvPr>
        </p:nvSpPr>
        <p:spPr bwMode="gray">
          <a:xfrm>
            <a:off x="8183562" y="1845000"/>
            <a:ext cx="3313113" cy="4320000"/>
          </a:xfrm>
        </p:spPr>
        <p:txBody>
          <a:bodyPr/>
          <a:lstStyle>
            <a:lvl5pPr>
              <a:defRPr/>
            </a:lvl5pPr>
          </a:lstStyle>
          <a:p>
            <a:pPr lvl="0"/>
            <a:r>
              <a:rPr lang="de-DE" dirty="0"/>
              <a:t>Das ist ein Fließtext. Nutzen Sie die Schaltflächen „Listenebene erhöhen“ bzw. „verringern“ (auf der Registerlasche „Start“), um die vordefinierten Textformatierungen anzusteuern.</a:t>
            </a:r>
          </a:p>
          <a:p>
            <a:pPr lvl="1"/>
            <a:r>
              <a:rPr lang="de-DE" dirty="0"/>
              <a:t>Zweite Ebene</a:t>
            </a:r>
          </a:p>
          <a:p>
            <a:pPr lvl="2"/>
            <a:r>
              <a:rPr lang="de-DE" dirty="0"/>
              <a:t>Dritte Ebene</a:t>
            </a:r>
          </a:p>
          <a:p>
            <a:pPr lvl="3"/>
            <a:r>
              <a:rPr lang="de-DE" dirty="0"/>
              <a:t>Vierte Ebene</a:t>
            </a:r>
          </a:p>
          <a:p>
            <a:pPr lvl="4"/>
            <a:r>
              <a:rPr lang="de-DE" dirty="0"/>
              <a:t>Fünfte Ebene</a:t>
            </a:r>
          </a:p>
          <a:p>
            <a:pPr lvl="5"/>
            <a:r>
              <a:rPr lang="de-DE" dirty="0"/>
              <a:t>Sechste Ebene</a:t>
            </a:r>
          </a:p>
          <a:p>
            <a:pPr lvl="6"/>
            <a:r>
              <a:rPr lang="de-DE" dirty="0"/>
              <a:t>Siebte Ebene</a:t>
            </a:r>
          </a:p>
          <a:p>
            <a:pPr lvl="7"/>
            <a:r>
              <a:rPr lang="de-DE" dirty="0"/>
              <a:t>Achte Ebene</a:t>
            </a:r>
          </a:p>
          <a:p>
            <a:pPr lvl="8"/>
            <a:r>
              <a:rPr lang="de-DE" dirty="0"/>
              <a:t>Neunte Ebene</a:t>
            </a:r>
          </a:p>
        </p:txBody>
      </p:sp>
      <p:sp>
        <p:nvSpPr>
          <p:cNvPr id="5" name="Datum">
            <a:extLst>
              <a:ext uri="{FF2B5EF4-FFF2-40B4-BE49-F238E27FC236}">
                <a16:creationId xmlns:a16="http://schemas.microsoft.com/office/drawing/2014/main" id="{E83F9E42-7406-F5E4-1F1F-65560C8C7A20}"/>
              </a:ext>
              <a:ext uri="{C183D7F6-B498-43B3-948B-1728B52AA6E4}">
                <adec:decorative xmlns:adec="http://schemas.microsoft.com/office/drawing/2017/decorative" val="1"/>
              </a:ext>
            </a:extLst>
          </p:cNvPr>
          <p:cNvSpPr>
            <a:spLocks noGrp="1"/>
          </p:cNvSpPr>
          <p:nvPr>
            <p:ph type="dt" sz="half" idx="10"/>
          </p:nvPr>
        </p:nvSpPr>
        <p:spPr bwMode="gray"/>
        <p:txBody>
          <a:bodyPr/>
          <a:lstStyle/>
          <a:p>
            <a:fld id="{4B5AD537-44AC-42F9-A3D1-33298B4A8467}" type="datetime1">
              <a:rPr lang="en-US" smtClean="0"/>
              <a:t>6/9/2026</a:t>
            </a:fld>
            <a:endParaRPr lang="de-DE" dirty="0"/>
          </a:p>
        </p:txBody>
      </p:sp>
      <p:sp>
        <p:nvSpPr>
          <p:cNvPr id="6" name="Fußzeile">
            <a:extLst>
              <a:ext uri="{FF2B5EF4-FFF2-40B4-BE49-F238E27FC236}">
                <a16:creationId xmlns:a16="http://schemas.microsoft.com/office/drawing/2014/main" id="{851D40C1-7189-7EBF-D7A5-A84045DB92DC}"/>
              </a:ext>
              <a:ext uri="{C183D7F6-B498-43B3-948B-1728B52AA6E4}">
                <adec:decorative xmlns:adec="http://schemas.microsoft.com/office/drawing/2017/decorative" val="1"/>
              </a:ext>
            </a:extLst>
          </p:cNvPr>
          <p:cNvSpPr>
            <a:spLocks noGrp="1"/>
          </p:cNvSpPr>
          <p:nvPr>
            <p:ph type="ftr" sz="quarter" idx="11"/>
          </p:nvPr>
        </p:nvSpPr>
        <p:spPr bwMode="gray"/>
        <p:txBody>
          <a:bodyPr/>
          <a:lstStyle/>
          <a:p>
            <a:r>
              <a:rPr lang="en-US"/>
              <a:t>Firstname Lastname:  Thesis Title </a:t>
            </a:r>
            <a:endParaRPr lang="de-DE" dirty="0"/>
          </a:p>
        </p:txBody>
      </p:sp>
    </p:spTree>
    <p:extLst>
      <p:ext uri="{BB962C8B-B14F-4D97-AF65-F5344CB8AC3E}">
        <p14:creationId xmlns:p14="http://schemas.microsoft.com/office/powerpoint/2010/main" val="177052816"/>
      </p:ext>
    </p:extLst>
  </p:cSld>
  <p:clrMapOvr>
    <a:masterClrMapping/>
  </p:clrMapOvr>
  <p:extLst>
    <p:ext uri="{DCECCB84-F9BA-43D5-87BE-67443E8EF086}">
      <p15:sldGuideLst xmlns:p15="http://schemas.microsoft.com/office/powerpoint/2012/main">
        <p15:guide id="1" orient="horz" pos="1162" userDrawn="1">
          <p15:clr>
            <a:srgbClr val="FBAE40"/>
          </p15:clr>
        </p15:guide>
        <p15:guide id="2" pos="5155" userDrawn="1">
          <p15:clr>
            <a:srgbClr val="FBAE40"/>
          </p15:clr>
        </p15:guide>
        <p15:guide id="3" pos="438" userDrawn="1">
          <p15:clr>
            <a:srgbClr val="FBAE40"/>
          </p15:clr>
        </p15:guide>
        <p15:guide id="4" pos="4883" userDrawn="1">
          <p15:clr>
            <a:srgbClr val="FBAE40"/>
          </p15:clr>
        </p15:guide>
        <p15:guide id="5" orient="horz" pos="3883" userDrawn="1">
          <p15:clr>
            <a:srgbClr val="FBAE40"/>
          </p15:clr>
        </p15:guide>
        <p15:guide id="6" pos="7242" userDrawn="1">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7" name="Seitenzahl">
            <a:extLst>
              <a:ext uri="{FF2B5EF4-FFF2-40B4-BE49-F238E27FC236}">
                <a16:creationId xmlns:a16="http://schemas.microsoft.com/office/drawing/2014/main" id="{EF1AFF7A-4585-76F7-733F-5E6531ECE8C1}"/>
              </a:ext>
              <a:ext uri="{C183D7F6-B498-43B3-948B-1728B52AA6E4}">
                <adec:decorative xmlns:adec="http://schemas.microsoft.com/office/drawing/2017/decorative" val="0"/>
              </a:ext>
            </a:extLst>
          </p:cNvPr>
          <p:cNvSpPr>
            <a:spLocks noGrp="1"/>
          </p:cNvSpPr>
          <p:nvPr>
            <p:ph type="sldNum" sz="quarter" idx="12"/>
          </p:nvPr>
        </p:nvSpPr>
        <p:spPr bwMode="gray">
          <a:xfrm>
            <a:off x="10992000" y="6439500"/>
            <a:ext cx="504000" cy="144000"/>
          </a:xfrm>
          <a:prstGeom prst="rect">
            <a:avLst/>
          </a:prstGeom>
        </p:spPr>
        <p:txBody>
          <a:bodyPr/>
          <a:lstStyle/>
          <a:p>
            <a:fld id="{D836C0FE-70CA-4950-82D6-CF602CC2B770}" type="slidenum">
              <a:rPr lang="de-DE" smtClean="0"/>
              <a:t>‹Nr.›</a:t>
            </a:fld>
            <a:endParaRPr lang="de-DE" dirty="0"/>
          </a:p>
        </p:txBody>
      </p:sp>
      <p:sp>
        <p:nvSpPr>
          <p:cNvPr id="2" name="Titel">
            <a:extLst>
              <a:ext uri="{FF2B5EF4-FFF2-40B4-BE49-F238E27FC236}">
                <a16:creationId xmlns:a16="http://schemas.microsoft.com/office/drawing/2014/main" id="{59DF58D4-EDD5-F6A1-40AB-072664955C9D}"/>
              </a:ext>
            </a:extLst>
          </p:cNvPr>
          <p:cNvSpPr>
            <a:spLocks noGrp="1"/>
          </p:cNvSpPr>
          <p:nvPr>
            <p:ph type="title" hasCustomPrompt="1"/>
          </p:nvPr>
        </p:nvSpPr>
        <p:spPr bwMode="gray"/>
        <p:txBody>
          <a:bodyPr/>
          <a:lstStyle/>
          <a:p>
            <a:r>
              <a:rPr lang="de-DE" dirty="0"/>
              <a:t>Folientitel</a:t>
            </a:r>
          </a:p>
        </p:txBody>
      </p:sp>
      <p:sp>
        <p:nvSpPr>
          <p:cNvPr id="3" name="Inhaltsplatzhalter 1">
            <a:extLst>
              <a:ext uri="{FF2B5EF4-FFF2-40B4-BE49-F238E27FC236}">
                <a16:creationId xmlns:a16="http://schemas.microsoft.com/office/drawing/2014/main" id="{E5E0B544-4A84-D596-5088-7E62DC3A72EA}"/>
              </a:ext>
            </a:extLst>
          </p:cNvPr>
          <p:cNvSpPr>
            <a:spLocks noGrp="1"/>
          </p:cNvSpPr>
          <p:nvPr>
            <p:ph sz="half" idx="1" hasCustomPrompt="1"/>
          </p:nvPr>
        </p:nvSpPr>
        <p:spPr bwMode="gray">
          <a:xfrm>
            <a:off x="695325" y="1845000"/>
            <a:ext cx="5184775" cy="4320000"/>
          </a:xfrm>
        </p:spPr>
        <p:txBody>
          <a:bodyPr/>
          <a:lstStyle>
            <a:lvl5pPr>
              <a:defRPr/>
            </a:lvl5pPr>
          </a:lstStyle>
          <a:p>
            <a:pPr lvl="0"/>
            <a:r>
              <a:rPr lang="de-DE" dirty="0"/>
              <a:t>Das ist ein Fließtext. Nutzen Sie die Schaltflächen „Listenebene erhöhen“ bzw. „verringern“ (auf der Registerlasche „Start“), um die vordefinierten Textformatierungen anzusteuern.</a:t>
            </a:r>
          </a:p>
          <a:p>
            <a:pPr lvl="1"/>
            <a:r>
              <a:rPr lang="de-DE" dirty="0"/>
              <a:t>Zweite Ebene</a:t>
            </a:r>
          </a:p>
          <a:p>
            <a:pPr lvl="2"/>
            <a:r>
              <a:rPr lang="de-DE" dirty="0"/>
              <a:t>Dritte Ebene</a:t>
            </a:r>
          </a:p>
          <a:p>
            <a:pPr lvl="3"/>
            <a:r>
              <a:rPr lang="de-DE" dirty="0"/>
              <a:t>Vierte Ebene</a:t>
            </a:r>
          </a:p>
          <a:p>
            <a:pPr lvl="4"/>
            <a:r>
              <a:rPr lang="de-DE" dirty="0"/>
              <a:t>Fünfte Ebene</a:t>
            </a:r>
          </a:p>
          <a:p>
            <a:pPr lvl="5"/>
            <a:r>
              <a:rPr lang="de-DE" dirty="0"/>
              <a:t>Sechste Ebene</a:t>
            </a:r>
          </a:p>
          <a:p>
            <a:pPr lvl="6"/>
            <a:r>
              <a:rPr lang="de-DE" dirty="0"/>
              <a:t>Siebte Ebene</a:t>
            </a:r>
          </a:p>
          <a:p>
            <a:pPr lvl="7"/>
            <a:r>
              <a:rPr lang="de-DE" dirty="0"/>
              <a:t>Achte Ebene</a:t>
            </a:r>
          </a:p>
          <a:p>
            <a:pPr lvl="8"/>
            <a:r>
              <a:rPr lang="de-DE" dirty="0"/>
              <a:t>Neunte Ebene</a:t>
            </a:r>
          </a:p>
        </p:txBody>
      </p:sp>
      <p:sp>
        <p:nvSpPr>
          <p:cNvPr id="4" name="Inhaltsplatzhalter 2">
            <a:extLst>
              <a:ext uri="{FF2B5EF4-FFF2-40B4-BE49-F238E27FC236}">
                <a16:creationId xmlns:a16="http://schemas.microsoft.com/office/drawing/2014/main" id="{02207B24-6E6F-3E0B-0B80-7991B818D746}"/>
              </a:ext>
            </a:extLst>
          </p:cNvPr>
          <p:cNvSpPr>
            <a:spLocks noGrp="1"/>
          </p:cNvSpPr>
          <p:nvPr>
            <p:ph sz="half" idx="2" hasCustomPrompt="1"/>
          </p:nvPr>
        </p:nvSpPr>
        <p:spPr bwMode="gray">
          <a:xfrm>
            <a:off x="6311900" y="1845000"/>
            <a:ext cx="5184775" cy="4320000"/>
          </a:xfrm>
        </p:spPr>
        <p:txBody>
          <a:bodyPr/>
          <a:lstStyle>
            <a:lvl5pPr>
              <a:defRPr/>
            </a:lvl5pPr>
          </a:lstStyle>
          <a:p>
            <a:pPr lvl="0"/>
            <a:r>
              <a:rPr lang="de-DE" dirty="0"/>
              <a:t>Das ist ein Fließtext. Nutzen Sie die Schaltflächen „Listenebene erhöhen“ bzw. „verringern“ (auf der Registerlasche „Start“), um die vordefinierten Textformatierungen anzusteuern.</a:t>
            </a:r>
          </a:p>
          <a:p>
            <a:pPr lvl="1"/>
            <a:r>
              <a:rPr lang="de-DE" dirty="0"/>
              <a:t>Zweite Ebene</a:t>
            </a:r>
          </a:p>
          <a:p>
            <a:pPr lvl="2"/>
            <a:r>
              <a:rPr lang="de-DE" dirty="0"/>
              <a:t>Dritte Ebene</a:t>
            </a:r>
          </a:p>
          <a:p>
            <a:pPr lvl="3"/>
            <a:r>
              <a:rPr lang="de-DE" dirty="0"/>
              <a:t>Vierte Ebene</a:t>
            </a:r>
          </a:p>
          <a:p>
            <a:pPr lvl="4"/>
            <a:r>
              <a:rPr lang="de-DE" dirty="0"/>
              <a:t>Fünfte Ebene</a:t>
            </a:r>
          </a:p>
          <a:p>
            <a:pPr lvl="5"/>
            <a:r>
              <a:rPr lang="de-DE" dirty="0"/>
              <a:t>Sechste Ebene</a:t>
            </a:r>
          </a:p>
          <a:p>
            <a:pPr lvl="6"/>
            <a:r>
              <a:rPr lang="de-DE" dirty="0"/>
              <a:t>Siebte Ebene</a:t>
            </a:r>
          </a:p>
          <a:p>
            <a:pPr lvl="7"/>
            <a:r>
              <a:rPr lang="de-DE" dirty="0"/>
              <a:t>Achte Ebene</a:t>
            </a:r>
          </a:p>
          <a:p>
            <a:pPr lvl="8"/>
            <a:r>
              <a:rPr lang="de-DE" dirty="0"/>
              <a:t>Neunte Ebene</a:t>
            </a:r>
          </a:p>
        </p:txBody>
      </p:sp>
      <p:sp>
        <p:nvSpPr>
          <p:cNvPr id="5" name="Datum">
            <a:extLst>
              <a:ext uri="{FF2B5EF4-FFF2-40B4-BE49-F238E27FC236}">
                <a16:creationId xmlns:a16="http://schemas.microsoft.com/office/drawing/2014/main" id="{E83F9E42-7406-F5E4-1F1F-65560C8C7A20}"/>
              </a:ext>
              <a:ext uri="{C183D7F6-B498-43B3-948B-1728B52AA6E4}">
                <adec:decorative xmlns:adec="http://schemas.microsoft.com/office/drawing/2017/decorative" val="1"/>
              </a:ext>
            </a:extLst>
          </p:cNvPr>
          <p:cNvSpPr>
            <a:spLocks noGrp="1"/>
          </p:cNvSpPr>
          <p:nvPr>
            <p:ph type="dt" sz="half" idx="10"/>
          </p:nvPr>
        </p:nvSpPr>
        <p:spPr bwMode="gray"/>
        <p:txBody>
          <a:bodyPr/>
          <a:lstStyle/>
          <a:p>
            <a:fld id="{7E1AF4C6-FF53-42BF-9D14-8D8139C3C86E}" type="datetime1">
              <a:rPr lang="en-US" smtClean="0"/>
              <a:t>6/9/2026</a:t>
            </a:fld>
            <a:endParaRPr lang="de-DE" dirty="0"/>
          </a:p>
        </p:txBody>
      </p:sp>
      <p:sp>
        <p:nvSpPr>
          <p:cNvPr id="6" name="Fußzeile">
            <a:extLst>
              <a:ext uri="{FF2B5EF4-FFF2-40B4-BE49-F238E27FC236}">
                <a16:creationId xmlns:a16="http://schemas.microsoft.com/office/drawing/2014/main" id="{851D40C1-7189-7EBF-D7A5-A84045DB92DC}"/>
              </a:ext>
              <a:ext uri="{C183D7F6-B498-43B3-948B-1728B52AA6E4}">
                <adec:decorative xmlns:adec="http://schemas.microsoft.com/office/drawing/2017/decorative" val="1"/>
              </a:ext>
            </a:extLst>
          </p:cNvPr>
          <p:cNvSpPr>
            <a:spLocks noGrp="1"/>
          </p:cNvSpPr>
          <p:nvPr>
            <p:ph type="ftr" sz="quarter" idx="11"/>
          </p:nvPr>
        </p:nvSpPr>
        <p:spPr bwMode="gray"/>
        <p:txBody>
          <a:bodyPr/>
          <a:lstStyle/>
          <a:p>
            <a:r>
              <a:rPr lang="en-US"/>
              <a:t>Firstname Lastname:  Thesis Title </a:t>
            </a:r>
            <a:endParaRPr lang="de-DE" dirty="0"/>
          </a:p>
        </p:txBody>
      </p:sp>
    </p:spTree>
    <p:extLst>
      <p:ext uri="{BB962C8B-B14F-4D97-AF65-F5344CB8AC3E}">
        <p14:creationId xmlns:p14="http://schemas.microsoft.com/office/powerpoint/2010/main" val="3888075122"/>
      </p:ext>
    </p:extLst>
  </p:cSld>
  <p:clrMapOvr>
    <a:masterClrMapping/>
  </p:clrMapOvr>
  <p:extLst>
    <p:ext uri="{DCECCB84-F9BA-43D5-87BE-67443E8EF086}">
      <p15:sldGuideLst xmlns:p15="http://schemas.microsoft.com/office/powerpoint/2012/main">
        <p15:guide id="1" orient="horz" pos="1162" userDrawn="1">
          <p15:clr>
            <a:srgbClr val="FBAE40"/>
          </p15:clr>
        </p15:guide>
        <p15:guide id="2" pos="3976" userDrawn="1">
          <p15:clr>
            <a:srgbClr val="FBAE40"/>
          </p15:clr>
        </p15:guide>
        <p15:guide id="3" pos="438" userDrawn="1">
          <p15:clr>
            <a:srgbClr val="FBAE40"/>
          </p15:clr>
        </p15:guide>
        <p15:guide id="4" pos="3704" userDrawn="1">
          <p15:clr>
            <a:srgbClr val="FBAE40"/>
          </p15:clr>
        </p15:guide>
        <p15:guide id="5" orient="horz" pos="3883" userDrawn="1">
          <p15:clr>
            <a:srgbClr val="FBAE40"/>
          </p15:clr>
        </p15:guide>
        <p15:guide id="6" pos="7242" userDrawn="1">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Nur Titel">
    <p:spTree>
      <p:nvGrpSpPr>
        <p:cNvPr id="1" name=""/>
        <p:cNvGrpSpPr/>
        <p:nvPr/>
      </p:nvGrpSpPr>
      <p:grpSpPr>
        <a:xfrm>
          <a:off x="0" y="0"/>
          <a:ext cx="0" cy="0"/>
          <a:chOff x="0" y="0"/>
          <a:chExt cx="0" cy="0"/>
        </a:xfrm>
      </p:grpSpPr>
      <p:sp>
        <p:nvSpPr>
          <p:cNvPr id="5" name="Seitenzahl">
            <a:extLst>
              <a:ext uri="{FF2B5EF4-FFF2-40B4-BE49-F238E27FC236}">
                <a16:creationId xmlns:a16="http://schemas.microsoft.com/office/drawing/2014/main" id="{D7647B63-C144-DF75-9699-C0B5D11920AB}"/>
              </a:ext>
              <a:ext uri="{C183D7F6-B498-43B3-948B-1728B52AA6E4}">
                <adec:decorative xmlns:adec="http://schemas.microsoft.com/office/drawing/2017/decorative" val="0"/>
              </a:ext>
            </a:extLst>
          </p:cNvPr>
          <p:cNvSpPr>
            <a:spLocks noGrp="1"/>
          </p:cNvSpPr>
          <p:nvPr>
            <p:ph type="sldNum" sz="quarter" idx="12"/>
          </p:nvPr>
        </p:nvSpPr>
        <p:spPr bwMode="gray">
          <a:xfrm>
            <a:off x="10992000" y="6439500"/>
            <a:ext cx="504000" cy="144000"/>
          </a:xfrm>
          <a:prstGeom prst="rect">
            <a:avLst/>
          </a:prstGeom>
        </p:spPr>
        <p:txBody>
          <a:bodyPr/>
          <a:lstStyle/>
          <a:p>
            <a:fld id="{D836C0FE-70CA-4950-82D6-CF602CC2B770}" type="slidenum">
              <a:rPr lang="de-DE" smtClean="0"/>
              <a:t>‹Nr.›</a:t>
            </a:fld>
            <a:endParaRPr lang="de-DE" dirty="0"/>
          </a:p>
        </p:txBody>
      </p:sp>
      <p:sp>
        <p:nvSpPr>
          <p:cNvPr id="2" name="Titel">
            <a:extLst>
              <a:ext uri="{FF2B5EF4-FFF2-40B4-BE49-F238E27FC236}">
                <a16:creationId xmlns:a16="http://schemas.microsoft.com/office/drawing/2014/main" id="{D42305C9-B889-1D8B-6063-010E8F13C653}"/>
              </a:ext>
            </a:extLst>
          </p:cNvPr>
          <p:cNvSpPr>
            <a:spLocks noGrp="1"/>
          </p:cNvSpPr>
          <p:nvPr>
            <p:ph type="title" hasCustomPrompt="1"/>
          </p:nvPr>
        </p:nvSpPr>
        <p:spPr bwMode="gray"/>
        <p:txBody>
          <a:bodyPr/>
          <a:lstStyle/>
          <a:p>
            <a:r>
              <a:rPr lang="de-DE" dirty="0"/>
              <a:t>Folientitel</a:t>
            </a:r>
          </a:p>
        </p:txBody>
      </p:sp>
      <p:sp>
        <p:nvSpPr>
          <p:cNvPr id="3" name="Datum">
            <a:extLst>
              <a:ext uri="{FF2B5EF4-FFF2-40B4-BE49-F238E27FC236}">
                <a16:creationId xmlns:a16="http://schemas.microsoft.com/office/drawing/2014/main" id="{C1BF8782-6672-A080-DFAD-B6A598EC7C75}"/>
              </a:ext>
              <a:ext uri="{C183D7F6-B498-43B3-948B-1728B52AA6E4}">
                <adec:decorative xmlns:adec="http://schemas.microsoft.com/office/drawing/2017/decorative" val="1"/>
              </a:ext>
            </a:extLst>
          </p:cNvPr>
          <p:cNvSpPr>
            <a:spLocks noGrp="1"/>
          </p:cNvSpPr>
          <p:nvPr>
            <p:ph type="dt" sz="half" idx="10"/>
          </p:nvPr>
        </p:nvSpPr>
        <p:spPr bwMode="gray"/>
        <p:txBody>
          <a:bodyPr/>
          <a:lstStyle/>
          <a:p>
            <a:fld id="{CB57924C-E693-48F9-A1FF-5DCD36A9E2E7}" type="datetime1">
              <a:rPr lang="en-US" smtClean="0"/>
              <a:t>6/9/2026</a:t>
            </a:fld>
            <a:endParaRPr lang="de-DE" dirty="0"/>
          </a:p>
        </p:txBody>
      </p:sp>
      <p:sp>
        <p:nvSpPr>
          <p:cNvPr id="4" name="Fußzeile">
            <a:extLst>
              <a:ext uri="{FF2B5EF4-FFF2-40B4-BE49-F238E27FC236}">
                <a16:creationId xmlns:a16="http://schemas.microsoft.com/office/drawing/2014/main" id="{C02F2B38-8079-2DD7-8093-1AAF5F97A3D0}"/>
              </a:ext>
              <a:ext uri="{C183D7F6-B498-43B3-948B-1728B52AA6E4}">
                <adec:decorative xmlns:adec="http://schemas.microsoft.com/office/drawing/2017/decorative" val="1"/>
              </a:ext>
            </a:extLst>
          </p:cNvPr>
          <p:cNvSpPr>
            <a:spLocks noGrp="1"/>
          </p:cNvSpPr>
          <p:nvPr>
            <p:ph type="ftr" sz="quarter" idx="11"/>
          </p:nvPr>
        </p:nvSpPr>
        <p:spPr bwMode="gray"/>
        <p:txBody>
          <a:bodyPr/>
          <a:lstStyle/>
          <a:p>
            <a:r>
              <a:rPr lang="en-US"/>
              <a:t>Firstname Lastname:  Thesis Title </a:t>
            </a:r>
            <a:endParaRPr lang="de-DE" dirty="0"/>
          </a:p>
        </p:txBody>
      </p:sp>
    </p:spTree>
    <p:extLst>
      <p:ext uri="{BB962C8B-B14F-4D97-AF65-F5344CB8AC3E}">
        <p14:creationId xmlns:p14="http://schemas.microsoft.com/office/powerpoint/2010/main" val="644845398"/>
      </p:ext>
    </p:extLst>
  </p:cSld>
  <p:clrMapOvr>
    <a:masterClrMapping/>
  </p:clrMapOvr>
  <p:extLst>
    <p:ext uri="{DCECCB84-F9BA-43D5-87BE-67443E8EF086}">
      <p15:sldGuideLst xmlns:p15="http://schemas.microsoft.com/office/powerpoint/2012/main">
        <p15:guide id="1" orient="horz" pos="1162" userDrawn="1">
          <p15:clr>
            <a:srgbClr val="FBAE40"/>
          </p15:clr>
        </p15:guide>
        <p15:guide id="2" pos="7242" userDrawn="1">
          <p15:clr>
            <a:srgbClr val="FBAE40"/>
          </p15:clr>
        </p15:guide>
        <p15:guide id="3" pos="438" userDrawn="1">
          <p15:clr>
            <a:srgbClr val="FBAE40"/>
          </p15:clr>
        </p15:guide>
        <p15:guide id="4" orient="horz" pos="3883" userDrawn="1">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Leer">
    <p:spTree>
      <p:nvGrpSpPr>
        <p:cNvPr id="1" name=""/>
        <p:cNvGrpSpPr/>
        <p:nvPr/>
      </p:nvGrpSpPr>
      <p:grpSpPr>
        <a:xfrm>
          <a:off x="0" y="0"/>
          <a:ext cx="0" cy="0"/>
          <a:chOff x="0" y="0"/>
          <a:chExt cx="0" cy="0"/>
        </a:xfrm>
      </p:grpSpPr>
      <p:sp>
        <p:nvSpPr>
          <p:cNvPr id="2" name="Datum">
            <a:extLst>
              <a:ext uri="{FF2B5EF4-FFF2-40B4-BE49-F238E27FC236}">
                <a16:creationId xmlns:a16="http://schemas.microsoft.com/office/drawing/2014/main" id="{5CF0E601-453E-28B9-E4E6-F8EC18CBAC85}"/>
              </a:ext>
              <a:ext uri="{C183D7F6-B498-43B3-948B-1728B52AA6E4}">
                <adec:decorative xmlns:adec="http://schemas.microsoft.com/office/drawing/2017/decorative" val="1"/>
              </a:ext>
            </a:extLst>
          </p:cNvPr>
          <p:cNvSpPr>
            <a:spLocks noGrp="1"/>
          </p:cNvSpPr>
          <p:nvPr>
            <p:ph type="dt" sz="half" idx="10"/>
          </p:nvPr>
        </p:nvSpPr>
        <p:spPr bwMode="gray"/>
        <p:txBody>
          <a:bodyPr/>
          <a:lstStyle/>
          <a:p>
            <a:fld id="{6688E2AB-8D52-41B0-B21E-E03CD4B9ADA6}" type="datetime1">
              <a:rPr lang="en-US" smtClean="0"/>
              <a:t>6/9/2026</a:t>
            </a:fld>
            <a:endParaRPr lang="de-DE" dirty="0"/>
          </a:p>
        </p:txBody>
      </p:sp>
      <p:sp>
        <p:nvSpPr>
          <p:cNvPr id="3" name="Fußzeile">
            <a:extLst>
              <a:ext uri="{FF2B5EF4-FFF2-40B4-BE49-F238E27FC236}">
                <a16:creationId xmlns:a16="http://schemas.microsoft.com/office/drawing/2014/main" id="{CE39A9B5-956A-BC4C-93F0-384408458DE5}"/>
              </a:ext>
              <a:ext uri="{C183D7F6-B498-43B3-948B-1728B52AA6E4}">
                <adec:decorative xmlns:adec="http://schemas.microsoft.com/office/drawing/2017/decorative" val="1"/>
              </a:ext>
            </a:extLst>
          </p:cNvPr>
          <p:cNvSpPr>
            <a:spLocks noGrp="1"/>
          </p:cNvSpPr>
          <p:nvPr>
            <p:ph type="ftr" sz="quarter" idx="11"/>
          </p:nvPr>
        </p:nvSpPr>
        <p:spPr bwMode="gray"/>
        <p:txBody>
          <a:bodyPr/>
          <a:lstStyle/>
          <a:p>
            <a:r>
              <a:rPr lang="en-US"/>
              <a:t>Firstname Lastname:  Thesis Title </a:t>
            </a:r>
            <a:endParaRPr lang="de-DE" dirty="0"/>
          </a:p>
        </p:txBody>
      </p:sp>
      <p:sp>
        <p:nvSpPr>
          <p:cNvPr id="4" name="Seitenzahl">
            <a:extLst>
              <a:ext uri="{FF2B5EF4-FFF2-40B4-BE49-F238E27FC236}">
                <a16:creationId xmlns:a16="http://schemas.microsoft.com/office/drawing/2014/main" id="{DDD4A764-0924-9D33-56B6-137296B573A9}"/>
              </a:ext>
              <a:ext uri="{C183D7F6-B498-43B3-948B-1728B52AA6E4}">
                <adec:decorative xmlns:adec="http://schemas.microsoft.com/office/drawing/2017/decorative" val="0"/>
              </a:ext>
            </a:extLst>
          </p:cNvPr>
          <p:cNvSpPr>
            <a:spLocks noGrp="1"/>
          </p:cNvSpPr>
          <p:nvPr>
            <p:ph type="sldNum" sz="quarter" idx="12"/>
          </p:nvPr>
        </p:nvSpPr>
        <p:spPr bwMode="gray">
          <a:xfrm>
            <a:off x="10992000" y="6439500"/>
            <a:ext cx="504000" cy="144000"/>
          </a:xfrm>
          <a:prstGeom prst="rect">
            <a:avLst/>
          </a:prstGeom>
        </p:spPr>
        <p:txBody>
          <a:bodyPr/>
          <a:lstStyle/>
          <a:p>
            <a:fld id="{D836C0FE-70CA-4950-82D6-CF602CC2B770}" type="slidenum">
              <a:rPr lang="de-DE" smtClean="0"/>
              <a:t>‹Nr.›</a:t>
            </a:fld>
            <a:endParaRPr lang="de-DE" dirty="0"/>
          </a:p>
        </p:txBody>
      </p:sp>
    </p:spTree>
    <p:extLst>
      <p:ext uri="{BB962C8B-B14F-4D97-AF65-F5344CB8AC3E}">
        <p14:creationId xmlns:p14="http://schemas.microsoft.com/office/powerpoint/2010/main" val="3626698971"/>
      </p:ext>
    </p:extLst>
  </p:cSld>
  <p:clrMapOvr>
    <a:masterClrMapping/>
  </p:clrMapOvr>
  <p:extLst>
    <p:ext uri="{DCECCB84-F9BA-43D5-87BE-67443E8EF086}">
      <p15:sldGuideLst xmlns:p15="http://schemas.microsoft.com/office/powerpoint/2012/main">
        <p15:guide id="1" orient="horz" pos="437" userDrawn="1">
          <p15:clr>
            <a:srgbClr val="FBAE40"/>
          </p15:clr>
        </p15:guide>
        <p15:guide id="2" pos="438" userDrawn="1">
          <p15:clr>
            <a:srgbClr val="FBAE40"/>
          </p15:clr>
        </p15:guide>
        <p15:guide id="3" pos="7242" userDrawn="1">
          <p15:clr>
            <a:srgbClr val="FBAE40"/>
          </p15:clr>
        </p15:guide>
        <p15:guide id="4" orient="horz" pos="3883" userDrawn="1">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2/3 Inhalt | 1/3 Bild | Plakativ">
    <p:spTree>
      <p:nvGrpSpPr>
        <p:cNvPr id="1" name=""/>
        <p:cNvGrpSpPr/>
        <p:nvPr/>
      </p:nvGrpSpPr>
      <p:grpSpPr>
        <a:xfrm>
          <a:off x="0" y="0"/>
          <a:ext cx="0" cy="0"/>
          <a:chOff x="0" y="0"/>
          <a:chExt cx="0" cy="0"/>
        </a:xfrm>
      </p:grpSpPr>
      <p:sp>
        <p:nvSpPr>
          <p:cNvPr id="19" name="Seitenzahl">
            <a:extLst>
              <a:ext uri="{FF2B5EF4-FFF2-40B4-BE49-F238E27FC236}">
                <a16:creationId xmlns:a16="http://schemas.microsoft.com/office/drawing/2014/main" id="{1FE84F85-E87D-A7F5-E6B5-FACAE49239DB}"/>
              </a:ext>
              <a:ext uri="{C183D7F6-B498-43B3-948B-1728B52AA6E4}">
                <adec:decorative xmlns:adec="http://schemas.microsoft.com/office/drawing/2017/decorative" val="0"/>
              </a:ext>
            </a:extLst>
          </p:cNvPr>
          <p:cNvSpPr>
            <a:spLocks noGrp="1"/>
          </p:cNvSpPr>
          <p:nvPr>
            <p:ph type="sldNum" sz="quarter" idx="17"/>
          </p:nvPr>
        </p:nvSpPr>
        <p:spPr bwMode="gray">
          <a:xfrm>
            <a:off x="10992000" y="6439500"/>
            <a:ext cx="504000" cy="144000"/>
          </a:xfrm>
          <a:prstGeom prst="rect">
            <a:avLst/>
          </a:prstGeom>
        </p:spPr>
        <p:txBody>
          <a:bodyPr/>
          <a:lstStyle>
            <a:lvl1pPr>
              <a:defRPr>
                <a:solidFill>
                  <a:schemeClr val="tx1">
                    <a:alpha val="0"/>
                  </a:schemeClr>
                </a:solidFill>
              </a:defRPr>
            </a:lvl1pPr>
          </a:lstStyle>
          <a:p>
            <a:fld id="{D836C0FE-70CA-4950-82D6-CF602CC2B770}" type="slidenum">
              <a:rPr lang="de-DE" smtClean="0"/>
              <a:pPr/>
              <a:t>‹Nr.›</a:t>
            </a:fld>
            <a:endParaRPr lang="de-DE" dirty="0"/>
          </a:p>
        </p:txBody>
      </p:sp>
      <p:sp>
        <p:nvSpPr>
          <p:cNvPr id="2" name="Titel">
            <a:extLst>
              <a:ext uri="{FF2B5EF4-FFF2-40B4-BE49-F238E27FC236}">
                <a16:creationId xmlns:a16="http://schemas.microsoft.com/office/drawing/2014/main" id="{59DF58D4-EDD5-F6A1-40AB-072664955C9D}"/>
              </a:ext>
            </a:extLst>
          </p:cNvPr>
          <p:cNvSpPr>
            <a:spLocks noGrp="1"/>
          </p:cNvSpPr>
          <p:nvPr>
            <p:ph type="title" hasCustomPrompt="1"/>
          </p:nvPr>
        </p:nvSpPr>
        <p:spPr bwMode="gray">
          <a:xfrm>
            <a:off x="695326" y="693000"/>
            <a:ext cx="6553200" cy="1656000"/>
          </a:xfrm>
        </p:spPr>
        <p:txBody>
          <a:bodyPr anchor="b" anchorCtr="0"/>
          <a:lstStyle>
            <a:lvl1pPr>
              <a:lnSpc>
                <a:spcPct val="100000"/>
              </a:lnSpc>
              <a:defRPr sz="3600"/>
            </a:lvl1pPr>
          </a:lstStyle>
          <a:p>
            <a:r>
              <a:rPr lang="de-DE" dirty="0"/>
              <a:t>Folientitel</a:t>
            </a:r>
          </a:p>
        </p:txBody>
      </p:sp>
      <p:sp>
        <p:nvSpPr>
          <p:cNvPr id="3" name="Inhaltsplatzhalter">
            <a:extLst>
              <a:ext uri="{FF2B5EF4-FFF2-40B4-BE49-F238E27FC236}">
                <a16:creationId xmlns:a16="http://schemas.microsoft.com/office/drawing/2014/main" id="{E5E0B544-4A84-D596-5088-7E62DC3A72EA}"/>
              </a:ext>
            </a:extLst>
          </p:cNvPr>
          <p:cNvSpPr>
            <a:spLocks noGrp="1"/>
          </p:cNvSpPr>
          <p:nvPr>
            <p:ph sz="half" idx="1" hasCustomPrompt="1"/>
          </p:nvPr>
        </p:nvSpPr>
        <p:spPr bwMode="gray">
          <a:xfrm>
            <a:off x="695325" y="2780999"/>
            <a:ext cx="6553200" cy="3383263"/>
          </a:xfrm>
        </p:spPr>
        <p:txBody>
          <a:bodyPr/>
          <a:lstStyle>
            <a:lvl5pPr>
              <a:defRPr/>
            </a:lvl5pPr>
          </a:lstStyle>
          <a:p>
            <a:pPr lvl="0"/>
            <a:r>
              <a:rPr lang="de-DE" dirty="0"/>
              <a:t>Das ist ein Fließtext. Nutzen Sie die Schaltflächen „Listenebene erhöhen“ bzw. „verringern“ (auf der Registerlasche „Start“), um die vordefinierten Textformatierungen anzusteuern.</a:t>
            </a:r>
          </a:p>
          <a:p>
            <a:pPr lvl="1"/>
            <a:r>
              <a:rPr lang="de-DE" dirty="0"/>
              <a:t>Zweite Ebene</a:t>
            </a:r>
          </a:p>
          <a:p>
            <a:pPr lvl="2"/>
            <a:r>
              <a:rPr lang="de-DE" dirty="0"/>
              <a:t>Dritte Ebene</a:t>
            </a:r>
          </a:p>
          <a:p>
            <a:pPr lvl="3"/>
            <a:r>
              <a:rPr lang="de-DE" dirty="0"/>
              <a:t>Vierte Ebene</a:t>
            </a:r>
          </a:p>
          <a:p>
            <a:pPr lvl="4"/>
            <a:r>
              <a:rPr lang="de-DE" dirty="0"/>
              <a:t>Fünfte Ebene</a:t>
            </a:r>
          </a:p>
          <a:p>
            <a:pPr lvl="5"/>
            <a:r>
              <a:rPr lang="de-DE" dirty="0"/>
              <a:t>Sechste Ebene</a:t>
            </a:r>
          </a:p>
          <a:p>
            <a:pPr lvl="6"/>
            <a:r>
              <a:rPr lang="de-DE" dirty="0"/>
              <a:t>Siebte Ebene</a:t>
            </a:r>
          </a:p>
          <a:p>
            <a:pPr lvl="7"/>
            <a:r>
              <a:rPr lang="de-DE" dirty="0"/>
              <a:t>Achte Ebene</a:t>
            </a:r>
          </a:p>
          <a:p>
            <a:pPr lvl="8"/>
            <a:r>
              <a:rPr lang="de-DE" dirty="0"/>
              <a:t>Neunte Ebene</a:t>
            </a:r>
          </a:p>
        </p:txBody>
      </p:sp>
      <p:sp>
        <p:nvSpPr>
          <p:cNvPr id="11" name="Bildplatzhalter">
            <a:extLst>
              <a:ext uri="{FF2B5EF4-FFF2-40B4-BE49-F238E27FC236}">
                <a16:creationId xmlns:a16="http://schemas.microsoft.com/office/drawing/2014/main" id="{FAA5048C-F469-9EBB-1545-BE067778550E}"/>
              </a:ext>
            </a:extLst>
          </p:cNvPr>
          <p:cNvSpPr>
            <a:spLocks noGrp="1"/>
          </p:cNvSpPr>
          <p:nvPr>
            <p:ph type="pic" idx="13" hasCustomPrompt="1"/>
          </p:nvPr>
        </p:nvSpPr>
        <p:spPr bwMode="gray">
          <a:xfrm>
            <a:off x="8184000" y="0"/>
            <a:ext cx="4008000" cy="6858000"/>
          </a:xfrm>
          <a:solidFill>
            <a:srgbClr val="E4E7E9"/>
          </a:solidFill>
        </p:spPr>
        <p:txBody>
          <a:bodyPr lIns="72000" tIns="0" rIns="72000" bIns="648000" anchor="ctr" anchorCtr="0"/>
          <a:lstStyle>
            <a:lvl1pPr marL="0" indent="0" algn="ctr">
              <a:spcBef>
                <a:spcPts val="0"/>
              </a:spcBef>
              <a:spcAft>
                <a:spcPts val="0"/>
              </a:spcAft>
              <a:buNone/>
              <a:defRPr sz="1200" b="0">
                <a:solidFill>
                  <a:schemeClr val="tx1"/>
                </a:solidFill>
                <a:latin typeface="+mn-lt"/>
              </a:defRPr>
            </a:lvl1pPr>
            <a:lvl2pPr marL="0" indent="0" algn="ctr">
              <a:spcBef>
                <a:spcPts val="0"/>
              </a:spcBef>
              <a:spcAft>
                <a:spcPts val="0"/>
              </a:spcAft>
              <a:buNone/>
              <a:defRPr sz="1200" b="0">
                <a:solidFill>
                  <a:schemeClr val="tx1"/>
                </a:solidFill>
                <a:latin typeface="+mn-lt"/>
              </a:defRPr>
            </a:lvl2pPr>
            <a:lvl3pPr marL="0" indent="0" algn="ctr">
              <a:spcBef>
                <a:spcPts val="0"/>
              </a:spcBef>
              <a:spcAft>
                <a:spcPts val="0"/>
              </a:spcAft>
              <a:buNone/>
              <a:defRPr sz="1200" b="0">
                <a:solidFill>
                  <a:schemeClr val="tx1"/>
                </a:solidFill>
                <a:latin typeface="+mn-lt"/>
              </a:defRPr>
            </a:lvl3pPr>
            <a:lvl4pPr marL="0" indent="0" algn="ctr">
              <a:spcBef>
                <a:spcPts val="0"/>
              </a:spcBef>
              <a:spcAft>
                <a:spcPts val="0"/>
              </a:spcAft>
              <a:buNone/>
              <a:defRPr sz="1200" b="0">
                <a:solidFill>
                  <a:schemeClr val="tx1"/>
                </a:solidFill>
                <a:latin typeface="+mn-lt"/>
              </a:defRPr>
            </a:lvl4pPr>
            <a:lvl5pPr marL="0" indent="0" algn="ctr">
              <a:spcBef>
                <a:spcPts val="0"/>
              </a:spcBef>
              <a:spcAft>
                <a:spcPts val="0"/>
              </a:spcAft>
              <a:buNone/>
              <a:defRPr sz="1200" b="0">
                <a:solidFill>
                  <a:schemeClr val="tx1"/>
                </a:solidFill>
                <a:latin typeface="+mn-lt"/>
              </a:defRPr>
            </a:lvl5pPr>
            <a:lvl6pPr marL="0" indent="0" algn="ctr">
              <a:spcBef>
                <a:spcPts val="0"/>
              </a:spcBef>
              <a:spcAft>
                <a:spcPts val="0"/>
              </a:spcAft>
              <a:buNone/>
              <a:defRPr sz="1200" b="0">
                <a:solidFill>
                  <a:schemeClr val="tx1"/>
                </a:solidFill>
                <a:latin typeface="+mn-lt"/>
              </a:defRPr>
            </a:lvl6pPr>
            <a:lvl7pPr marL="0" indent="0" algn="ctr">
              <a:spcBef>
                <a:spcPts val="0"/>
              </a:spcBef>
              <a:spcAft>
                <a:spcPts val="0"/>
              </a:spcAft>
              <a:buNone/>
              <a:defRPr sz="1200" b="0">
                <a:solidFill>
                  <a:schemeClr val="tx1"/>
                </a:solidFill>
                <a:latin typeface="+mn-lt"/>
              </a:defRPr>
            </a:lvl7pPr>
            <a:lvl8pPr marL="0" indent="0" algn="ctr">
              <a:spcBef>
                <a:spcPts val="0"/>
              </a:spcBef>
              <a:spcAft>
                <a:spcPts val="0"/>
              </a:spcAft>
              <a:buNone/>
              <a:defRPr sz="1200" b="0">
                <a:solidFill>
                  <a:schemeClr val="tx1"/>
                </a:solidFill>
                <a:latin typeface="+mn-lt"/>
              </a:defRPr>
            </a:lvl8pPr>
            <a:lvl9pPr marL="0" indent="0" algn="ctr">
              <a:spcBef>
                <a:spcPts val="0"/>
              </a:spcBef>
              <a:spcAft>
                <a:spcPts val="0"/>
              </a:spcAft>
              <a:buNone/>
              <a:defRPr sz="1200" b="0">
                <a:solidFill>
                  <a:schemeClr val="tx1"/>
                </a:solidFill>
                <a:latin typeface="+mn-lt"/>
              </a:defRPr>
            </a:lvl9pPr>
          </a:lstStyle>
          <a:p>
            <a:pPr lvl="0"/>
            <a:r>
              <a:rPr lang="de-DE" dirty="0"/>
              <a:t>Bild durch Klick auf das Icon einfügen.</a:t>
            </a:r>
          </a:p>
        </p:txBody>
      </p:sp>
      <p:sp>
        <p:nvSpPr>
          <p:cNvPr id="17" name="Datum">
            <a:extLst>
              <a:ext uri="{FF2B5EF4-FFF2-40B4-BE49-F238E27FC236}">
                <a16:creationId xmlns:a16="http://schemas.microsoft.com/office/drawing/2014/main" id="{35C59BB5-79BC-E0E7-BA01-48006270CC92}"/>
              </a:ext>
              <a:ext uri="{C183D7F6-B498-43B3-948B-1728B52AA6E4}">
                <adec:decorative xmlns:adec="http://schemas.microsoft.com/office/drawing/2017/decorative" val="1"/>
              </a:ext>
            </a:extLst>
          </p:cNvPr>
          <p:cNvSpPr>
            <a:spLocks noGrp="1"/>
          </p:cNvSpPr>
          <p:nvPr>
            <p:ph type="dt" sz="half" idx="15"/>
          </p:nvPr>
        </p:nvSpPr>
        <p:spPr bwMode="gray"/>
        <p:txBody>
          <a:bodyPr/>
          <a:lstStyle/>
          <a:p>
            <a:fld id="{F677530F-3644-47D1-8CD5-CB42886FA70D}" type="datetime1">
              <a:rPr lang="en-US" smtClean="0"/>
              <a:t>6/9/2026</a:t>
            </a:fld>
            <a:endParaRPr lang="de-DE" dirty="0"/>
          </a:p>
        </p:txBody>
      </p:sp>
      <p:sp>
        <p:nvSpPr>
          <p:cNvPr id="18" name="Fußzeile">
            <a:extLst>
              <a:ext uri="{FF2B5EF4-FFF2-40B4-BE49-F238E27FC236}">
                <a16:creationId xmlns:a16="http://schemas.microsoft.com/office/drawing/2014/main" id="{AC3E8207-98FD-1844-85F2-0ACEE244789B}"/>
              </a:ext>
              <a:ext uri="{C183D7F6-B498-43B3-948B-1728B52AA6E4}">
                <adec:decorative xmlns:adec="http://schemas.microsoft.com/office/drawing/2017/decorative" val="1"/>
              </a:ext>
            </a:extLst>
          </p:cNvPr>
          <p:cNvSpPr>
            <a:spLocks noGrp="1"/>
          </p:cNvSpPr>
          <p:nvPr>
            <p:ph type="ftr" sz="quarter" idx="16"/>
          </p:nvPr>
        </p:nvSpPr>
        <p:spPr bwMode="gray">
          <a:xfrm>
            <a:off x="1560000" y="6439500"/>
            <a:ext cx="5688000" cy="144000"/>
          </a:xfrm>
        </p:spPr>
        <p:txBody>
          <a:bodyPr/>
          <a:lstStyle/>
          <a:p>
            <a:r>
              <a:rPr lang="en-US"/>
              <a:t>Firstname Lastname:  Thesis Title </a:t>
            </a:r>
            <a:endParaRPr lang="de-DE" dirty="0"/>
          </a:p>
        </p:txBody>
      </p:sp>
      <p:sp>
        <p:nvSpPr>
          <p:cNvPr id="12" name="Logo">
            <a:extLst>
              <a:ext uri="{FF2B5EF4-FFF2-40B4-BE49-F238E27FC236}">
                <a16:creationId xmlns:a16="http://schemas.microsoft.com/office/drawing/2014/main" id="{D920654A-CDF2-1EE4-1D99-B1A4C7A4C65D}"/>
              </a:ext>
              <a:ext uri="{C183D7F6-B498-43B3-948B-1728B52AA6E4}">
                <adec:decorative xmlns:adec="http://schemas.microsoft.com/office/drawing/2017/decorative" val="1"/>
              </a:ext>
            </a:extLst>
          </p:cNvPr>
          <p:cNvSpPr>
            <a:spLocks noGrp="1" noChangeAspect="1"/>
          </p:cNvSpPr>
          <p:nvPr>
            <p:ph type="body" sz="quarter" idx="14" hasCustomPrompt="1"/>
          </p:nvPr>
        </p:nvSpPr>
        <p:spPr bwMode="gray">
          <a:xfrm>
            <a:off x="10992001" y="483651"/>
            <a:ext cx="504000" cy="516923"/>
          </a:xfrm>
          <a:blipFill>
            <a:blip>
              <a:extLst>
                <a:ext uri="{96DAC541-7B7A-43D3-8B79-37D633B846F1}">
                  <asvg:svgBlip xmlns:asvg="http://schemas.microsoft.com/office/drawing/2016/SVG/main" r:embed="rId2"/>
                </a:ext>
              </a:extLst>
            </a:blip>
            <a:stretch>
              <a:fillRect/>
            </a:stretch>
          </a:blipFill>
          <a:ln>
            <a:noFill/>
          </a:ln>
        </p:spPr>
        <p:txBody>
          <a:bodyPr/>
          <a:lstStyle>
            <a:lvl1pPr marL="0" indent="0">
              <a:spcBef>
                <a:spcPts val="0"/>
              </a:spcBef>
              <a:spcAft>
                <a:spcPts val="0"/>
              </a:spcAft>
              <a:buFontTx/>
              <a:buNone/>
              <a:defRPr sz="100" b="0">
                <a:noFill/>
                <a:latin typeface="+mn-lt"/>
              </a:defRPr>
            </a:lvl1pPr>
            <a:lvl2pPr marL="0" indent="0">
              <a:spcBef>
                <a:spcPts val="0"/>
              </a:spcBef>
              <a:spcAft>
                <a:spcPts val="0"/>
              </a:spcAft>
              <a:buFontTx/>
              <a:buNone/>
              <a:defRPr sz="100" b="0">
                <a:noFill/>
                <a:latin typeface="+mn-lt"/>
              </a:defRPr>
            </a:lvl2pPr>
            <a:lvl3pPr marL="0" indent="0">
              <a:spcBef>
                <a:spcPts val="0"/>
              </a:spcBef>
              <a:spcAft>
                <a:spcPts val="0"/>
              </a:spcAft>
              <a:buFontTx/>
              <a:buNone/>
              <a:defRPr sz="100" b="0">
                <a:noFill/>
                <a:latin typeface="+mn-lt"/>
              </a:defRPr>
            </a:lvl3pPr>
            <a:lvl4pPr marL="0" indent="0">
              <a:spcBef>
                <a:spcPts val="0"/>
              </a:spcBef>
              <a:spcAft>
                <a:spcPts val="0"/>
              </a:spcAft>
              <a:buFontTx/>
              <a:buNone/>
              <a:defRPr sz="100" b="0">
                <a:noFill/>
                <a:latin typeface="+mn-lt"/>
              </a:defRPr>
            </a:lvl4pPr>
            <a:lvl5pPr marL="0" indent="0">
              <a:spcBef>
                <a:spcPts val="0"/>
              </a:spcBef>
              <a:spcAft>
                <a:spcPts val="0"/>
              </a:spcAft>
              <a:buFontTx/>
              <a:buNone/>
              <a:defRPr sz="100" b="0">
                <a:noFill/>
                <a:latin typeface="+mn-lt"/>
              </a:defRPr>
            </a:lvl5pPr>
            <a:lvl6pPr marL="0" indent="0">
              <a:spcBef>
                <a:spcPts val="0"/>
              </a:spcBef>
              <a:spcAft>
                <a:spcPts val="0"/>
              </a:spcAft>
              <a:buFontTx/>
              <a:buNone/>
              <a:defRPr sz="100" b="0">
                <a:noFill/>
                <a:latin typeface="+mn-lt"/>
              </a:defRPr>
            </a:lvl6pPr>
            <a:lvl7pPr marL="0" indent="0">
              <a:spcBef>
                <a:spcPts val="0"/>
              </a:spcBef>
              <a:spcAft>
                <a:spcPts val="0"/>
              </a:spcAft>
              <a:buFontTx/>
              <a:buNone/>
              <a:defRPr sz="100" b="0">
                <a:noFill/>
                <a:latin typeface="+mn-lt"/>
              </a:defRPr>
            </a:lvl7pPr>
            <a:lvl8pPr marL="0" indent="0">
              <a:spcBef>
                <a:spcPts val="0"/>
              </a:spcBef>
              <a:spcAft>
                <a:spcPts val="0"/>
              </a:spcAft>
              <a:buFontTx/>
              <a:buNone/>
              <a:defRPr sz="100" b="0">
                <a:noFill/>
                <a:latin typeface="+mn-lt"/>
              </a:defRPr>
            </a:lvl8pPr>
            <a:lvl9pPr marL="0" indent="0">
              <a:spcBef>
                <a:spcPts val="0"/>
              </a:spcBef>
              <a:spcAft>
                <a:spcPts val="0"/>
              </a:spcAft>
              <a:buFontTx/>
              <a:buNone/>
              <a:defRPr sz="100" b="0">
                <a:noFill/>
                <a:latin typeface="+mn-lt"/>
              </a:defRPr>
            </a:lvl9pPr>
          </a:lstStyle>
          <a:p>
            <a:pPr lvl="0"/>
            <a:r>
              <a:rPr lang="de-DE" dirty="0"/>
              <a:t> </a:t>
            </a:r>
          </a:p>
        </p:txBody>
      </p:sp>
    </p:spTree>
    <p:extLst>
      <p:ext uri="{BB962C8B-B14F-4D97-AF65-F5344CB8AC3E}">
        <p14:creationId xmlns:p14="http://schemas.microsoft.com/office/powerpoint/2010/main" val="2605531153"/>
      </p:ext>
    </p:extLst>
  </p:cSld>
  <p:clrMapOvr>
    <a:masterClrMapping/>
  </p:clrMapOvr>
  <p:extLst>
    <p:ext uri="{DCECCB84-F9BA-43D5-87BE-67443E8EF086}">
      <p15:sldGuideLst xmlns:p15="http://schemas.microsoft.com/office/powerpoint/2012/main">
        <p15:guide id="1" orient="horz" pos="437" userDrawn="1">
          <p15:clr>
            <a:srgbClr val="FBAE40"/>
          </p15:clr>
        </p15:guide>
        <p15:guide id="3" pos="438" userDrawn="1">
          <p15:clr>
            <a:srgbClr val="FBAE40"/>
          </p15:clr>
        </p15:guide>
        <p15:guide id="4" pos="4566" userDrawn="1">
          <p15:clr>
            <a:srgbClr val="FBAE40"/>
          </p15:clr>
        </p15:guide>
        <p15:guide id="5" orient="horz" pos="3883" userDrawn="1">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Ein Inhalt | drei Bilder">
    <p:spTree>
      <p:nvGrpSpPr>
        <p:cNvPr id="1" name=""/>
        <p:cNvGrpSpPr/>
        <p:nvPr/>
      </p:nvGrpSpPr>
      <p:grpSpPr>
        <a:xfrm>
          <a:off x="0" y="0"/>
          <a:ext cx="0" cy="0"/>
          <a:chOff x="0" y="0"/>
          <a:chExt cx="0" cy="0"/>
        </a:xfrm>
      </p:grpSpPr>
      <p:sp>
        <p:nvSpPr>
          <p:cNvPr id="36" name="Seitenzahl">
            <a:extLst>
              <a:ext uri="{FF2B5EF4-FFF2-40B4-BE49-F238E27FC236}">
                <a16:creationId xmlns:a16="http://schemas.microsoft.com/office/drawing/2014/main" id="{7CF479F3-EFF6-EAE7-4DE8-3E81275A2131}"/>
              </a:ext>
            </a:extLst>
          </p:cNvPr>
          <p:cNvSpPr>
            <a:spLocks noGrp="1"/>
          </p:cNvSpPr>
          <p:nvPr>
            <p:ph type="sldNum" sz="quarter" idx="22"/>
          </p:nvPr>
        </p:nvSpPr>
        <p:spPr bwMode="gray">
          <a:xfrm>
            <a:off x="10992000" y="6439500"/>
            <a:ext cx="504000" cy="144000"/>
          </a:xfrm>
          <a:prstGeom prst="rect">
            <a:avLst/>
          </a:prstGeom>
        </p:spPr>
        <p:txBody>
          <a:bodyPr/>
          <a:lstStyle>
            <a:lvl1pPr>
              <a:defRPr>
                <a:solidFill>
                  <a:schemeClr val="tx1">
                    <a:alpha val="0"/>
                  </a:schemeClr>
                </a:solidFill>
              </a:defRPr>
            </a:lvl1pPr>
          </a:lstStyle>
          <a:p>
            <a:fld id="{D836C0FE-70CA-4950-82D6-CF602CC2B770}" type="slidenum">
              <a:rPr lang="de-DE" smtClean="0"/>
              <a:pPr/>
              <a:t>‹Nr.›</a:t>
            </a:fld>
            <a:endParaRPr lang="de-DE" dirty="0"/>
          </a:p>
        </p:txBody>
      </p:sp>
      <p:sp>
        <p:nvSpPr>
          <p:cNvPr id="2" name="Titel">
            <a:extLst>
              <a:ext uri="{FF2B5EF4-FFF2-40B4-BE49-F238E27FC236}">
                <a16:creationId xmlns:a16="http://schemas.microsoft.com/office/drawing/2014/main" id="{59DF58D4-EDD5-F6A1-40AB-072664955C9D}"/>
              </a:ext>
            </a:extLst>
          </p:cNvPr>
          <p:cNvSpPr>
            <a:spLocks noGrp="1"/>
          </p:cNvSpPr>
          <p:nvPr>
            <p:ph type="title" hasCustomPrompt="1"/>
          </p:nvPr>
        </p:nvSpPr>
        <p:spPr bwMode="gray">
          <a:xfrm>
            <a:off x="695325" y="693000"/>
            <a:ext cx="3744913" cy="792000"/>
          </a:xfrm>
        </p:spPr>
        <p:txBody>
          <a:bodyPr/>
          <a:lstStyle/>
          <a:p>
            <a:r>
              <a:rPr lang="de-DE" dirty="0"/>
              <a:t>Folientitel</a:t>
            </a:r>
          </a:p>
        </p:txBody>
      </p:sp>
      <p:sp>
        <p:nvSpPr>
          <p:cNvPr id="3" name="Inhaltsplatzhalter">
            <a:extLst>
              <a:ext uri="{FF2B5EF4-FFF2-40B4-BE49-F238E27FC236}">
                <a16:creationId xmlns:a16="http://schemas.microsoft.com/office/drawing/2014/main" id="{E5E0B544-4A84-D596-5088-7E62DC3A72EA}"/>
              </a:ext>
            </a:extLst>
          </p:cNvPr>
          <p:cNvSpPr>
            <a:spLocks noGrp="1"/>
          </p:cNvSpPr>
          <p:nvPr>
            <p:ph sz="half" idx="1" hasCustomPrompt="1"/>
          </p:nvPr>
        </p:nvSpPr>
        <p:spPr bwMode="gray">
          <a:xfrm>
            <a:off x="695325" y="1845000"/>
            <a:ext cx="3744913" cy="4320000"/>
          </a:xfrm>
        </p:spPr>
        <p:txBody>
          <a:bodyPr/>
          <a:lstStyle>
            <a:lvl5pPr>
              <a:defRPr/>
            </a:lvl5pPr>
          </a:lstStyle>
          <a:p>
            <a:pPr lvl="0"/>
            <a:r>
              <a:rPr lang="de-DE" dirty="0"/>
              <a:t>Das ist ein Fließtext. Nutzen Sie die Schaltflächen „Listenebene erhöhen“ bzw. „verringern“ (auf der Registerlasche „Start“), um die vordefinierten Textformatierungen anzusteuern.</a:t>
            </a:r>
          </a:p>
          <a:p>
            <a:pPr lvl="1"/>
            <a:r>
              <a:rPr lang="de-DE" dirty="0"/>
              <a:t>Zweite Ebene</a:t>
            </a:r>
          </a:p>
          <a:p>
            <a:pPr lvl="2"/>
            <a:r>
              <a:rPr lang="de-DE" dirty="0"/>
              <a:t>Dritte Ebene</a:t>
            </a:r>
          </a:p>
          <a:p>
            <a:pPr lvl="3"/>
            <a:r>
              <a:rPr lang="de-DE" dirty="0"/>
              <a:t>Vierte Ebene</a:t>
            </a:r>
          </a:p>
          <a:p>
            <a:pPr lvl="4"/>
            <a:r>
              <a:rPr lang="de-DE" dirty="0"/>
              <a:t>Fünfte Ebene</a:t>
            </a:r>
          </a:p>
          <a:p>
            <a:pPr lvl="5"/>
            <a:r>
              <a:rPr lang="de-DE" dirty="0"/>
              <a:t>Sechste Ebene</a:t>
            </a:r>
          </a:p>
          <a:p>
            <a:pPr lvl="6"/>
            <a:r>
              <a:rPr lang="de-DE" dirty="0"/>
              <a:t>Siebte Ebene</a:t>
            </a:r>
          </a:p>
          <a:p>
            <a:pPr lvl="7"/>
            <a:r>
              <a:rPr lang="de-DE" dirty="0"/>
              <a:t>Achte Ebene</a:t>
            </a:r>
          </a:p>
          <a:p>
            <a:pPr lvl="8"/>
            <a:r>
              <a:rPr lang="de-DE" dirty="0"/>
              <a:t>Neunte Ebene</a:t>
            </a:r>
          </a:p>
        </p:txBody>
      </p:sp>
      <p:sp>
        <p:nvSpPr>
          <p:cNvPr id="21" name="Bildplatzhalter 1">
            <a:extLst>
              <a:ext uri="{FF2B5EF4-FFF2-40B4-BE49-F238E27FC236}">
                <a16:creationId xmlns:a16="http://schemas.microsoft.com/office/drawing/2014/main" id="{AF836F0C-AB23-0834-52F8-488CDB969108}"/>
              </a:ext>
            </a:extLst>
          </p:cNvPr>
          <p:cNvSpPr>
            <a:spLocks noGrp="1"/>
          </p:cNvSpPr>
          <p:nvPr>
            <p:ph type="pic" idx="13" hasCustomPrompt="1"/>
          </p:nvPr>
        </p:nvSpPr>
        <p:spPr bwMode="gray">
          <a:xfrm>
            <a:off x="5376001" y="0"/>
            <a:ext cx="3383999" cy="6858000"/>
          </a:xfrm>
          <a:solidFill>
            <a:srgbClr val="E4E7E9"/>
          </a:solidFill>
        </p:spPr>
        <p:txBody>
          <a:bodyPr lIns="72000" tIns="0" rIns="72000" bIns="648000" anchor="ctr" anchorCtr="0"/>
          <a:lstStyle>
            <a:lvl1pPr marL="0" indent="0" algn="ctr">
              <a:spcBef>
                <a:spcPts val="0"/>
              </a:spcBef>
              <a:spcAft>
                <a:spcPts val="0"/>
              </a:spcAft>
              <a:buNone/>
              <a:defRPr sz="1200" b="0">
                <a:solidFill>
                  <a:schemeClr val="tx1"/>
                </a:solidFill>
                <a:latin typeface="+mn-lt"/>
              </a:defRPr>
            </a:lvl1pPr>
            <a:lvl2pPr marL="0" indent="0" algn="ctr">
              <a:spcBef>
                <a:spcPts val="0"/>
              </a:spcBef>
              <a:spcAft>
                <a:spcPts val="0"/>
              </a:spcAft>
              <a:buNone/>
              <a:defRPr sz="1200" b="0">
                <a:solidFill>
                  <a:schemeClr val="tx1"/>
                </a:solidFill>
                <a:latin typeface="+mn-lt"/>
              </a:defRPr>
            </a:lvl2pPr>
            <a:lvl3pPr marL="0" indent="0" algn="ctr">
              <a:spcBef>
                <a:spcPts val="0"/>
              </a:spcBef>
              <a:spcAft>
                <a:spcPts val="0"/>
              </a:spcAft>
              <a:buNone/>
              <a:defRPr sz="1200" b="0">
                <a:solidFill>
                  <a:schemeClr val="tx1"/>
                </a:solidFill>
                <a:latin typeface="+mn-lt"/>
              </a:defRPr>
            </a:lvl3pPr>
            <a:lvl4pPr marL="0" indent="0" algn="ctr">
              <a:spcBef>
                <a:spcPts val="0"/>
              </a:spcBef>
              <a:spcAft>
                <a:spcPts val="0"/>
              </a:spcAft>
              <a:buNone/>
              <a:defRPr sz="1200" b="0">
                <a:solidFill>
                  <a:schemeClr val="tx1"/>
                </a:solidFill>
                <a:latin typeface="+mn-lt"/>
              </a:defRPr>
            </a:lvl4pPr>
            <a:lvl5pPr marL="0" indent="0" algn="ctr">
              <a:spcBef>
                <a:spcPts val="0"/>
              </a:spcBef>
              <a:spcAft>
                <a:spcPts val="0"/>
              </a:spcAft>
              <a:buNone/>
              <a:defRPr sz="1200" b="0">
                <a:solidFill>
                  <a:schemeClr val="tx1"/>
                </a:solidFill>
                <a:latin typeface="+mn-lt"/>
              </a:defRPr>
            </a:lvl5pPr>
            <a:lvl6pPr marL="0" indent="0" algn="ctr">
              <a:spcBef>
                <a:spcPts val="0"/>
              </a:spcBef>
              <a:spcAft>
                <a:spcPts val="0"/>
              </a:spcAft>
              <a:buNone/>
              <a:defRPr sz="1200" b="0">
                <a:solidFill>
                  <a:schemeClr val="tx1"/>
                </a:solidFill>
                <a:latin typeface="+mn-lt"/>
              </a:defRPr>
            </a:lvl6pPr>
            <a:lvl7pPr marL="0" indent="0" algn="ctr">
              <a:spcBef>
                <a:spcPts val="0"/>
              </a:spcBef>
              <a:spcAft>
                <a:spcPts val="0"/>
              </a:spcAft>
              <a:buNone/>
              <a:defRPr sz="1200" b="0">
                <a:solidFill>
                  <a:schemeClr val="tx1"/>
                </a:solidFill>
                <a:latin typeface="+mn-lt"/>
              </a:defRPr>
            </a:lvl7pPr>
            <a:lvl8pPr marL="0" indent="0" algn="ctr">
              <a:spcBef>
                <a:spcPts val="0"/>
              </a:spcBef>
              <a:spcAft>
                <a:spcPts val="0"/>
              </a:spcAft>
              <a:buNone/>
              <a:defRPr sz="1200" b="0">
                <a:solidFill>
                  <a:schemeClr val="tx1"/>
                </a:solidFill>
                <a:latin typeface="+mn-lt"/>
              </a:defRPr>
            </a:lvl8pPr>
            <a:lvl9pPr marL="0" indent="0" algn="ctr">
              <a:spcBef>
                <a:spcPts val="0"/>
              </a:spcBef>
              <a:spcAft>
                <a:spcPts val="0"/>
              </a:spcAft>
              <a:buNone/>
              <a:defRPr sz="1200" b="0">
                <a:solidFill>
                  <a:schemeClr val="tx1"/>
                </a:solidFill>
                <a:latin typeface="+mn-lt"/>
              </a:defRPr>
            </a:lvl9pPr>
          </a:lstStyle>
          <a:p>
            <a:pPr lvl="0"/>
            <a:r>
              <a:rPr lang="de-DE" dirty="0"/>
              <a:t>Bild durch Klick auf das Icon einfügen.</a:t>
            </a:r>
          </a:p>
        </p:txBody>
      </p:sp>
      <p:sp>
        <p:nvSpPr>
          <p:cNvPr id="29" name="Bildplatzhalter 2">
            <a:extLst>
              <a:ext uri="{FF2B5EF4-FFF2-40B4-BE49-F238E27FC236}">
                <a16:creationId xmlns:a16="http://schemas.microsoft.com/office/drawing/2014/main" id="{0F65B358-CE70-23FB-E16C-13EADA50F311}"/>
              </a:ext>
            </a:extLst>
          </p:cNvPr>
          <p:cNvSpPr>
            <a:spLocks noGrp="1"/>
          </p:cNvSpPr>
          <p:nvPr>
            <p:ph type="pic" idx="17" hasCustomPrompt="1"/>
          </p:nvPr>
        </p:nvSpPr>
        <p:spPr bwMode="gray">
          <a:xfrm>
            <a:off x="8832000" y="0"/>
            <a:ext cx="3360000" cy="3357000"/>
          </a:xfrm>
          <a:solidFill>
            <a:srgbClr val="E4E7E9"/>
          </a:solidFill>
        </p:spPr>
        <p:txBody>
          <a:bodyPr lIns="72000" tIns="0" rIns="72000" bIns="648000" anchor="ctr" anchorCtr="0"/>
          <a:lstStyle>
            <a:lvl1pPr marL="0" indent="0" algn="ctr">
              <a:spcBef>
                <a:spcPts val="0"/>
              </a:spcBef>
              <a:spcAft>
                <a:spcPts val="0"/>
              </a:spcAft>
              <a:buNone/>
              <a:defRPr sz="1200" b="0">
                <a:solidFill>
                  <a:schemeClr val="tx1"/>
                </a:solidFill>
                <a:latin typeface="+mn-lt"/>
              </a:defRPr>
            </a:lvl1pPr>
            <a:lvl2pPr marL="0" indent="0" algn="ctr">
              <a:spcBef>
                <a:spcPts val="0"/>
              </a:spcBef>
              <a:spcAft>
                <a:spcPts val="0"/>
              </a:spcAft>
              <a:buNone/>
              <a:defRPr sz="1200" b="0">
                <a:solidFill>
                  <a:schemeClr val="tx1"/>
                </a:solidFill>
                <a:latin typeface="+mn-lt"/>
              </a:defRPr>
            </a:lvl2pPr>
            <a:lvl3pPr marL="0" indent="0" algn="ctr">
              <a:spcBef>
                <a:spcPts val="0"/>
              </a:spcBef>
              <a:spcAft>
                <a:spcPts val="0"/>
              </a:spcAft>
              <a:buNone/>
              <a:defRPr sz="1200" b="0">
                <a:solidFill>
                  <a:schemeClr val="tx1"/>
                </a:solidFill>
                <a:latin typeface="+mn-lt"/>
              </a:defRPr>
            </a:lvl3pPr>
            <a:lvl4pPr marL="0" indent="0" algn="ctr">
              <a:spcBef>
                <a:spcPts val="0"/>
              </a:spcBef>
              <a:spcAft>
                <a:spcPts val="0"/>
              </a:spcAft>
              <a:buNone/>
              <a:defRPr sz="1200" b="0">
                <a:solidFill>
                  <a:schemeClr val="tx1"/>
                </a:solidFill>
                <a:latin typeface="+mn-lt"/>
              </a:defRPr>
            </a:lvl4pPr>
            <a:lvl5pPr marL="0" indent="0" algn="ctr">
              <a:spcBef>
                <a:spcPts val="0"/>
              </a:spcBef>
              <a:spcAft>
                <a:spcPts val="0"/>
              </a:spcAft>
              <a:buNone/>
              <a:defRPr sz="1200" b="0">
                <a:solidFill>
                  <a:schemeClr val="tx1"/>
                </a:solidFill>
                <a:latin typeface="+mn-lt"/>
              </a:defRPr>
            </a:lvl5pPr>
            <a:lvl6pPr marL="0" indent="0" algn="ctr">
              <a:spcBef>
                <a:spcPts val="0"/>
              </a:spcBef>
              <a:spcAft>
                <a:spcPts val="0"/>
              </a:spcAft>
              <a:buNone/>
              <a:defRPr sz="1200" b="0">
                <a:solidFill>
                  <a:schemeClr val="tx1"/>
                </a:solidFill>
                <a:latin typeface="+mn-lt"/>
              </a:defRPr>
            </a:lvl6pPr>
            <a:lvl7pPr marL="0" indent="0" algn="ctr">
              <a:spcBef>
                <a:spcPts val="0"/>
              </a:spcBef>
              <a:spcAft>
                <a:spcPts val="0"/>
              </a:spcAft>
              <a:buNone/>
              <a:defRPr sz="1200" b="0">
                <a:solidFill>
                  <a:schemeClr val="tx1"/>
                </a:solidFill>
                <a:latin typeface="+mn-lt"/>
              </a:defRPr>
            </a:lvl7pPr>
            <a:lvl8pPr marL="0" indent="0" algn="ctr">
              <a:spcBef>
                <a:spcPts val="0"/>
              </a:spcBef>
              <a:spcAft>
                <a:spcPts val="0"/>
              </a:spcAft>
              <a:buNone/>
              <a:defRPr sz="1200" b="0">
                <a:solidFill>
                  <a:schemeClr val="tx1"/>
                </a:solidFill>
                <a:latin typeface="+mn-lt"/>
              </a:defRPr>
            </a:lvl8pPr>
            <a:lvl9pPr marL="0" indent="0" algn="ctr">
              <a:spcBef>
                <a:spcPts val="0"/>
              </a:spcBef>
              <a:spcAft>
                <a:spcPts val="0"/>
              </a:spcAft>
              <a:buNone/>
              <a:defRPr sz="1200" b="0">
                <a:solidFill>
                  <a:schemeClr val="tx1"/>
                </a:solidFill>
                <a:latin typeface="+mn-lt"/>
              </a:defRPr>
            </a:lvl9pPr>
          </a:lstStyle>
          <a:p>
            <a:pPr lvl="0"/>
            <a:r>
              <a:rPr lang="de-DE" dirty="0"/>
              <a:t>Bild durch Klick auf das Icon einfügen.</a:t>
            </a:r>
          </a:p>
        </p:txBody>
      </p:sp>
      <p:sp>
        <p:nvSpPr>
          <p:cNvPr id="30" name="Bildplatzhalter 3">
            <a:extLst>
              <a:ext uri="{FF2B5EF4-FFF2-40B4-BE49-F238E27FC236}">
                <a16:creationId xmlns:a16="http://schemas.microsoft.com/office/drawing/2014/main" id="{09C26D89-9D23-A9D8-BB76-CC49822F1DFD}"/>
              </a:ext>
            </a:extLst>
          </p:cNvPr>
          <p:cNvSpPr>
            <a:spLocks noGrp="1"/>
          </p:cNvSpPr>
          <p:nvPr>
            <p:ph type="pic" idx="18" hasCustomPrompt="1"/>
          </p:nvPr>
        </p:nvSpPr>
        <p:spPr bwMode="gray">
          <a:xfrm>
            <a:off x="8832000" y="3429000"/>
            <a:ext cx="3360000" cy="3429000"/>
          </a:xfrm>
          <a:solidFill>
            <a:srgbClr val="E4E7E9"/>
          </a:solidFill>
        </p:spPr>
        <p:txBody>
          <a:bodyPr lIns="72000" tIns="0" rIns="72000" bIns="648000" anchor="ctr" anchorCtr="0"/>
          <a:lstStyle>
            <a:lvl1pPr marL="0" indent="0" algn="ctr">
              <a:spcBef>
                <a:spcPts val="0"/>
              </a:spcBef>
              <a:spcAft>
                <a:spcPts val="0"/>
              </a:spcAft>
              <a:buNone/>
              <a:defRPr sz="1200" b="0">
                <a:solidFill>
                  <a:schemeClr val="tx1"/>
                </a:solidFill>
                <a:latin typeface="+mn-lt"/>
              </a:defRPr>
            </a:lvl1pPr>
            <a:lvl2pPr marL="0" indent="0" algn="ctr">
              <a:spcBef>
                <a:spcPts val="0"/>
              </a:spcBef>
              <a:spcAft>
                <a:spcPts val="0"/>
              </a:spcAft>
              <a:buNone/>
              <a:defRPr sz="1200" b="0">
                <a:solidFill>
                  <a:schemeClr val="tx1"/>
                </a:solidFill>
                <a:latin typeface="+mn-lt"/>
              </a:defRPr>
            </a:lvl2pPr>
            <a:lvl3pPr marL="0" indent="0" algn="ctr">
              <a:spcBef>
                <a:spcPts val="0"/>
              </a:spcBef>
              <a:spcAft>
                <a:spcPts val="0"/>
              </a:spcAft>
              <a:buNone/>
              <a:defRPr sz="1200" b="0">
                <a:solidFill>
                  <a:schemeClr val="tx1"/>
                </a:solidFill>
                <a:latin typeface="+mn-lt"/>
              </a:defRPr>
            </a:lvl3pPr>
            <a:lvl4pPr marL="0" indent="0" algn="ctr">
              <a:spcBef>
                <a:spcPts val="0"/>
              </a:spcBef>
              <a:spcAft>
                <a:spcPts val="0"/>
              </a:spcAft>
              <a:buNone/>
              <a:defRPr sz="1200" b="0">
                <a:solidFill>
                  <a:schemeClr val="tx1"/>
                </a:solidFill>
                <a:latin typeface="+mn-lt"/>
              </a:defRPr>
            </a:lvl4pPr>
            <a:lvl5pPr marL="0" indent="0" algn="ctr">
              <a:spcBef>
                <a:spcPts val="0"/>
              </a:spcBef>
              <a:spcAft>
                <a:spcPts val="0"/>
              </a:spcAft>
              <a:buNone/>
              <a:defRPr sz="1200" b="0">
                <a:solidFill>
                  <a:schemeClr val="tx1"/>
                </a:solidFill>
                <a:latin typeface="+mn-lt"/>
              </a:defRPr>
            </a:lvl5pPr>
            <a:lvl6pPr marL="0" indent="0" algn="ctr">
              <a:spcBef>
                <a:spcPts val="0"/>
              </a:spcBef>
              <a:spcAft>
                <a:spcPts val="0"/>
              </a:spcAft>
              <a:buNone/>
              <a:defRPr sz="1200" b="0">
                <a:solidFill>
                  <a:schemeClr val="tx1"/>
                </a:solidFill>
                <a:latin typeface="+mn-lt"/>
              </a:defRPr>
            </a:lvl6pPr>
            <a:lvl7pPr marL="0" indent="0" algn="ctr">
              <a:spcBef>
                <a:spcPts val="0"/>
              </a:spcBef>
              <a:spcAft>
                <a:spcPts val="0"/>
              </a:spcAft>
              <a:buNone/>
              <a:defRPr sz="1200" b="0">
                <a:solidFill>
                  <a:schemeClr val="tx1"/>
                </a:solidFill>
                <a:latin typeface="+mn-lt"/>
              </a:defRPr>
            </a:lvl7pPr>
            <a:lvl8pPr marL="0" indent="0" algn="ctr">
              <a:spcBef>
                <a:spcPts val="0"/>
              </a:spcBef>
              <a:spcAft>
                <a:spcPts val="0"/>
              </a:spcAft>
              <a:buNone/>
              <a:defRPr sz="1200" b="0">
                <a:solidFill>
                  <a:schemeClr val="tx1"/>
                </a:solidFill>
                <a:latin typeface="+mn-lt"/>
              </a:defRPr>
            </a:lvl8pPr>
            <a:lvl9pPr marL="0" indent="0" algn="ctr">
              <a:spcBef>
                <a:spcPts val="0"/>
              </a:spcBef>
              <a:spcAft>
                <a:spcPts val="0"/>
              </a:spcAft>
              <a:buNone/>
              <a:defRPr sz="1200" b="0">
                <a:solidFill>
                  <a:schemeClr val="tx1"/>
                </a:solidFill>
                <a:latin typeface="+mn-lt"/>
              </a:defRPr>
            </a:lvl9pPr>
          </a:lstStyle>
          <a:p>
            <a:pPr lvl="0"/>
            <a:r>
              <a:rPr lang="de-DE" dirty="0"/>
              <a:t>Bild durch Klick auf das Icon einfügen.</a:t>
            </a:r>
          </a:p>
        </p:txBody>
      </p:sp>
      <p:sp>
        <p:nvSpPr>
          <p:cNvPr id="34" name="Datum">
            <a:extLst>
              <a:ext uri="{FF2B5EF4-FFF2-40B4-BE49-F238E27FC236}">
                <a16:creationId xmlns:a16="http://schemas.microsoft.com/office/drawing/2014/main" id="{EA4C7831-6E8D-936E-ACD1-6EB2EDDB54B1}"/>
              </a:ext>
              <a:ext uri="{C183D7F6-B498-43B3-948B-1728B52AA6E4}">
                <adec:decorative xmlns:adec="http://schemas.microsoft.com/office/drawing/2017/decorative" val="1"/>
              </a:ext>
            </a:extLst>
          </p:cNvPr>
          <p:cNvSpPr>
            <a:spLocks noGrp="1"/>
          </p:cNvSpPr>
          <p:nvPr>
            <p:ph type="dt" sz="half" idx="20"/>
          </p:nvPr>
        </p:nvSpPr>
        <p:spPr bwMode="gray"/>
        <p:txBody>
          <a:bodyPr/>
          <a:lstStyle/>
          <a:p>
            <a:fld id="{1E7FE58B-31BB-47FA-A637-27DAA422B0E3}" type="datetime1">
              <a:rPr lang="en-US" smtClean="0"/>
              <a:t>6/9/2026</a:t>
            </a:fld>
            <a:endParaRPr lang="de-DE" dirty="0"/>
          </a:p>
        </p:txBody>
      </p:sp>
      <p:sp>
        <p:nvSpPr>
          <p:cNvPr id="35" name="Fußzeile">
            <a:extLst>
              <a:ext uri="{FF2B5EF4-FFF2-40B4-BE49-F238E27FC236}">
                <a16:creationId xmlns:a16="http://schemas.microsoft.com/office/drawing/2014/main" id="{E776CB81-10D0-E4F7-207B-6142F18CCDC1}"/>
              </a:ext>
              <a:ext uri="{C183D7F6-B498-43B3-948B-1728B52AA6E4}">
                <adec:decorative xmlns:adec="http://schemas.microsoft.com/office/drawing/2017/decorative" val="1"/>
              </a:ext>
            </a:extLst>
          </p:cNvPr>
          <p:cNvSpPr>
            <a:spLocks noGrp="1"/>
          </p:cNvSpPr>
          <p:nvPr>
            <p:ph type="ftr" sz="quarter" idx="21"/>
          </p:nvPr>
        </p:nvSpPr>
        <p:spPr bwMode="gray">
          <a:xfrm>
            <a:off x="1560000" y="6439500"/>
            <a:ext cx="2880000" cy="144000"/>
          </a:xfrm>
        </p:spPr>
        <p:txBody>
          <a:bodyPr/>
          <a:lstStyle/>
          <a:p>
            <a:r>
              <a:rPr lang="en-US"/>
              <a:t>Firstname Lastname:  Thesis Title </a:t>
            </a:r>
            <a:endParaRPr lang="de-DE" dirty="0"/>
          </a:p>
        </p:txBody>
      </p:sp>
      <p:sp>
        <p:nvSpPr>
          <p:cNvPr id="31" name="Logo">
            <a:extLst>
              <a:ext uri="{FF2B5EF4-FFF2-40B4-BE49-F238E27FC236}">
                <a16:creationId xmlns:a16="http://schemas.microsoft.com/office/drawing/2014/main" id="{220E6700-012A-BBA8-B56B-B2DC0E4CF31B}"/>
              </a:ext>
              <a:ext uri="{C183D7F6-B498-43B3-948B-1728B52AA6E4}">
                <adec:decorative xmlns:adec="http://schemas.microsoft.com/office/drawing/2017/decorative" val="1"/>
              </a:ext>
            </a:extLst>
          </p:cNvPr>
          <p:cNvSpPr>
            <a:spLocks noGrp="1" noChangeAspect="1"/>
          </p:cNvSpPr>
          <p:nvPr>
            <p:ph type="body" sz="quarter" idx="19" hasCustomPrompt="1"/>
          </p:nvPr>
        </p:nvSpPr>
        <p:spPr bwMode="gray">
          <a:xfrm>
            <a:off x="10992001" y="483650"/>
            <a:ext cx="504000" cy="516923"/>
          </a:xfrm>
          <a:blipFill>
            <a:blip>
              <a:extLst>
                <a:ext uri="{96DAC541-7B7A-43D3-8B79-37D633B846F1}">
                  <asvg:svgBlip xmlns:asvg="http://schemas.microsoft.com/office/drawing/2016/SVG/main" r:embed="rId2"/>
                </a:ext>
              </a:extLst>
            </a:blip>
            <a:stretch>
              <a:fillRect/>
            </a:stretch>
          </a:blipFill>
          <a:ln>
            <a:noFill/>
          </a:ln>
        </p:spPr>
        <p:txBody>
          <a:bodyPr/>
          <a:lstStyle>
            <a:lvl1pPr marL="0" indent="0">
              <a:spcBef>
                <a:spcPts val="0"/>
              </a:spcBef>
              <a:spcAft>
                <a:spcPts val="0"/>
              </a:spcAft>
              <a:buFontTx/>
              <a:buNone/>
              <a:defRPr sz="100" b="0">
                <a:noFill/>
                <a:latin typeface="+mn-lt"/>
              </a:defRPr>
            </a:lvl1pPr>
            <a:lvl2pPr marL="0" indent="0">
              <a:spcBef>
                <a:spcPts val="0"/>
              </a:spcBef>
              <a:spcAft>
                <a:spcPts val="0"/>
              </a:spcAft>
              <a:buFontTx/>
              <a:buNone/>
              <a:defRPr sz="100" b="0">
                <a:noFill/>
                <a:latin typeface="+mn-lt"/>
              </a:defRPr>
            </a:lvl2pPr>
            <a:lvl3pPr marL="0" indent="0">
              <a:spcBef>
                <a:spcPts val="0"/>
              </a:spcBef>
              <a:spcAft>
                <a:spcPts val="0"/>
              </a:spcAft>
              <a:buFontTx/>
              <a:buNone/>
              <a:defRPr sz="100" b="0">
                <a:noFill/>
                <a:latin typeface="+mn-lt"/>
              </a:defRPr>
            </a:lvl3pPr>
            <a:lvl4pPr marL="0" indent="0">
              <a:spcBef>
                <a:spcPts val="0"/>
              </a:spcBef>
              <a:spcAft>
                <a:spcPts val="0"/>
              </a:spcAft>
              <a:buFontTx/>
              <a:buNone/>
              <a:defRPr sz="100" b="0">
                <a:noFill/>
                <a:latin typeface="+mn-lt"/>
              </a:defRPr>
            </a:lvl4pPr>
            <a:lvl5pPr marL="0" indent="0">
              <a:spcBef>
                <a:spcPts val="0"/>
              </a:spcBef>
              <a:spcAft>
                <a:spcPts val="0"/>
              </a:spcAft>
              <a:buFontTx/>
              <a:buNone/>
              <a:defRPr sz="100" b="0">
                <a:noFill/>
                <a:latin typeface="+mn-lt"/>
              </a:defRPr>
            </a:lvl5pPr>
            <a:lvl6pPr marL="0" indent="0">
              <a:spcBef>
                <a:spcPts val="0"/>
              </a:spcBef>
              <a:spcAft>
                <a:spcPts val="0"/>
              </a:spcAft>
              <a:buFontTx/>
              <a:buNone/>
              <a:defRPr sz="100" b="0">
                <a:noFill/>
                <a:latin typeface="+mn-lt"/>
              </a:defRPr>
            </a:lvl6pPr>
            <a:lvl7pPr marL="0" indent="0">
              <a:spcBef>
                <a:spcPts val="0"/>
              </a:spcBef>
              <a:spcAft>
                <a:spcPts val="0"/>
              </a:spcAft>
              <a:buFontTx/>
              <a:buNone/>
              <a:defRPr sz="100" b="0">
                <a:noFill/>
                <a:latin typeface="+mn-lt"/>
              </a:defRPr>
            </a:lvl7pPr>
            <a:lvl8pPr marL="0" indent="0">
              <a:spcBef>
                <a:spcPts val="0"/>
              </a:spcBef>
              <a:spcAft>
                <a:spcPts val="0"/>
              </a:spcAft>
              <a:buFontTx/>
              <a:buNone/>
              <a:defRPr sz="100" b="0">
                <a:noFill/>
                <a:latin typeface="+mn-lt"/>
              </a:defRPr>
            </a:lvl8pPr>
            <a:lvl9pPr marL="0" indent="0">
              <a:spcBef>
                <a:spcPts val="0"/>
              </a:spcBef>
              <a:spcAft>
                <a:spcPts val="0"/>
              </a:spcAft>
              <a:buFontTx/>
              <a:buNone/>
              <a:defRPr sz="100" b="0">
                <a:noFill/>
                <a:latin typeface="+mn-lt"/>
              </a:defRPr>
            </a:lvl9pPr>
          </a:lstStyle>
          <a:p>
            <a:pPr lvl="0"/>
            <a:r>
              <a:rPr lang="de-DE" dirty="0"/>
              <a:t> </a:t>
            </a:r>
          </a:p>
        </p:txBody>
      </p:sp>
    </p:spTree>
    <p:extLst>
      <p:ext uri="{BB962C8B-B14F-4D97-AF65-F5344CB8AC3E}">
        <p14:creationId xmlns:p14="http://schemas.microsoft.com/office/powerpoint/2010/main" val="328228728"/>
      </p:ext>
    </p:extLst>
  </p:cSld>
  <p:clrMapOvr>
    <a:masterClrMapping/>
  </p:clrMapOvr>
  <p:extLst>
    <p:ext uri="{DCECCB84-F9BA-43D5-87BE-67443E8EF086}">
      <p15:sldGuideLst xmlns:p15="http://schemas.microsoft.com/office/powerpoint/2012/main">
        <p15:guide id="1" orient="horz" pos="1162" userDrawn="1">
          <p15:clr>
            <a:srgbClr val="FBAE40"/>
          </p15:clr>
        </p15:guide>
        <p15:guide id="3" pos="438" userDrawn="1">
          <p15:clr>
            <a:srgbClr val="FBAE40"/>
          </p15:clr>
        </p15:guide>
        <p15:guide id="4" pos="2797" userDrawn="1">
          <p15:clr>
            <a:srgbClr val="FBAE40"/>
          </p15:clr>
        </p15:guide>
        <p15:guide id="5" orient="horz" pos="3883" userDrawn="1">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Vollflächiges Bild">
    <p:spTree>
      <p:nvGrpSpPr>
        <p:cNvPr id="1" name=""/>
        <p:cNvGrpSpPr/>
        <p:nvPr/>
      </p:nvGrpSpPr>
      <p:grpSpPr>
        <a:xfrm>
          <a:off x="0" y="0"/>
          <a:ext cx="0" cy="0"/>
          <a:chOff x="0" y="0"/>
          <a:chExt cx="0" cy="0"/>
        </a:xfrm>
      </p:grpSpPr>
      <p:sp>
        <p:nvSpPr>
          <p:cNvPr id="2" name="Datum">
            <a:extLst>
              <a:ext uri="{FF2B5EF4-FFF2-40B4-BE49-F238E27FC236}">
                <a16:creationId xmlns:a16="http://schemas.microsoft.com/office/drawing/2014/main" id="{5FA0F30C-F811-060A-31E4-9EB1AF3C114B}"/>
              </a:ext>
              <a:ext uri="{C183D7F6-B498-43B3-948B-1728B52AA6E4}">
                <adec:decorative xmlns:adec="http://schemas.microsoft.com/office/drawing/2017/decorative" val="1"/>
              </a:ext>
            </a:extLst>
          </p:cNvPr>
          <p:cNvSpPr>
            <a:spLocks noGrp="1"/>
          </p:cNvSpPr>
          <p:nvPr>
            <p:ph type="dt" sz="half" idx="15"/>
          </p:nvPr>
        </p:nvSpPr>
        <p:spPr bwMode="gray"/>
        <p:txBody>
          <a:bodyPr/>
          <a:lstStyle>
            <a:lvl1pPr>
              <a:defRPr>
                <a:solidFill>
                  <a:schemeClr val="tx1">
                    <a:alpha val="0"/>
                  </a:schemeClr>
                </a:solidFill>
              </a:defRPr>
            </a:lvl1pPr>
          </a:lstStyle>
          <a:p>
            <a:fld id="{008ADB23-EB43-4898-8146-A1453F3EB80D}" type="datetime1">
              <a:rPr lang="en-US" smtClean="0"/>
              <a:t>6/9/2026</a:t>
            </a:fld>
            <a:endParaRPr lang="de-DE" dirty="0"/>
          </a:p>
        </p:txBody>
      </p:sp>
      <p:sp>
        <p:nvSpPr>
          <p:cNvPr id="3" name="Fußzeile">
            <a:extLst>
              <a:ext uri="{FF2B5EF4-FFF2-40B4-BE49-F238E27FC236}">
                <a16:creationId xmlns:a16="http://schemas.microsoft.com/office/drawing/2014/main" id="{2B0464A2-F8A8-8F44-9BFE-3C295CD91656}"/>
              </a:ext>
              <a:ext uri="{C183D7F6-B498-43B3-948B-1728B52AA6E4}">
                <adec:decorative xmlns:adec="http://schemas.microsoft.com/office/drawing/2017/decorative" val="1"/>
              </a:ext>
            </a:extLst>
          </p:cNvPr>
          <p:cNvSpPr>
            <a:spLocks noGrp="1"/>
          </p:cNvSpPr>
          <p:nvPr>
            <p:ph type="ftr" sz="quarter" idx="16"/>
          </p:nvPr>
        </p:nvSpPr>
        <p:spPr bwMode="gray"/>
        <p:txBody>
          <a:bodyPr/>
          <a:lstStyle>
            <a:lvl1pPr>
              <a:defRPr>
                <a:solidFill>
                  <a:schemeClr val="tx1">
                    <a:alpha val="0"/>
                  </a:schemeClr>
                </a:solidFill>
              </a:defRPr>
            </a:lvl1pPr>
          </a:lstStyle>
          <a:p>
            <a:r>
              <a:rPr lang="en-US"/>
              <a:t>Firstname Lastname:  Thesis Title </a:t>
            </a:r>
            <a:endParaRPr lang="de-DE" dirty="0"/>
          </a:p>
        </p:txBody>
      </p:sp>
      <p:sp>
        <p:nvSpPr>
          <p:cNvPr id="4" name="Seitenzahl">
            <a:extLst>
              <a:ext uri="{FF2B5EF4-FFF2-40B4-BE49-F238E27FC236}">
                <a16:creationId xmlns:a16="http://schemas.microsoft.com/office/drawing/2014/main" id="{D64E6261-7F8B-549F-4CD0-FBDF0426963A}"/>
              </a:ext>
            </a:extLst>
          </p:cNvPr>
          <p:cNvSpPr>
            <a:spLocks noGrp="1"/>
          </p:cNvSpPr>
          <p:nvPr>
            <p:ph type="sldNum" sz="quarter" idx="17"/>
          </p:nvPr>
        </p:nvSpPr>
        <p:spPr bwMode="gray">
          <a:xfrm>
            <a:off x="10992000" y="6439500"/>
            <a:ext cx="504000" cy="144000"/>
          </a:xfrm>
          <a:prstGeom prst="rect">
            <a:avLst/>
          </a:prstGeom>
        </p:spPr>
        <p:txBody>
          <a:bodyPr/>
          <a:lstStyle>
            <a:lvl1pPr>
              <a:defRPr>
                <a:solidFill>
                  <a:schemeClr val="tx1">
                    <a:alpha val="0"/>
                  </a:schemeClr>
                </a:solidFill>
              </a:defRPr>
            </a:lvl1pPr>
          </a:lstStyle>
          <a:p>
            <a:fld id="{D836C0FE-70CA-4950-82D6-CF602CC2B770}" type="slidenum">
              <a:rPr lang="de-DE" smtClean="0"/>
              <a:pPr/>
              <a:t>‹Nr.›</a:t>
            </a:fld>
            <a:endParaRPr lang="de-DE" dirty="0"/>
          </a:p>
        </p:txBody>
      </p:sp>
      <p:sp>
        <p:nvSpPr>
          <p:cNvPr id="11" name="Bildplatzhalter">
            <a:extLst>
              <a:ext uri="{FF2B5EF4-FFF2-40B4-BE49-F238E27FC236}">
                <a16:creationId xmlns:a16="http://schemas.microsoft.com/office/drawing/2014/main" id="{FAA5048C-F469-9EBB-1545-BE067778550E}"/>
              </a:ext>
            </a:extLst>
          </p:cNvPr>
          <p:cNvSpPr>
            <a:spLocks noGrp="1"/>
          </p:cNvSpPr>
          <p:nvPr>
            <p:ph type="pic" idx="13" hasCustomPrompt="1"/>
          </p:nvPr>
        </p:nvSpPr>
        <p:spPr bwMode="gray">
          <a:xfrm>
            <a:off x="0" y="0"/>
            <a:ext cx="12192000" cy="6858000"/>
          </a:xfrm>
          <a:solidFill>
            <a:srgbClr val="E4E7E9"/>
          </a:solidFill>
        </p:spPr>
        <p:txBody>
          <a:bodyPr lIns="72000" tIns="0" rIns="72000" bIns="648000" anchor="ctr" anchorCtr="0"/>
          <a:lstStyle>
            <a:lvl1pPr marL="0" indent="0" algn="ctr">
              <a:spcBef>
                <a:spcPts val="0"/>
              </a:spcBef>
              <a:spcAft>
                <a:spcPts val="0"/>
              </a:spcAft>
              <a:buNone/>
              <a:defRPr sz="1200" b="0">
                <a:solidFill>
                  <a:schemeClr val="tx1"/>
                </a:solidFill>
                <a:latin typeface="+mn-lt"/>
              </a:defRPr>
            </a:lvl1pPr>
            <a:lvl2pPr marL="0" indent="0" algn="ctr">
              <a:spcBef>
                <a:spcPts val="0"/>
              </a:spcBef>
              <a:spcAft>
                <a:spcPts val="0"/>
              </a:spcAft>
              <a:buNone/>
              <a:defRPr sz="1200" b="0">
                <a:solidFill>
                  <a:schemeClr val="tx1"/>
                </a:solidFill>
                <a:latin typeface="+mn-lt"/>
              </a:defRPr>
            </a:lvl2pPr>
            <a:lvl3pPr marL="0" indent="0" algn="ctr">
              <a:spcBef>
                <a:spcPts val="0"/>
              </a:spcBef>
              <a:spcAft>
                <a:spcPts val="0"/>
              </a:spcAft>
              <a:buNone/>
              <a:defRPr sz="1200" b="0">
                <a:solidFill>
                  <a:schemeClr val="tx1"/>
                </a:solidFill>
                <a:latin typeface="+mn-lt"/>
              </a:defRPr>
            </a:lvl3pPr>
            <a:lvl4pPr marL="0" indent="0" algn="ctr">
              <a:spcBef>
                <a:spcPts val="0"/>
              </a:spcBef>
              <a:spcAft>
                <a:spcPts val="0"/>
              </a:spcAft>
              <a:buNone/>
              <a:defRPr sz="1200" b="0">
                <a:solidFill>
                  <a:schemeClr val="tx1"/>
                </a:solidFill>
                <a:latin typeface="+mn-lt"/>
              </a:defRPr>
            </a:lvl4pPr>
            <a:lvl5pPr marL="0" indent="0" algn="ctr">
              <a:spcBef>
                <a:spcPts val="0"/>
              </a:spcBef>
              <a:spcAft>
                <a:spcPts val="0"/>
              </a:spcAft>
              <a:buNone/>
              <a:defRPr sz="1200" b="0">
                <a:solidFill>
                  <a:schemeClr val="tx1"/>
                </a:solidFill>
                <a:latin typeface="+mn-lt"/>
              </a:defRPr>
            </a:lvl5pPr>
            <a:lvl6pPr marL="0" indent="0" algn="ctr">
              <a:spcBef>
                <a:spcPts val="0"/>
              </a:spcBef>
              <a:spcAft>
                <a:spcPts val="0"/>
              </a:spcAft>
              <a:buNone/>
              <a:defRPr sz="1200" b="0">
                <a:solidFill>
                  <a:schemeClr val="tx1"/>
                </a:solidFill>
                <a:latin typeface="+mn-lt"/>
              </a:defRPr>
            </a:lvl6pPr>
            <a:lvl7pPr marL="0" indent="0" algn="ctr">
              <a:spcBef>
                <a:spcPts val="0"/>
              </a:spcBef>
              <a:spcAft>
                <a:spcPts val="0"/>
              </a:spcAft>
              <a:buNone/>
              <a:defRPr sz="1200" b="0">
                <a:solidFill>
                  <a:schemeClr val="tx1"/>
                </a:solidFill>
                <a:latin typeface="+mn-lt"/>
              </a:defRPr>
            </a:lvl7pPr>
            <a:lvl8pPr marL="0" indent="0" algn="ctr">
              <a:spcBef>
                <a:spcPts val="0"/>
              </a:spcBef>
              <a:spcAft>
                <a:spcPts val="0"/>
              </a:spcAft>
              <a:buNone/>
              <a:defRPr sz="1200" b="0">
                <a:solidFill>
                  <a:schemeClr val="tx1"/>
                </a:solidFill>
                <a:latin typeface="+mn-lt"/>
              </a:defRPr>
            </a:lvl8pPr>
            <a:lvl9pPr marL="0" indent="0" algn="ctr">
              <a:spcBef>
                <a:spcPts val="0"/>
              </a:spcBef>
              <a:spcAft>
                <a:spcPts val="0"/>
              </a:spcAft>
              <a:buNone/>
              <a:defRPr sz="1200" b="0">
                <a:solidFill>
                  <a:schemeClr val="tx1"/>
                </a:solidFill>
                <a:latin typeface="+mn-lt"/>
              </a:defRPr>
            </a:lvl9pPr>
          </a:lstStyle>
          <a:p>
            <a:pPr lvl="0"/>
            <a:r>
              <a:rPr lang="de-DE" dirty="0"/>
              <a:t>Bild durch Klick auf das Icon einfügen.</a:t>
            </a:r>
          </a:p>
        </p:txBody>
      </p:sp>
      <p:sp>
        <p:nvSpPr>
          <p:cNvPr id="12" name="Logo">
            <a:extLst>
              <a:ext uri="{FF2B5EF4-FFF2-40B4-BE49-F238E27FC236}">
                <a16:creationId xmlns:a16="http://schemas.microsoft.com/office/drawing/2014/main" id="{D920654A-CDF2-1EE4-1D99-B1A4C7A4C65D}"/>
              </a:ext>
              <a:ext uri="{C183D7F6-B498-43B3-948B-1728B52AA6E4}">
                <adec:decorative xmlns:adec="http://schemas.microsoft.com/office/drawing/2017/decorative" val="1"/>
              </a:ext>
            </a:extLst>
          </p:cNvPr>
          <p:cNvSpPr>
            <a:spLocks noGrp="1" noChangeAspect="1"/>
          </p:cNvSpPr>
          <p:nvPr>
            <p:ph type="body" sz="quarter" idx="14" hasCustomPrompt="1"/>
          </p:nvPr>
        </p:nvSpPr>
        <p:spPr bwMode="gray">
          <a:xfrm>
            <a:off x="10992001" y="483650"/>
            <a:ext cx="504000" cy="516923"/>
          </a:xfrm>
          <a:blipFill>
            <a:blip>
              <a:extLst>
                <a:ext uri="{96DAC541-7B7A-43D3-8B79-37D633B846F1}">
                  <asvg:svgBlip xmlns:asvg="http://schemas.microsoft.com/office/drawing/2016/SVG/main" r:embed="rId2"/>
                </a:ext>
              </a:extLst>
            </a:blip>
            <a:stretch>
              <a:fillRect/>
            </a:stretch>
          </a:blipFill>
          <a:ln>
            <a:noFill/>
          </a:ln>
        </p:spPr>
        <p:txBody>
          <a:bodyPr/>
          <a:lstStyle>
            <a:lvl1pPr marL="0" indent="0">
              <a:spcBef>
                <a:spcPts val="0"/>
              </a:spcBef>
              <a:spcAft>
                <a:spcPts val="0"/>
              </a:spcAft>
              <a:buFontTx/>
              <a:buNone/>
              <a:defRPr sz="100" b="0">
                <a:noFill/>
                <a:latin typeface="+mn-lt"/>
              </a:defRPr>
            </a:lvl1pPr>
            <a:lvl2pPr marL="0" indent="0">
              <a:spcBef>
                <a:spcPts val="0"/>
              </a:spcBef>
              <a:spcAft>
                <a:spcPts val="0"/>
              </a:spcAft>
              <a:buFontTx/>
              <a:buNone/>
              <a:defRPr sz="100" b="0">
                <a:noFill/>
                <a:latin typeface="+mn-lt"/>
              </a:defRPr>
            </a:lvl2pPr>
            <a:lvl3pPr marL="0" indent="0">
              <a:spcBef>
                <a:spcPts val="0"/>
              </a:spcBef>
              <a:spcAft>
                <a:spcPts val="0"/>
              </a:spcAft>
              <a:buFontTx/>
              <a:buNone/>
              <a:defRPr sz="100" b="0">
                <a:noFill/>
                <a:latin typeface="+mn-lt"/>
              </a:defRPr>
            </a:lvl3pPr>
            <a:lvl4pPr marL="0" indent="0">
              <a:spcBef>
                <a:spcPts val="0"/>
              </a:spcBef>
              <a:spcAft>
                <a:spcPts val="0"/>
              </a:spcAft>
              <a:buFontTx/>
              <a:buNone/>
              <a:defRPr sz="100" b="0">
                <a:noFill/>
                <a:latin typeface="+mn-lt"/>
              </a:defRPr>
            </a:lvl4pPr>
            <a:lvl5pPr marL="0" indent="0">
              <a:spcBef>
                <a:spcPts val="0"/>
              </a:spcBef>
              <a:spcAft>
                <a:spcPts val="0"/>
              </a:spcAft>
              <a:buFontTx/>
              <a:buNone/>
              <a:defRPr sz="100" b="0">
                <a:noFill/>
                <a:latin typeface="+mn-lt"/>
              </a:defRPr>
            </a:lvl5pPr>
            <a:lvl6pPr marL="0" indent="0">
              <a:spcBef>
                <a:spcPts val="0"/>
              </a:spcBef>
              <a:spcAft>
                <a:spcPts val="0"/>
              </a:spcAft>
              <a:buFontTx/>
              <a:buNone/>
              <a:defRPr sz="100" b="0">
                <a:noFill/>
                <a:latin typeface="+mn-lt"/>
              </a:defRPr>
            </a:lvl6pPr>
            <a:lvl7pPr marL="0" indent="0">
              <a:spcBef>
                <a:spcPts val="0"/>
              </a:spcBef>
              <a:spcAft>
                <a:spcPts val="0"/>
              </a:spcAft>
              <a:buFontTx/>
              <a:buNone/>
              <a:defRPr sz="100" b="0">
                <a:noFill/>
                <a:latin typeface="+mn-lt"/>
              </a:defRPr>
            </a:lvl7pPr>
            <a:lvl8pPr marL="0" indent="0">
              <a:spcBef>
                <a:spcPts val="0"/>
              </a:spcBef>
              <a:spcAft>
                <a:spcPts val="0"/>
              </a:spcAft>
              <a:buFontTx/>
              <a:buNone/>
              <a:defRPr sz="100" b="0">
                <a:noFill/>
                <a:latin typeface="+mn-lt"/>
              </a:defRPr>
            </a:lvl8pPr>
            <a:lvl9pPr marL="0" indent="0">
              <a:spcBef>
                <a:spcPts val="0"/>
              </a:spcBef>
              <a:spcAft>
                <a:spcPts val="0"/>
              </a:spcAft>
              <a:buFontTx/>
              <a:buNone/>
              <a:defRPr sz="100" b="0">
                <a:noFill/>
                <a:latin typeface="+mn-lt"/>
              </a:defRPr>
            </a:lvl9pPr>
          </a:lstStyle>
          <a:p>
            <a:pPr lvl="0"/>
            <a:r>
              <a:rPr lang="de-DE" dirty="0"/>
              <a:t> </a:t>
            </a:r>
          </a:p>
        </p:txBody>
      </p:sp>
    </p:spTree>
    <p:extLst>
      <p:ext uri="{BB962C8B-B14F-4D97-AF65-F5344CB8AC3E}">
        <p14:creationId xmlns:p14="http://schemas.microsoft.com/office/powerpoint/2010/main" val="781665297"/>
      </p:ext>
    </p:extLst>
  </p:cSld>
  <p:clrMapOvr>
    <a:masterClrMapping/>
  </p:clrMapOvr>
  <p:extLst>
    <p:ext uri="{DCECCB84-F9BA-43D5-87BE-67443E8EF086}">
      <p15:sldGuideLst xmlns:p15="http://schemas.microsoft.com/office/powerpoint/2012/main"/>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Ein Bild mit Text">
    <p:spTree>
      <p:nvGrpSpPr>
        <p:cNvPr id="1" name=""/>
        <p:cNvGrpSpPr/>
        <p:nvPr/>
      </p:nvGrpSpPr>
      <p:grpSpPr>
        <a:xfrm>
          <a:off x="0" y="0"/>
          <a:ext cx="0" cy="0"/>
          <a:chOff x="0" y="0"/>
          <a:chExt cx="0" cy="0"/>
        </a:xfrm>
      </p:grpSpPr>
      <p:sp>
        <p:nvSpPr>
          <p:cNvPr id="14" name="Datum">
            <a:extLst>
              <a:ext uri="{FF2B5EF4-FFF2-40B4-BE49-F238E27FC236}">
                <a16:creationId xmlns:a16="http://schemas.microsoft.com/office/drawing/2014/main" id="{E2266BD2-5D48-750F-9E5B-9908CB1B3BE9}"/>
              </a:ext>
              <a:ext uri="{C183D7F6-B498-43B3-948B-1728B52AA6E4}">
                <adec:decorative xmlns:adec="http://schemas.microsoft.com/office/drawing/2017/decorative" val="1"/>
              </a:ext>
            </a:extLst>
          </p:cNvPr>
          <p:cNvSpPr>
            <a:spLocks noGrp="1"/>
          </p:cNvSpPr>
          <p:nvPr>
            <p:ph type="dt" sz="half" idx="15"/>
          </p:nvPr>
        </p:nvSpPr>
        <p:spPr bwMode="gray"/>
        <p:txBody>
          <a:bodyPr/>
          <a:lstStyle>
            <a:lvl1pPr>
              <a:defRPr>
                <a:solidFill>
                  <a:schemeClr val="tx1">
                    <a:alpha val="0"/>
                  </a:schemeClr>
                </a:solidFill>
              </a:defRPr>
            </a:lvl1pPr>
          </a:lstStyle>
          <a:p>
            <a:fld id="{0CCA5422-D3CA-4564-A8D6-0C2439E1A5FA}" type="datetime1">
              <a:rPr lang="en-US" smtClean="0"/>
              <a:t>6/9/2026</a:t>
            </a:fld>
            <a:endParaRPr lang="de-DE" dirty="0"/>
          </a:p>
        </p:txBody>
      </p:sp>
      <p:sp>
        <p:nvSpPr>
          <p:cNvPr id="15" name="Fußzeile">
            <a:extLst>
              <a:ext uri="{FF2B5EF4-FFF2-40B4-BE49-F238E27FC236}">
                <a16:creationId xmlns:a16="http://schemas.microsoft.com/office/drawing/2014/main" id="{BB812F79-C277-1EDF-A8FA-F87C0BFE0644}"/>
              </a:ext>
              <a:ext uri="{C183D7F6-B498-43B3-948B-1728B52AA6E4}">
                <adec:decorative xmlns:adec="http://schemas.microsoft.com/office/drawing/2017/decorative" val="1"/>
              </a:ext>
            </a:extLst>
          </p:cNvPr>
          <p:cNvSpPr>
            <a:spLocks noGrp="1"/>
          </p:cNvSpPr>
          <p:nvPr>
            <p:ph type="ftr" sz="quarter" idx="16"/>
          </p:nvPr>
        </p:nvSpPr>
        <p:spPr bwMode="gray"/>
        <p:txBody>
          <a:bodyPr/>
          <a:lstStyle>
            <a:lvl1pPr>
              <a:defRPr>
                <a:solidFill>
                  <a:schemeClr val="tx1">
                    <a:alpha val="0"/>
                  </a:schemeClr>
                </a:solidFill>
              </a:defRPr>
            </a:lvl1pPr>
          </a:lstStyle>
          <a:p>
            <a:r>
              <a:rPr lang="en-US"/>
              <a:t>Firstname Lastname:  Thesis Title </a:t>
            </a:r>
            <a:endParaRPr lang="de-DE" dirty="0"/>
          </a:p>
        </p:txBody>
      </p:sp>
      <p:sp>
        <p:nvSpPr>
          <p:cNvPr id="16" name="Seitenzahl">
            <a:extLst>
              <a:ext uri="{FF2B5EF4-FFF2-40B4-BE49-F238E27FC236}">
                <a16:creationId xmlns:a16="http://schemas.microsoft.com/office/drawing/2014/main" id="{EE17E10C-A7AF-74BB-0D2B-65E7D6C8B3B2}"/>
              </a:ext>
            </a:extLst>
          </p:cNvPr>
          <p:cNvSpPr>
            <a:spLocks noGrp="1"/>
          </p:cNvSpPr>
          <p:nvPr>
            <p:ph type="sldNum" sz="quarter" idx="17"/>
          </p:nvPr>
        </p:nvSpPr>
        <p:spPr bwMode="gray">
          <a:xfrm>
            <a:off x="10992000" y="6439500"/>
            <a:ext cx="504000" cy="144000"/>
          </a:xfrm>
          <a:prstGeom prst="rect">
            <a:avLst/>
          </a:prstGeom>
        </p:spPr>
        <p:txBody>
          <a:bodyPr/>
          <a:lstStyle>
            <a:lvl1pPr>
              <a:defRPr>
                <a:solidFill>
                  <a:schemeClr val="tx1">
                    <a:alpha val="0"/>
                  </a:schemeClr>
                </a:solidFill>
              </a:defRPr>
            </a:lvl1pPr>
          </a:lstStyle>
          <a:p>
            <a:fld id="{D836C0FE-70CA-4950-82D6-CF602CC2B770}" type="slidenum">
              <a:rPr lang="de-DE" smtClean="0"/>
              <a:pPr/>
              <a:t>‹Nr.›</a:t>
            </a:fld>
            <a:endParaRPr lang="de-DE" dirty="0"/>
          </a:p>
        </p:txBody>
      </p:sp>
      <p:sp>
        <p:nvSpPr>
          <p:cNvPr id="2" name="Titel">
            <a:extLst>
              <a:ext uri="{FF2B5EF4-FFF2-40B4-BE49-F238E27FC236}">
                <a16:creationId xmlns:a16="http://schemas.microsoft.com/office/drawing/2014/main" id="{5B6403BF-8676-47B0-A57F-13E28F67CEC2}"/>
              </a:ext>
            </a:extLst>
          </p:cNvPr>
          <p:cNvSpPr>
            <a:spLocks noGrp="1"/>
          </p:cNvSpPr>
          <p:nvPr>
            <p:ph type="title" hasCustomPrompt="1"/>
          </p:nvPr>
        </p:nvSpPr>
        <p:spPr bwMode="gray"/>
        <p:txBody>
          <a:bodyPr/>
          <a:lstStyle/>
          <a:p>
            <a:r>
              <a:rPr lang="de-DE" dirty="0"/>
              <a:t>Folientitel</a:t>
            </a:r>
          </a:p>
        </p:txBody>
      </p:sp>
      <p:sp>
        <p:nvSpPr>
          <p:cNvPr id="11" name="Bildplatzhalter">
            <a:extLst>
              <a:ext uri="{FF2B5EF4-FFF2-40B4-BE49-F238E27FC236}">
                <a16:creationId xmlns:a16="http://schemas.microsoft.com/office/drawing/2014/main" id="{FAA5048C-F469-9EBB-1545-BE067778550E}"/>
              </a:ext>
            </a:extLst>
          </p:cNvPr>
          <p:cNvSpPr>
            <a:spLocks noGrp="1"/>
          </p:cNvSpPr>
          <p:nvPr>
            <p:ph type="pic" idx="13" hasCustomPrompt="1"/>
          </p:nvPr>
        </p:nvSpPr>
        <p:spPr bwMode="gray">
          <a:xfrm>
            <a:off x="0" y="1845000"/>
            <a:ext cx="12192000" cy="5013000"/>
          </a:xfrm>
          <a:solidFill>
            <a:srgbClr val="E4E7E9"/>
          </a:solidFill>
        </p:spPr>
        <p:txBody>
          <a:bodyPr lIns="72000" tIns="0" rIns="72000" bIns="648000" anchor="ctr" anchorCtr="0"/>
          <a:lstStyle>
            <a:lvl1pPr marL="0" indent="0" algn="ctr">
              <a:spcBef>
                <a:spcPts val="0"/>
              </a:spcBef>
              <a:spcAft>
                <a:spcPts val="0"/>
              </a:spcAft>
              <a:buNone/>
              <a:defRPr sz="1200" b="0">
                <a:solidFill>
                  <a:schemeClr val="tx1"/>
                </a:solidFill>
                <a:latin typeface="+mn-lt"/>
              </a:defRPr>
            </a:lvl1pPr>
            <a:lvl2pPr marL="0" indent="0" algn="ctr">
              <a:spcBef>
                <a:spcPts val="0"/>
              </a:spcBef>
              <a:spcAft>
                <a:spcPts val="0"/>
              </a:spcAft>
              <a:buNone/>
              <a:defRPr sz="1200" b="0">
                <a:solidFill>
                  <a:schemeClr val="tx1"/>
                </a:solidFill>
                <a:latin typeface="+mn-lt"/>
              </a:defRPr>
            </a:lvl2pPr>
            <a:lvl3pPr marL="0" indent="0" algn="ctr">
              <a:spcBef>
                <a:spcPts val="0"/>
              </a:spcBef>
              <a:spcAft>
                <a:spcPts val="0"/>
              </a:spcAft>
              <a:buNone/>
              <a:defRPr sz="1200" b="0">
                <a:solidFill>
                  <a:schemeClr val="tx1"/>
                </a:solidFill>
                <a:latin typeface="+mn-lt"/>
              </a:defRPr>
            </a:lvl3pPr>
            <a:lvl4pPr marL="0" indent="0" algn="ctr">
              <a:spcBef>
                <a:spcPts val="0"/>
              </a:spcBef>
              <a:spcAft>
                <a:spcPts val="0"/>
              </a:spcAft>
              <a:buNone/>
              <a:defRPr sz="1200" b="0">
                <a:solidFill>
                  <a:schemeClr val="tx1"/>
                </a:solidFill>
                <a:latin typeface="+mn-lt"/>
              </a:defRPr>
            </a:lvl4pPr>
            <a:lvl5pPr marL="0" indent="0" algn="ctr">
              <a:spcBef>
                <a:spcPts val="0"/>
              </a:spcBef>
              <a:spcAft>
                <a:spcPts val="0"/>
              </a:spcAft>
              <a:buNone/>
              <a:defRPr sz="1200" b="0">
                <a:solidFill>
                  <a:schemeClr val="tx1"/>
                </a:solidFill>
                <a:latin typeface="+mn-lt"/>
              </a:defRPr>
            </a:lvl5pPr>
            <a:lvl6pPr marL="0" indent="0" algn="ctr">
              <a:spcBef>
                <a:spcPts val="0"/>
              </a:spcBef>
              <a:spcAft>
                <a:spcPts val="0"/>
              </a:spcAft>
              <a:buNone/>
              <a:defRPr sz="1200" b="0">
                <a:solidFill>
                  <a:schemeClr val="tx1"/>
                </a:solidFill>
                <a:latin typeface="+mn-lt"/>
              </a:defRPr>
            </a:lvl6pPr>
            <a:lvl7pPr marL="0" indent="0" algn="ctr">
              <a:spcBef>
                <a:spcPts val="0"/>
              </a:spcBef>
              <a:spcAft>
                <a:spcPts val="0"/>
              </a:spcAft>
              <a:buNone/>
              <a:defRPr sz="1200" b="0">
                <a:solidFill>
                  <a:schemeClr val="tx1"/>
                </a:solidFill>
                <a:latin typeface="+mn-lt"/>
              </a:defRPr>
            </a:lvl7pPr>
            <a:lvl8pPr marL="0" indent="0" algn="ctr">
              <a:spcBef>
                <a:spcPts val="0"/>
              </a:spcBef>
              <a:spcAft>
                <a:spcPts val="0"/>
              </a:spcAft>
              <a:buNone/>
              <a:defRPr sz="1200" b="0">
                <a:solidFill>
                  <a:schemeClr val="tx1"/>
                </a:solidFill>
                <a:latin typeface="+mn-lt"/>
              </a:defRPr>
            </a:lvl8pPr>
            <a:lvl9pPr marL="0" indent="0" algn="ctr">
              <a:spcBef>
                <a:spcPts val="0"/>
              </a:spcBef>
              <a:spcAft>
                <a:spcPts val="0"/>
              </a:spcAft>
              <a:buNone/>
              <a:defRPr sz="1200" b="0">
                <a:solidFill>
                  <a:schemeClr val="tx1"/>
                </a:solidFill>
                <a:latin typeface="+mn-lt"/>
              </a:defRPr>
            </a:lvl9pPr>
          </a:lstStyle>
          <a:p>
            <a:pPr lvl="0"/>
            <a:r>
              <a:rPr lang="de-DE" dirty="0"/>
              <a:t>Bild durch Klick auf das Icon einfügen.</a:t>
            </a:r>
          </a:p>
        </p:txBody>
      </p:sp>
      <p:sp>
        <p:nvSpPr>
          <p:cNvPr id="8" name="Textplatzhalter">
            <a:extLst>
              <a:ext uri="{FF2B5EF4-FFF2-40B4-BE49-F238E27FC236}">
                <a16:creationId xmlns:a16="http://schemas.microsoft.com/office/drawing/2014/main" id="{1C47F70D-E672-4F7E-7495-7F0743A6E8E5}"/>
              </a:ext>
            </a:extLst>
          </p:cNvPr>
          <p:cNvSpPr>
            <a:spLocks noGrp="1"/>
          </p:cNvSpPr>
          <p:nvPr>
            <p:ph type="body" sz="quarter" idx="14" hasCustomPrompt="1"/>
          </p:nvPr>
        </p:nvSpPr>
        <p:spPr bwMode="gray">
          <a:xfrm>
            <a:off x="8184000" y="2492999"/>
            <a:ext cx="3312000" cy="3671264"/>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vl6pPr>
              <a:defRPr>
                <a:solidFill>
                  <a:schemeClr val="bg1"/>
                </a:solidFill>
              </a:defRPr>
            </a:lvl6pPr>
            <a:lvl7pPr>
              <a:defRPr>
                <a:solidFill>
                  <a:schemeClr val="bg1"/>
                </a:solidFill>
              </a:defRPr>
            </a:lvl7pPr>
            <a:lvl8pPr>
              <a:defRPr>
                <a:solidFill>
                  <a:schemeClr val="bg1"/>
                </a:solidFill>
              </a:defRPr>
            </a:lvl8pPr>
            <a:lvl9pPr>
              <a:defRPr>
                <a:solidFill>
                  <a:schemeClr val="bg1"/>
                </a:solidFill>
              </a:defRPr>
            </a:lvl9pPr>
          </a:lstStyle>
          <a:p>
            <a:pPr lvl="0"/>
            <a:r>
              <a:rPr lang="de-DE" dirty="0"/>
              <a:t>Das ist ein Fließtext. Nutzen Sie die Schaltflächen „Listenebene erhöhen“ bzw. „verringern“ (auf der Registerlasche „Start“), um die vordefinierten Textformatierungen anzusteuern.</a:t>
            </a:r>
          </a:p>
          <a:p>
            <a:pPr lvl="1"/>
            <a:r>
              <a:rPr lang="de-DE" dirty="0"/>
              <a:t>Zweite Ebene</a:t>
            </a:r>
          </a:p>
          <a:p>
            <a:pPr lvl="2"/>
            <a:r>
              <a:rPr lang="de-DE" dirty="0"/>
              <a:t>Dritte Ebene</a:t>
            </a:r>
          </a:p>
          <a:p>
            <a:pPr lvl="3"/>
            <a:r>
              <a:rPr lang="de-DE" dirty="0"/>
              <a:t>Vierte Ebene</a:t>
            </a:r>
          </a:p>
        </p:txBody>
      </p:sp>
    </p:spTree>
    <p:extLst>
      <p:ext uri="{BB962C8B-B14F-4D97-AF65-F5344CB8AC3E}">
        <p14:creationId xmlns:p14="http://schemas.microsoft.com/office/powerpoint/2010/main" val="2215380905"/>
      </p:ext>
    </p:extLst>
  </p:cSld>
  <p:clrMapOvr>
    <a:masterClrMapping/>
  </p:clrMapOvr>
  <p:extLst>
    <p:ext uri="{DCECCB84-F9BA-43D5-87BE-67443E8EF086}">
      <p15:sldGuideLst xmlns:p15="http://schemas.microsoft.com/office/powerpoint/2012/main">
        <p15:guide id="1" orient="horz" pos="1570" userDrawn="1">
          <p15:clr>
            <a:srgbClr val="FBAE40"/>
          </p15:clr>
        </p15:guide>
        <p15:guide id="3" pos="7242" userDrawn="1">
          <p15:clr>
            <a:srgbClr val="FBAE40"/>
          </p15:clr>
        </p15:guide>
        <p15:guide id="4" pos="438" userDrawn="1">
          <p15:clr>
            <a:srgbClr val="FBAE40"/>
          </p15:clr>
        </p15:guide>
        <p15:guide id="5" orient="horz" pos="3883" userDrawn="1">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Zwei Bilder">
    <p:spTree>
      <p:nvGrpSpPr>
        <p:cNvPr id="1" name=""/>
        <p:cNvGrpSpPr/>
        <p:nvPr/>
      </p:nvGrpSpPr>
      <p:grpSpPr>
        <a:xfrm>
          <a:off x="0" y="0"/>
          <a:ext cx="0" cy="0"/>
          <a:chOff x="0" y="0"/>
          <a:chExt cx="0" cy="0"/>
        </a:xfrm>
      </p:grpSpPr>
      <p:sp>
        <p:nvSpPr>
          <p:cNvPr id="17" name="Datum">
            <a:extLst>
              <a:ext uri="{FF2B5EF4-FFF2-40B4-BE49-F238E27FC236}">
                <a16:creationId xmlns:a16="http://schemas.microsoft.com/office/drawing/2014/main" id="{ABDF3D13-9526-C050-0073-BBA0EB9356AD}"/>
              </a:ext>
              <a:ext uri="{C183D7F6-B498-43B3-948B-1728B52AA6E4}">
                <adec:decorative xmlns:adec="http://schemas.microsoft.com/office/drawing/2017/decorative" val="1"/>
              </a:ext>
            </a:extLst>
          </p:cNvPr>
          <p:cNvSpPr>
            <a:spLocks noGrp="1"/>
          </p:cNvSpPr>
          <p:nvPr>
            <p:ph type="dt" sz="half" idx="18"/>
          </p:nvPr>
        </p:nvSpPr>
        <p:spPr bwMode="gray"/>
        <p:txBody>
          <a:bodyPr/>
          <a:lstStyle>
            <a:lvl1pPr>
              <a:defRPr>
                <a:solidFill>
                  <a:schemeClr val="tx1">
                    <a:alpha val="0"/>
                  </a:schemeClr>
                </a:solidFill>
              </a:defRPr>
            </a:lvl1pPr>
          </a:lstStyle>
          <a:p>
            <a:fld id="{A48ED24F-DA1D-4CCE-A49D-F1DD3DA2E2A4}" type="datetime1">
              <a:rPr lang="en-US" smtClean="0"/>
              <a:t>6/9/2026</a:t>
            </a:fld>
            <a:endParaRPr lang="de-DE" dirty="0"/>
          </a:p>
        </p:txBody>
      </p:sp>
      <p:sp>
        <p:nvSpPr>
          <p:cNvPr id="18" name="Fußzeile">
            <a:extLst>
              <a:ext uri="{FF2B5EF4-FFF2-40B4-BE49-F238E27FC236}">
                <a16:creationId xmlns:a16="http://schemas.microsoft.com/office/drawing/2014/main" id="{F8059C70-1BE9-82F2-89E5-917632A008BC}"/>
              </a:ext>
              <a:ext uri="{C183D7F6-B498-43B3-948B-1728B52AA6E4}">
                <adec:decorative xmlns:adec="http://schemas.microsoft.com/office/drawing/2017/decorative" val="1"/>
              </a:ext>
            </a:extLst>
          </p:cNvPr>
          <p:cNvSpPr>
            <a:spLocks noGrp="1"/>
          </p:cNvSpPr>
          <p:nvPr>
            <p:ph type="ftr" sz="quarter" idx="19"/>
          </p:nvPr>
        </p:nvSpPr>
        <p:spPr bwMode="gray"/>
        <p:txBody>
          <a:bodyPr/>
          <a:lstStyle>
            <a:lvl1pPr>
              <a:defRPr>
                <a:solidFill>
                  <a:schemeClr val="tx1">
                    <a:alpha val="0"/>
                  </a:schemeClr>
                </a:solidFill>
              </a:defRPr>
            </a:lvl1pPr>
          </a:lstStyle>
          <a:p>
            <a:r>
              <a:rPr lang="en-US"/>
              <a:t>Firstname Lastname:  Thesis Title </a:t>
            </a:r>
            <a:endParaRPr lang="de-DE" dirty="0"/>
          </a:p>
        </p:txBody>
      </p:sp>
      <p:sp>
        <p:nvSpPr>
          <p:cNvPr id="19" name="Seitenzahl">
            <a:extLst>
              <a:ext uri="{FF2B5EF4-FFF2-40B4-BE49-F238E27FC236}">
                <a16:creationId xmlns:a16="http://schemas.microsoft.com/office/drawing/2014/main" id="{87E688EA-AC44-9F1B-7BAE-E47B491E7420}"/>
              </a:ext>
            </a:extLst>
          </p:cNvPr>
          <p:cNvSpPr>
            <a:spLocks noGrp="1"/>
          </p:cNvSpPr>
          <p:nvPr>
            <p:ph type="sldNum" sz="quarter" idx="20"/>
          </p:nvPr>
        </p:nvSpPr>
        <p:spPr bwMode="gray">
          <a:xfrm>
            <a:off x="10992000" y="6439500"/>
            <a:ext cx="504000" cy="144000"/>
          </a:xfrm>
          <a:prstGeom prst="rect">
            <a:avLst/>
          </a:prstGeom>
        </p:spPr>
        <p:txBody>
          <a:bodyPr/>
          <a:lstStyle>
            <a:lvl1pPr>
              <a:defRPr>
                <a:solidFill>
                  <a:schemeClr val="tx1">
                    <a:alpha val="0"/>
                  </a:schemeClr>
                </a:solidFill>
              </a:defRPr>
            </a:lvl1pPr>
          </a:lstStyle>
          <a:p>
            <a:fld id="{D836C0FE-70CA-4950-82D6-CF602CC2B770}" type="slidenum">
              <a:rPr lang="de-DE" smtClean="0"/>
              <a:pPr/>
              <a:t>‹Nr.›</a:t>
            </a:fld>
            <a:endParaRPr lang="de-DE" dirty="0"/>
          </a:p>
        </p:txBody>
      </p:sp>
      <p:sp>
        <p:nvSpPr>
          <p:cNvPr id="15" name="Titel">
            <a:extLst>
              <a:ext uri="{FF2B5EF4-FFF2-40B4-BE49-F238E27FC236}">
                <a16:creationId xmlns:a16="http://schemas.microsoft.com/office/drawing/2014/main" id="{729E722B-A48F-697F-545D-A8CD5D85180E}"/>
              </a:ext>
            </a:extLst>
          </p:cNvPr>
          <p:cNvSpPr>
            <a:spLocks noGrp="1"/>
          </p:cNvSpPr>
          <p:nvPr>
            <p:ph type="title" hasCustomPrompt="1"/>
          </p:nvPr>
        </p:nvSpPr>
        <p:spPr bwMode="gray"/>
        <p:txBody>
          <a:bodyPr/>
          <a:lstStyle/>
          <a:p>
            <a:r>
              <a:rPr lang="de-DE" dirty="0"/>
              <a:t>Folientitel</a:t>
            </a:r>
          </a:p>
        </p:txBody>
      </p:sp>
      <p:sp>
        <p:nvSpPr>
          <p:cNvPr id="11" name="Bildplatzhalter 1">
            <a:extLst>
              <a:ext uri="{FF2B5EF4-FFF2-40B4-BE49-F238E27FC236}">
                <a16:creationId xmlns:a16="http://schemas.microsoft.com/office/drawing/2014/main" id="{FAA5048C-F469-9EBB-1545-BE067778550E}"/>
              </a:ext>
            </a:extLst>
          </p:cNvPr>
          <p:cNvSpPr>
            <a:spLocks noGrp="1"/>
          </p:cNvSpPr>
          <p:nvPr>
            <p:ph type="pic" idx="13" hasCustomPrompt="1"/>
          </p:nvPr>
        </p:nvSpPr>
        <p:spPr bwMode="gray">
          <a:xfrm>
            <a:off x="0" y="1845000"/>
            <a:ext cx="6060000" cy="5013325"/>
          </a:xfrm>
          <a:solidFill>
            <a:srgbClr val="E4E7E9"/>
          </a:solidFill>
        </p:spPr>
        <p:txBody>
          <a:bodyPr lIns="72000" tIns="0" rIns="72000" bIns="648000" anchor="ctr" anchorCtr="0"/>
          <a:lstStyle>
            <a:lvl1pPr marL="0" indent="0" algn="ctr">
              <a:spcBef>
                <a:spcPts val="0"/>
              </a:spcBef>
              <a:spcAft>
                <a:spcPts val="0"/>
              </a:spcAft>
              <a:buNone/>
              <a:defRPr sz="1200" b="0">
                <a:solidFill>
                  <a:schemeClr val="tx1"/>
                </a:solidFill>
                <a:latin typeface="+mn-lt"/>
              </a:defRPr>
            </a:lvl1pPr>
            <a:lvl2pPr marL="0" indent="0" algn="ctr">
              <a:spcBef>
                <a:spcPts val="0"/>
              </a:spcBef>
              <a:spcAft>
                <a:spcPts val="0"/>
              </a:spcAft>
              <a:buNone/>
              <a:defRPr sz="1200" b="0">
                <a:solidFill>
                  <a:schemeClr val="tx1"/>
                </a:solidFill>
                <a:latin typeface="+mn-lt"/>
              </a:defRPr>
            </a:lvl2pPr>
            <a:lvl3pPr marL="0" indent="0" algn="ctr">
              <a:spcBef>
                <a:spcPts val="0"/>
              </a:spcBef>
              <a:spcAft>
                <a:spcPts val="0"/>
              </a:spcAft>
              <a:buNone/>
              <a:defRPr sz="1200" b="0">
                <a:solidFill>
                  <a:schemeClr val="tx1"/>
                </a:solidFill>
                <a:latin typeface="+mn-lt"/>
              </a:defRPr>
            </a:lvl3pPr>
            <a:lvl4pPr marL="0" indent="0" algn="ctr">
              <a:spcBef>
                <a:spcPts val="0"/>
              </a:spcBef>
              <a:spcAft>
                <a:spcPts val="0"/>
              </a:spcAft>
              <a:buNone/>
              <a:defRPr sz="1200" b="0">
                <a:solidFill>
                  <a:schemeClr val="tx1"/>
                </a:solidFill>
                <a:latin typeface="+mn-lt"/>
              </a:defRPr>
            </a:lvl4pPr>
            <a:lvl5pPr marL="0" indent="0" algn="ctr">
              <a:spcBef>
                <a:spcPts val="0"/>
              </a:spcBef>
              <a:spcAft>
                <a:spcPts val="0"/>
              </a:spcAft>
              <a:buNone/>
              <a:defRPr sz="1200" b="0">
                <a:solidFill>
                  <a:schemeClr val="tx1"/>
                </a:solidFill>
                <a:latin typeface="+mn-lt"/>
              </a:defRPr>
            </a:lvl5pPr>
            <a:lvl6pPr marL="0" indent="0" algn="ctr">
              <a:spcBef>
                <a:spcPts val="0"/>
              </a:spcBef>
              <a:spcAft>
                <a:spcPts val="0"/>
              </a:spcAft>
              <a:buNone/>
              <a:defRPr sz="1200" b="0">
                <a:solidFill>
                  <a:schemeClr val="tx1"/>
                </a:solidFill>
                <a:latin typeface="+mn-lt"/>
              </a:defRPr>
            </a:lvl6pPr>
            <a:lvl7pPr marL="0" indent="0" algn="ctr">
              <a:spcBef>
                <a:spcPts val="0"/>
              </a:spcBef>
              <a:spcAft>
                <a:spcPts val="0"/>
              </a:spcAft>
              <a:buNone/>
              <a:defRPr sz="1200" b="0">
                <a:solidFill>
                  <a:schemeClr val="tx1"/>
                </a:solidFill>
                <a:latin typeface="+mn-lt"/>
              </a:defRPr>
            </a:lvl7pPr>
            <a:lvl8pPr marL="0" indent="0" algn="ctr">
              <a:spcBef>
                <a:spcPts val="0"/>
              </a:spcBef>
              <a:spcAft>
                <a:spcPts val="0"/>
              </a:spcAft>
              <a:buNone/>
              <a:defRPr sz="1200" b="0">
                <a:solidFill>
                  <a:schemeClr val="tx1"/>
                </a:solidFill>
                <a:latin typeface="+mn-lt"/>
              </a:defRPr>
            </a:lvl8pPr>
            <a:lvl9pPr marL="0" indent="0" algn="ctr">
              <a:spcBef>
                <a:spcPts val="0"/>
              </a:spcBef>
              <a:spcAft>
                <a:spcPts val="0"/>
              </a:spcAft>
              <a:buNone/>
              <a:defRPr sz="1200" b="0">
                <a:solidFill>
                  <a:schemeClr val="tx1"/>
                </a:solidFill>
                <a:latin typeface="+mn-lt"/>
              </a:defRPr>
            </a:lvl9pPr>
          </a:lstStyle>
          <a:p>
            <a:pPr lvl="0"/>
            <a:r>
              <a:rPr lang="de-DE" dirty="0"/>
              <a:t>Bild durch Klick auf das Icon einfügen.</a:t>
            </a:r>
          </a:p>
        </p:txBody>
      </p:sp>
      <p:sp>
        <p:nvSpPr>
          <p:cNvPr id="13" name="Bildplatzhalter 2">
            <a:extLst>
              <a:ext uri="{FF2B5EF4-FFF2-40B4-BE49-F238E27FC236}">
                <a16:creationId xmlns:a16="http://schemas.microsoft.com/office/drawing/2014/main" id="{6F8284E2-0177-2631-BA3D-F3BF1B4E8AA3}"/>
              </a:ext>
            </a:extLst>
          </p:cNvPr>
          <p:cNvSpPr>
            <a:spLocks noGrp="1"/>
          </p:cNvSpPr>
          <p:nvPr>
            <p:ph type="pic" idx="17" hasCustomPrompt="1"/>
          </p:nvPr>
        </p:nvSpPr>
        <p:spPr bwMode="gray">
          <a:xfrm>
            <a:off x="6132000" y="1845000"/>
            <a:ext cx="6060000" cy="5013325"/>
          </a:xfrm>
          <a:solidFill>
            <a:srgbClr val="E4E7E9"/>
          </a:solidFill>
        </p:spPr>
        <p:txBody>
          <a:bodyPr lIns="72000" tIns="0" rIns="72000" bIns="648000" anchor="ctr" anchorCtr="0"/>
          <a:lstStyle>
            <a:lvl1pPr marL="0" indent="0" algn="ctr">
              <a:spcBef>
                <a:spcPts val="0"/>
              </a:spcBef>
              <a:spcAft>
                <a:spcPts val="0"/>
              </a:spcAft>
              <a:buNone/>
              <a:defRPr sz="1200" b="0">
                <a:solidFill>
                  <a:schemeClr val="tx1"/>
                </a:solidFill>
                <a:latin typeface="+mn-lt"/>
              </a:defRPr>
            </a:lvl1pPr>
            <a:lvl2pPr marL="0" indent="0" algn="ctr">
              <a:spcBef>
                <a:spcPts val="0"/>
              </a:spcBef>
              <a:spcAft>
                <a:spcPts val="0"/>
              </a:spcAft>
              <a:buNone/>
              <a:defRPr sz="1200" b="0">
                <a:solidFill>
                  <a:schemeClr val="tx1"/>
                </a:solidFill>
                <a:latin typeface="+mn-lt"/>
              </a:defRPr>
            </a:lvl2pPr>
            <a:lvl3pPr marL="0" indent="0" algn="ctr">
              <a:spcBef>
                <a:spcPts val="0"/>
              </a:spcBef>
              <a:spcAft>
                <a:spcPts val="0"/>
              </a:spcAft>
              <a:buNone/>
              <a:defRPr sz="1200" b="0">
                <a:solidFill>
                  <a:schemeClr val="tx1"/>
                </a:solidFill>
                <a:latin typeface="+mn-lt"/>
              </a:defRPr>
            </a:lvl3pPr>
            <a:lvl4pPr marL="0" indent="0" algn="ctr">
              <a:spcBef>
                <a:spcPts val="0"/>
              </a:spcBef>
              <a:spcAft>
                <a:spcPts val="0"/>
              </a:spcAft>
              <a:buNone/>
              <a:defRPr sz="1200" b="0">
                <a:solidFill>
                  <a:schemeClr val="tx1"/>
                </a:solidFill>
                <a:latin typeface="+mn-lt"/>
              </a:defRPr>
            </a:lvl4pPr>
            <a:lvl5pPr marL="0" indent="0" algn="ctr">
              <a:spcBef>
                <a:spcPts val="0"/>
              </a:spcBef>
              <a:spcAft>
                <a:spcPts val="0"/>
              </a:spcAft>
              <a:buNone/>
              <a:defRPr sz="1200" b="0">
                <a:solidFill>
                  <a:schemeClr val="tx1"/>
                </a:solidFill>
                <a:latin typeface="+mn-lt"/>
              </a:defRPr>
            </a:lvl5pPr>
            <a:lvl6pPr marL="0" indent="0" algn="ctr">
              <a:spcBef>
                <a:spcPts val="0"/>
              </a:spcBef>
              <a:spcAft>
                <a:spcPts val="0"/>
              </a:spcAft>
              <a:buNone/>
              <a:defRPr sz="1200" b="0">
                <a:solidFill>
                  <a:schemeClr val="tx1"/>
                </a:solidFill>
                <a:latin typeface="+mn-lt"/>
              </a:defRPr>
            </a:lvl6pPr>
            <a:lvl7pPr marL="0" indent="0" algn="ctr">
              <a:spcBef>
                <a:spcPts val="0"/>
              </a:spcBef>
              <a:spcAft>
                <a:spcPts val="0"/>
              </a:spcAft>
              <a:buNone/>
              <a:defRPr sz="1200" b="0">
                <a:solidFill>
                  <a:schemeClr val="tx1"/>
                </a:solidFill>
                <a:latin typeface="+mn-lt"/>
              </a:defRPr>
            </a:lvl7pPr>
            <a:lvl8pPr marL="0" indent="0" algn="ctr">
              <a:spcBef>
                <a:spcPts val="0"/>
              </a:spcBef>
              <a:spcAft>
                <a:spcPts val="0"/>
              </a:spcAft>
              <a:buNone/>
              <a:defRPr sz="1200" b="0">
                <a:solidFill>
                  <a:schemeClr val="tx1"/>
                </a:solidFill>
                <a:latin typeface="+mn-lt"/>
              </a:defRPr>
            </a:lvl8pPr>
            <a:lvl9pPr marL="0" indent="0" algn="ctr">
              <a:spcBef>
                <a:spcPts val="0"/>
              </a:spcBef>
              <a:spcAft>
                <a:spcPts val="0"/>
              </a:spcAft>
              <a:buNone/>
              <a:defRPr sz="1200" b="0">
                <a:solidFill>
                  <a:schemeClr val="tx1"/>
                </a:solidFill>
                <a:latin typeface="+mn-lt"/>
              </a:defRPr>
            </a:lvl9pPr>
          </a:lstStyle>
          <a:p>
            <a:pPr lvl="0"/>
            <a:r>
              <a:rPr lang="de-DE" dirty="0"/>
              <a:t>Bild durch Klick auf das Icon einfügen.</a:t>
            </a:r>
          </a:p>
        </p:txBody>
      </p:sp>
    </p:spTree>
    <p:extLst>
      <p:ext uri="{BB962C8B-B14F-4D97-AF65-F5344CB8AC3E}">
        <p14:creationId xmlns:p14="http://schemas.microsoft.com/office/powerpoint/2010/main" val="968468996"/>
      </p:ext>
    </p:extLst>
  </p:cSld>
  <p:clrMapOvr>
    <a:masterClrMapping/>
  </p:clrMapOvr>
  <p:extLst>
    <p:ext uri="{DCECCB84-F9BA-43D5-87BE-67443E8EF086}">
      <p15:sldGuideLst xmlns:p15="http://schemas.microsoft.com/office/powerpoint/2012/main">
        <p15:guide id="1" orient="horz" pos="1162" userDrawn="1">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Drei Bilder">
    <p:spTree>
      <p:nvGrpSpPr>
        <p:cNvPr id="1" name=""/>
        <p:cNvGrpSpPr/>
        <p:nvPr/>
      </p:nvGrpSpPr>
      <p:grpSpPr>
        <a:xfrm>
          <a:off x="0" y="0"/>
          <a:ext cx="0" cy="0"/>
          <a:chOff x="0" y="0"/>
          <a:chExt cx="0" cy="0"/>
        </a:xfrm>
      </p:grpSpPr>
      <p:sp>
        <p:nvSpPr>
          <p:cNvPr id="3" name="Datum">
            <a:extLst>
              <a:ext uri="{FF2B5EF4-FFF2-40B4-BE49-F238E27FC236}">
                <a16:creationId xmlns:a16="http://schemas.microsoft.com/office/drawing/2014/main" id="{3449F117-7C5B-E999-46EB-D6D7E7ACAA88}"/>
              </a:ext>
              <a:ext uri="{C183D7F6-B498-43B3-948B-1728B52AA6E4}">
                <adec:decorative xmlns:adec="http://schemas.microsoft.com/office/drawing/2017/decorative" val="1"/>
              </a:ext>
            </a:extLst>
          </p:cNvPr>
          <p:cNvSpPr>
            <a:spLocks noGrp="1"/>
          </p:cNvSpPr>
          <p:nvPr>
            <p:ph type="dt" sz="half" idx="19"/>
          </p:nvPr>
        </p:nvSpPr>
        <p:spPr bwMode="gray"/>
        <p:txBody>
          <a:bodyPr/>
          <a:lstStyle>
            <a:lvl1pPr>
              <a:defRPr>
                <a:solidFill>
                  <a:schemeClr val="tx1">
                    <a:alpha val="0"/>
                  </a:schemeClr>
                </a:solidFill>
              </a:defRPr>
            </a:lvl1pPr>
          </a:lstStyle>
          <a:p>
            <a:fld id="{E2B63C55-F913-43AE-9C54-B855A10A4601}" type="datetime1">
              <a:rPr lang="en-US" smtClean="0"/>
              <a:t>6/9/2026</a:t>
            </a:fld>
            <a:endParaRPr lang="de-DE" dirty="0"/>
          </a:p>
        </p:txBody>
      </p:sp>
      <p:sp>
        <p:nvSpPr>
          <p:cNvPr id="4" name="Fußzeile">
            <a:extLst>
              <a:ext uri="{FF2B5EF4-FFF2-40B4-BE49-F238E27FC236}">
                <a16:creationId xmlns:a16="http://schemas.microsoft.com/office/drawing/2014/main" id="{2C8A6FB8-E0FF-4ED6-3D34-62BAEB628970}"/>
              </a:ext>
              <a:ext uri="{C183D7F6-B498-43B3-948B-1728B52AA6E4}">
                <adec:decorative xmlns:adec="http://schemas.microsoft.com/office/drawing/2017/decorative" val="1"/>
              </a:ext>
            </a:extLst>
          </p:cNvPr>
          <p:cNvSpPr>
            <a:spLocks noGrp="1"/>
          </p:cNvSpPr>
          <p:nvPr>
            <p:ph type="ftr" sz="quarter" idx="20"/>
          </p:nvPr>
        </p:nvSpPr>
        <p:spPr bwMode="gray"/>
        <p:txBody>
          <a:bodyPr/>
          <a:lstStyle>
            <a:lvl1pPr>
              <a:defRPr>
                <a:solidFill>
                  <a:schemeClr val="tx1">
                    <a:alpha val="0"/>
                  </a:schemeClr>
                </a:solidFill>
              </a:defRPr>
            </a:lvl1pPr>
          </a:lstStyle>
          <a:p>
            <a:r>
              <a:rPr lang="en-US"/>
              <a:t>Firstname Lastname:  Thesis Title </a:t>
            </a:r>
            <a:endParaRPr lang="de-DE" dirty="0"/>
          </a:p>
        </p:txBody>
      </p:sp>
      <p:sp>
        <p:nvSpPr>
          <p:cNvPr id="8" name="Seitenzahl">
            <a:extLst>
              <a:ext uri="{FF2B5EF4-FFF2-40B4-BE49-F238E27FC236}">
                <a16:creationId xmlns:a16="http://schemas.microsoft.com/office/drawing/2014/main" id="{26037196-1AAA-6A1F-3F59-5790731AE36E}"/>
              </a:ext>
            </a:extLst>
          </p:cNvPr>
          <p:cNvSpPr>
            <a:spLocks noGrp="1"/>
          </p:cNvSpPr>
          <p:nvPr>
            <p:ph type="sldNum" sz="quarter" idx="21"/>
          </p:nvPr>
        </p:nvSpPr>
        <p:spPr bwMode="gray">
          <a:xfrm>
            <a:off x="10992000" y="6439500"/>
            <a:ext cx="504000" cy="144000"/>
          </a:xfrm>
          <a:prstGeom prst="rect">
            <a:avLst/>
          </a:prstGeom>
        </p:spPr>
        <p:txBody>
          <a:bodyPr/>
          <a:lstStyle>
            <a:lvl1pPr>
              <a:defRPr>
                <a:solidFill>
                  <a:schemeClr val="tx1">
                    <a:alpha val="0"/>
                  </a:schemeClr>
                </a:solidFill>
              </a:defRPr>
            </a:lvl1pPr>
          </a:lstStyle>
          <a:p>
            <a:fld id="{D836C0FE-70CA-4950-82D6-CF602CC2B770}" type="slidenum">
              <a:rPr lang="de-DE" smtClean="0"/>
              <a:pPr/>
              <a:t>‹Nr.›</a:t>
            </a:fld>
            <a:endParaRPr lang="de-DE" dirty="0"/>
          </a:p>
        </p:txBody>
      </p:sp>
      <p:sp>
        <p:nvSpPr>
          <p:cNvPr id="15" name="Titel">
            <a:extLst>
              <a:ext uri="{FF2B5EF4-FFF2-40B4-BE49-F238E27FC236}">
                <a16:creationId xmlns:a16="http://schemas.microsoft.com/office/drawing/2014/main" id="{729E722B-A48F-697F-545D-A8CD5D85180E}"/>
              </a:ext>
            </a:extLst>
          </p:cNvPr>
          <p:cNvSpPr>
            <a:spLocks noGrp="1"/>
          </p:cNvSpPr>
          <p:nvPr>
            <p:ph type="title" hasCustomPrompt="1"/>
          </p:nvPr>
        </p:nvSpPr>
        <p:spPr bwMode="gray"/>
        <p:txBody>
          <a:bodyPr/>
          <a:lstStyle/>
          <a:p>
            <a:r>
              <a:rPr lang="de-DE" dirty="0"/>
              <a:t>Folientitel</a:t>
            </a:r>
          </a:p>
        </p:txBody>
      </p:sp>
      <p:sp>
        <p:nvSpPr>
          <p:cNvPr id="11" name="Bildplatzhalter 1">
            <a:extLst>
              <a:ext uri="{FF2B5EF4-FFF2-40B4-BE49-F238E27FC236}">
                <a16:creationId xmlns:a16="http://schemas.microsoft.com/office/drawing/2014/main" id="{FAA5048C-F469-9EBB-1545-BE067778550E}"/>
              </a:ext>
            </a:extLst>
          </p:cNvPr>
          <p:cNvSpPr>
            <a:spLocks noGrp="1"/>
          </p:cNvSpPr>
          <p:nvPr>
            <p:ph type="pic" idx="13" hasCustomPrompt="1"/>
          </p:nvPr>
        </p:nvSpPr>
        <p:spPr bwMode="gray">
          <a:xfrm>
            <a:off x="0" y="1844675"/>
            <a:ext cx="4008000" cy="5013325"/>
          </a:xfrm>
          <a:solidFill>
            <a:srgbClr val="E4E7E9"/>
          </a:solidFill>
        </p:spPr>
        <p:txBody>
          <a:bodyPr lIns="72000" tIns="0" rIns="72000" bIns="648000" anchor="ctr" anchorCtr="0"/>
          <a:lstStyle>
            <a:lvl1pPr marL="0" indent="0" algn="ctr">
              <a:spcBef>
                <a:spcPts val="0"/>
              </a:spcBef>
              <a:spcAft>
                <a:spcPts val="0"/>
              </a:spcAft>
              <a:buNone/>
              <a:defRPr sz="1200" b="0">
                <a:solidFill>
                  <a:schemeClr val="tx1"/>
                </a:solidFill>
                <a:latin typeface="+mn-lt"/>
              </a:defRPr>
            </a:lvl1pPr>
            <a:lvl2pPr marL="0" indent="0" algn="ctr">
              <a:spcBef>
                <a:spcPts val="0"/>
              </a:spcBef>
              <a:spcAft>
                <a:spcPts val="0"/>
              </a:spcAft>
              <a:buNone/>
              <a:defRPr sz="1200" b="0">
                <a:solidFill>
                  <a:schemeClr val="tx1"/>
                </a:solidFill>
                <a:latin typeface="+mn-lt"/>
              </a:defRPr>
            </a:lvl2pPr>
            <a:lvl3pPr marL="0" indent="0" algn="ctr">
              <a:spcBef>
                <a:spcPts val="0"/>
              </a:spcBef>
              <a:spcAft>
                <a:spcPts val="0"/>
              </a:spcAft>
              <a:buNone/>
              <a:defRPr sz="1200" b="0">
                <a:solidFill>
                  <a:schemeClr val="tx1"/>
                </a:solidFill>
                <a:latin typeface="+mn-lt"/>
              </a:defRPr>
            </a:lvl3pPr>
            <a:lvl4pPr marL="0" indent="0" algn="ctr">
              <a:spcBef>
                <a:spcPts val="0"/>
              </a:spcBef>
              <a:spcAft>
                <a:spcPts val="0"/>
              </a:spcAft>
              <a:buNone/>
              <a:defRPr sz="1200" b="0">
                <a:solidFill>
                  <a:schemeClr val="tx1"/>
                </a:solidFill>
                <a:latin typeface="+mn-lt"/>
              </a:defRPr>
            </a:lvl4pPr>
            <a:lvl5pPr marL="0" indent="0" algn="ctr">
              <a:spcBef>
                <a:spcPts val="0"/>
              </a:spcBef>
              <a:spcAft>
                <a:spcPts val="0"/>
              </a:spcAft>
              <a:buNone/>
              <a:defRPr sz="1200" b="0">
                <a:solidFill>
                  <a:schemeClr val="tx1"/>
                </a:solidFill>
                <a:latin typeface="+mn-lt"/>
              </a:defRPr>
            </a:lvl5pPr>
            <a:lvl6pPr marL="0" indent="0" algn="ctr">
              <a:spcBef>
                <a:spcPts val="0"/>
              </a:spcBef>
              <a:spcAft>
                <a:spcPts val="0"/>
              </a:spcAft>
              <a:buNone/>
              <a:defRPr sz="1200" b="0">
                <a:solidFill>
                  <a:schemeClr val="tx1"/>
                </a:solidFill>
                <a:latin typeface="+mn-lt"/>
              </a:defRPr>
            </a:lvl6pPr>
            <a:lvl7pPr marL="0" indent="0" algn="ctr">
              <a:spcBef>
                <a:spcPts val="0"/>
              </a:spcBef>
              <a:spcAft>
                <a:spcPts val="0"/>
              </a:spcAft>
              <a:buNone/>
              <a:defRPr sz="1200" b="0">
                <a:solidFill>
                  <a:schemeClr val="tx1"/>
                </a:solidFill>
                <a:latin typeface="+mn-lt"/>
              </a:defRPr>
            </a:lvl7pPr>
            <a:lvl8pPr marL="0" indent="0" algn="ctr">
              <a:spcBef>
                <a:spcPts val="0"/>
              </a:spcBef>
              <a:spcAft>
                <a:spcPts val="0"/>
              </a:spcAft>
              <a:buNone/>
              <a:defRPr sz="1200" b="0">
                <a:solidFill>
                  <a:schemeClr val="tx1"/>
                </a:solidFill>
                <a:latin typeface="+mn-lt"/>
              </a:defRPr>
            </a:lvl8pPr>
            <a:lvl9pPr marL="0" indent="0" algn="ctr">
              <a:spcBef>
                <a:spcPts val="0"/>
              </a:spcBef>
              <a:spcAft>
                <a:spcPts val="0"/>
              </a:spcAft>
              <a:buNone/>
              <a:defRPr sz="1200" b="0">
                <a:solidFill>
                  <a:schemeClr val="tx1"/>
                </a:solidFill>
                <a:latin typeface="+mn-lt"/>
              </a:defRPr>
            </a:lvl9pPr>
          </a:lstStyle>
          <a:p>
            <a:pPr lvl="0"/>
            <a:r>
              <a:rPr lang="de-DE" dirty="0"/>
              <a:t>Bild durch Klick auf das Icon einfügen.</a:t>
            </a:r>
          </a:p>
        </p:txBody>
      </p:sp>
      <p:sp>
        <p:nvSpPr>
          <p:cNvPr id="13" name="Bildplatzhalter 2">
            <a:extLst>
              <a:ext uri="{FF2B5EF4-FFF2-40B4-BE49-F238E27FC236}">
                <a16:creationId xmlns:a16="http://schemas.microsoft.com/office/drawing/2014/main" id="{6F8284E2-0177-2631-BA3D-F3BF1B4E8AA3}"/>
              </a:ext>
            </a:extLst>
          </p:cNvPr>
          <p:cNvSpPr>
            <a:spLocks noGrp="1"/>
          </p:cNvSpPr>
          <p:nvPr>
            <p:ph type="pic" idx="17" hasCustomPrompt="1"/>
          </p:nvPr>
        </p:nvSpPr>
        <p:spPr bwMode="gray">
          <a:xfrm>
            <a:off x="4080000" y="1844675"/>
            <a:ext cx="4032000" cy="5013325"/>
          </a:xfrm>
          <a:solidFill>
            <a:srgbClr val="E4E7E9"/>
          </a:solidFill>
        </p:spPr>
        <p:txBody>
          <a:bodyPr lIns="72000" tIns="0" rIns="72000" bIns="648000" anchor="ctr" anchorCtr="0"/>
          <a:lstStyle>
            <a:lvl1pPr marL="0" indent="0" algn="ctr">
              <a:spcBef>
                <a:spcPts val="0"/>
              </a:spcBef>
              <a:spcAft>
                <a:spcPts val="0"/>
              </a:spcAft>
              <a:buNone/>
              <a:defRPr sz="1200" b="0">
                <a:solidFill>
                  <a:schemeClr val="tx1"/>
                </a:solidFill>
                <a:latin typeface="+mn-lt"/>
              </a:defRPr>
            </a:lvl1pPr>
            <a:lvl2pPr marL="0" indent="0" algn="ctr">
              <a:spcBef>
                <a:spcPts val="0"/>
              </a:spcBef>
              <a:spcAft>
                <a:spcPts val="0"/>
              </a:spcAft>
              <a:buNone/>
              <a:defRPr sz="1200" b="0">
                <a:solidFill>
                  <a:schemeClr val="tx1"/>
                </a:solidFill>
                <a:latin typeface="+mn-lt"/>
              </a:defRPr>
            </a:lvl2pPr>
            <a:lvl3pPr marL="0" indent="0" algn="ctr">
              <a:spcBef>
                <a:spcPts val="0"/>
              </a:spcBef>
              <a:spcAft>
                <a:spcPts val="0"/>
              </a:spcAft>
              <a:buNone/>
              <a:defRPr sz="1200" b="0">
                <a:solidFill>
                  <a:schemeClr val="tx1"/>
                </a:solidFill>
                <a:latin typeface="+mn-lt"/>
              </a:defRPr>
            </a:lvl3pPr>
            <a:lvl4pPr marL="0" indent="0" algn="ctr">
              <a:spcBef>
                <a:spcPts val="0"/>
              </a:spcBef>
              <a:spcAft>
                <a:spcPts val="0"/>
              </a:spcAft>
              <a:buNone/>
              <a:defRPr sz="1200" b="0">
                <a:solidFill>
                  <a:schemeClr val="tx1"/>
                </a:solidFill>
                <a:latin typeface="+mn-lt"/>
              </a:defRPr>
            </a:lvl4pPr>
            <a:lvl5pPr marL="0" indent="0" algn="ctr">
              <a:spcBef>
                <a:spcPts val="0"/>
              </a:spcBef>
              <a:spcAft>
                <a:spcPts val="0"/>
              </a:spcAft>
              <a:buNone/>
              <a:defRPr sz="1200" b="0">
                <a:solidFill>
                  <a:schemeClr val="tx1"/>
                </a:solidFill>
                <a:latin typeface="+mn-lt"/>
              </a:defRPr>
            </a:lvl5pPr>
            <a:lvl6pPr marL="0" indent="0" algn="ctr">
              <a:spcBef>
                <a:spcPts val="0"/>
              </a:spcBef>
              <a:spcAft>
                <a:spcPts val="0"/>
              </a:spcAft>
              <a:buNone/>
              <a:defRPr sz="1200" b="0">
                <a:solidFill>
                  <a:schemeClr val="tx1"/>
                </a:solidFill>
                <a:latin typeface="+mn-lt"/>
              </a:defRPr>
            </a:lvl6pPr>
            <a:lvl7pPr marL="0" indent="0" algn="ctr">
              <a:spcBef>
                <a:spcPts val="0"/>
              </a:spcBef>
              <a:spcAft>
                <a:spcPts val="0"/>
              </a:spcAft>
              <a:buNone/>
              <a:defRPr sz="1200" b="0">
                <a:solidFill>
                  <a:schemeClr val="tx1"/>
                </a:solidFill>
                <a:latin typeface="+mn-lt"/>
              </a:defRPr>
            </a:lvl7pPr>
            <a:lvl8pPr marL="0" indent="0" algn="ctr">
              <a:spcBef>
                <a:spcPts val="0"/>
              </a:spcBef>
              <a:spcAft>
                <a:spcPts val="0"/>
              </a:spcAft>
              <a:buNone/>
              <a:defRPr sz="1200" b="0">
                <a:solidFill>
                  <a:schemeClr val="tx1"/>
                </a:solidFill>
                <a:latin typeface="+mn-lt"/>
              </a:defRPr>
            </a:lvl8pPr>
            <a:lvl9pPr marL="0" indent="0" algn="ctr">
              <a:spcBef>
                <a:spcPts val="0"/>
              </a:spcBef>
              <a:spcAft>
                <a:spcPts val="0"/>
              </a:spcAft>
              <a:buNone/>
              <a:defRPr sz="1200" b="0">
                <a:solidFill>
                  <a:schemeClr val="tx1"/>
                </a:solidFill>
                <a:latin typeface="+mn-lt"/>
              </a:defRPr>
            </a:lvl9pPr>
          </a:lstStyle>
          <a:p>
            <a:pPr lvl="0"/>
            <a:r>
              <a:rPr lang="de-DE" dirty="0"/>
              <a:t>Bild durch Klick auf das Icon einfügen.</a:t>
            </a:r>
          </a:p>
        </p:txBody>
      </p:sp>
      <p:sp>
        <p:nvSpPr>
          <p:cNvPr id="2" name="Bildplatzhalter 3">
            <a:extLst>
              <a:ext uri="{FF2B5EF4-FFF2-40B4-BE49-F238E27FC236}">
                <a16:creationId xmlns:a16="http://schemas.microsoft.com/office/drawing/2014/main" id="{0564DB63-B339-6C21-A591-8F083D9D3FBE}"/>
              </a:ext>
            </a:extLst>
          </p:cNvPr>
          <p:cNvSpPr>
            <a:spLocks noGrp="1"/>
          </p:cNvSpPr>
          <p:nvPr>
            <p:ph type="pic" idx="18" hasCustomPrompt="1"/>
          </p:nvPr>
        </p:nvSpPr>
        <p:spPr bwMode="gray">
          <a:xfrm>
            <a:off x="8184000" y="1844675"/>
            <a:ext cx="4008000" cy="5013325"/>
          </a:xfrm>
          <a:solidFill>
            <a:srgbClr val="E4E7E9"/>
          </a:solidFill>
        </p:spPr>
        <p:txBody>
          <a:bodyPr lIns="72000" tIns="0" rIns="72000" bIns="648000" anchor="ctr" anchorCtr="0"/>
          <a:lstStyle>
            <a:lvl1pPr marL="0" indent="0" algn="ctr">
              <a:spcBef>
                <a:spcPts val="0"/>
              </a:spcBef>
              <a:spcAft>
                <a:spcPts val="0"/>
              </a:spcAft>
              <a:buNone/>
              <a:defRPr sz="1200" b="0">
                <a:solidFill>
                  <a:schemeClr val="tx1"/>
                </a:solidFill>
                <a:latin typeface="+mn-lt"/>
              </a:defRPr>
            </a:lvl1pPr>
            <a:lvl2pPr marL="0" indent="0" algn="ctr">
              <a:spcBef>
                <a:spcPts val="0"/>
              </a:spcBef>
              <a:spcAft>
                <a:spcPts val="0"/>
              </a:spcAft>
              <a:buNone/>
              <a:defRPr sz="1200" b="0">
                <a:solidFill>
                  <a:schemeClr val="tx1"/>
                </a:solidFill>
                <a:latin typeface="+mn-lt"/>
              </a:defRPr>
            </a:lvl2pPr>
            <a:lvl3pPr marL="0" indent="0" algn="ctr">
              <a:spcBef>
                <a:spcPts val="0"/>
              </a:spcBef>
              <a:spcAft>
                <a:spcPts val="0"/>
              </a:spcAft>
              <a:buNone/>
              <a:defRPr sz="1200" b="0">
                <a:solidFill>
                  <a:schemeClr val="tx1"/>
                </a:solidFill>
                <a:latin typeface="+mn-lt"/>
              </a:defRPr>
            </a:lvl3pPr>
            <a:lvl4pPr marL="0" indent="0" algn="ctr">
              <a:spcBef>
                <a:spcPts val="0"/>
              </a:spcBef>
              <a:spcAft>
                <a:spcPts val="0"/>
              </a:spcAft>
              <a:buNone/>
              <a:defRPr sz="1200" b="0">
                <a:solidFill>
                  <a:schemeClr val="tx1"/>
                </a:solidFill>
                <a:latin typeface="+mn-lt"/>
              </a:defRPr>
            </a:lvl4pPr>
            <a:lvl5pPr marL="0" indent="0" algn="ctr">
              <a:spcBef>
                <a:spcPts val="0"/>
              </a:spcBef>
              <a:spcAft>
                <a:spcPts val="0"/>
              </a:spcAft>
              <a:buNone/>
              <a:defRPr sz="1200" b="0">
                <a:solidFill>
                  <a:schemeClr val="tx1"/>
                </a:solidFill>
                <a:latin typeface="+mn-lt"/>
              </a:defRPr>
            </a:lvl5pPr>
            <a:lvl6pPr marL="0" indent="0" algn="ctr">
              <a:spcBef>
                <a:spcPts val="0"/>
              </a:spcBef>
              <a:spcAft>
                <a:spcPts val="0"/>
              </a:spcAft>
              <a:buNone/>
              <a:defRPr sz="1200" b="0">
                <a:solidFill>
                  <a:schemeClr val="tx1"/>
                </a:solidFill>
                <a:latin typeface="+mn-lt"/>
              </a:defRPr>
            </a:lvl6pPr>
            <a:lvl7pPr marL="0" indent="0" algn="ctr">
              <a:spcBef>
                <a:spcPts val="0"/>
              </a:spcBef>
              <a:spcAft>
                <a:spcPts val="0"/>
              </a:spcAft>
              <a:buNone/>
              <a:defRPr sz="1200" b="0">
                <a:solidFill>
                  <a:schemeClr val="tx1"/>
                </a:solidFill>
                <a:latin typeface="+mn-lt"/>
              </a:defRPr>
            </a:lvl7pPr>
            <a:lvl8pPr marL="0" indent="0" algn="ctr">
              <a:spcBef>
                <a:spcPts val="0"/>
              </a:spcBef>
              <a:spcAft>
                <a:spcPts val="0"/>
              </a:spcAft>
              <a:buNone/>
              <a:defRPr sz="1200" b="0">
                <a:solidFill>
                  <a:schemeClr val="tx1"/>
                </a:solidFill>
                <a:latin typeface="+mn-lt"/>
              </a:defRPr>
            </a:lvl8pPr>
            <a:lvl9pPr marL="0" indent="0" algn="ctr">
              <a:spcBef>
                <a:spcPts val="0"/>
              </a:spcBef>
              <a:spcAft>
                <a:spcPts val="0"/>
              </a:spcAft>
              <a:buNone/>
              <a:defRPr sz="1200" b="0">
                <a:solidFill>
                  <a:schemeClr val="tx1"/>
                </a:solidFill>
                <a:latin typeface="+mn-lt"/>
              </a:defRPr>
            </a:lvl9pPr>
          </a:lstStyle>
          <a:p>
            <a:pPr lvl="0"/>
            <a:r>
              <a:rPr lang="de-DE" dirty="0"/>
              <a:t>Bild durch Klick auf das Icon einfügen.</a:t>
            </a:r>
          </a:p>
        </p:txBody>
      </p:sp>
    </p:spTree>
    <p:extLst>
      <p:ext uri="{BB962C8B-B14F-4D97-AF65-F5344CB8AC3E}">
        <p14:creationId xmlns:p14="http://schemas.microsoft.com/office/powerpoint/2010/main" val="189820009"/>
      </p:ext>
    </p:extLst>
  </p:cSld>
  <p:clrMapOvr>
    <a:masterClrMapping/>
  </p:clrMapOvr>
  <p:extLst>
    <p:ext uri="{DCECCB84-F9BA-43D5-87BE-67443E8EF086}">
      <p15:sldGuideLst xmlns:p15="http://schemas.microsoft.com/office/powerpoint/2012/main">
        <p15:guide id="1" orient="horz" pos="1162" userDrawn="1">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Vier Bilder">
    <p:spTree>
      <p:nvGrpSpPr>
        <p:cNvPr id="1" name=""/>
        <p:cNvGrpSpPr/>
        <p:nvPr/>
      </p:nvGrpSpPr>
      <p:grpSpPr>
        <a:xfrm>
          <a:off x="0" y="0"/>
          <a:ext cx="0" cy="0"/>
          <a:chOff x="0" y="0"/>
          <a:chExt cx="0" cy="0"/>
        </a:xfrm>
      </p:grpSpPr>
      <p:sp>
        <p:nvSpPr>
          <p:cNvPr id="9" name="Datum">
            <a:extLst>
              <a:ext uri="{FF2B5EF4-FFF2-40B4-BE49-F238E27FC236}">
                <a16:creationId xmlns:a16="http://schemas.microsoft.com/office/drawing/2014/main" id="{5D0A630D-7251-2C21-FEFA-25484339C800}"/>
              </a:ext>
              <a:ext uri="{C183D7F6-B498-43B3-948B-1728B52AA6E4}">
                <adec:decorative xmlns:adec="http://schemas.microsoft.com/office/drawing/2017/decorative" val="1"/>
              </a:ext>
            </a:extLst>
          </p:cNvPr>
          <p:cNvSpPr>
            <a:spLocks noGrp="1"/>
          </p:cNvSpPr>
          <p:nvPr>
            <p:ph type="dt" sz="half" idx="20"/>
          </p:nvPr>
        </p:nvSpPr>
        <p:spPr bwMode="gray"/>
        <p:txBody>
          <a:bodyPr/>
          <a:lstStyle>
            <a:lvl1pPr>
              <a:defRPr>
                <a:solidFill>
                  <a:schemeClr val="tx1">
                    <a:alpha val="0"/>
                  </a:schemeClr>
                </a:solidFill>
              </a:defRPr>
            </a:lvl1pPr>
          </a:lstStyle>
          <a:p>
            <a:fld id="{8F8EB5A4-2163-4F60-896D-74CA77B72814}" type="datetime1">
              <a:rPr lang="en-US" smtClean="0"/>
              <a:t>6/9/2026</a:t>
            </a:fld>
            <a:endParaRPr lang="de-DE" dirty="0"/>
          </a:p>
        </p:txBody>
      </p:sp>
      <p:sp>
        <p:nvSpPr>
          <p:cNvPr id="10" name="Fußzeile">
            <a:extLst>
              <a:ext uri="{FF2B5EF4-FFF2-40B4-BE49-F238E27FC236}">
                <a16:creationId xmlns:a16="http://schemas.microsoft.com/office/drawing/2014/main" id="{5662F66F-DB6E-979D-98B6-DF66F204F7C5}"/>
              </a:ext>
              <a:ext uri="{C183D7F6-B498-43B3-948B-1728B52AA6E4}">
                <adec:decorative xmlns:adec="http://schemas.microsoft.com/office/drawing/2017/decorative" val="1"/>
              </a:ext>
            </a:extLst>
          </p:cNvPr>
          <p:cNvSpPr>
            <a:spLocks noGrp="1"/>
          </p:cNvSpPr>
          <p:nvPr>
            <p:ph type="ftr" sz="quarter" idx="21"/>
          </p:nvPr>
        </p:nvSpPr>
        <p:spPr bwMode="gray"/>
        <p:txBody>
          <a:bodyPr/>
          <a:lstStyle>
            <a:lvl1pPr>
              <a:defRPr>
                <a:solidFill>
                  <a:schemeClr val="tx1">
                    <a:alpha val="0"/>
                  </a:schemeClr>
                </a:solidFill>
              </a:defRPr>
            </a:lvl1pPr>
          </a:lstStyle>
          <a:p>
            <a:r>
              <a:rPr lang="en-US"/>
              <a:t>Firstname Lastname:  Thesis Title </a:t>
            </a:r>
            <a:endParaRPr lang="de-DE" dirty="0"/>
          </a:p>
        </p:txBody>
      </p:sp>
      <p:sp>
        <p:nvSpPr>
          <p:cNvPr id="12" name="Seitenzahl">
            <a:extLst>
              <a:ext uri="{FF2B5EF4-FFF2-40B4-BE49-F238E27FC236}">
                <a16:creationId xmlns:a16="http://schemas.microsoft.com/office/drawing/2014/main" id="{B0BCC005-5F95-1D4D-C7D9-C6A7D0B75FAE}"/>
              </a:ext>
            </a:extLst>
          </p:cNvPr>
          <p:cNvSpPr>
            <a:spLocks noGrp="1"/>
          </p:cNvSpPr>
          <p:nvPr>
            <p:ph type="sldNum" sz="quarter" idx="22"/>
          </p:nvPr>
        </p:nvSpPr>
        <p:spPr bwMode="gray">
          <a:xfrm>
            <a:off x="10992000" y="6439500"/>
            <a:ext cx="504000" cy="144000"/>
          </a:xfrm>
          <a:prstGeom prst="rect">
            <a:avLst/>
          </a:prstGeom>
        </p:spPr>
        <p:txBody>
          <a:bodyPr/>
          <a:lstStyle>
            <a:lvl1pPr>
              <a:defRPr>
                <a:solidFill>
                  <a:schemeClr val="tx1">
                    <a:alpha val="0"/>
                  </a:schemeClr>
                </a:solidFill>
              </a:defRPr>
            </a:lvl1pPr>
          </a:lstStyle>
          <a:p>
            <a:fld id="{D836C0FE-70CA-4950-82D6-CF602CC2B770}" type="slidenum">
              <a:rPr lang="de-DE" smtClean="0"/>
              <a:pPr/>
              <a:t>‹Nr.›</a:t>
            </a:fld>
            <a:endParaRPr lang="de-DE" dirty="0"/>
          </a:p>
        </p:txBody>
      </p:sp>
      <p:sp>
        <p:nvSpPr>
          <p:cNvPr id="15" name="Titel">
            <a:extLst>
              <a:ext uri="{FF2B5EF4-FFF2-40B4-BE49-F238E27FC236}">
                <a16:creationId xmlns:a16="http://schemas.microsoft.com/office/drawing/2014/main" id="{729E722B-A48F-697F-545D-A8CD5D85180E}"/>
              </a:ext>
            </a:extLst>
          </p:cNvPr>
          <p:cNvSpPr>
            <a:spLocks noGrp="1"/>
          </p:cNvSpPr>
          <p:nvPr>
            <p:ph type="title" hasCustomPrompt="1"/>
          </p:nvPr>
        </p:nvSpPr>
        <p:spPr bwMode="gray"/>
        <p:txBody>
          <a:bodyPr/>
          <a:lstStyle/>
          <a:p>
            <a:r>
              <a:rPr lang="de-DE" dirty="0"/>
              <a:t>Folientitel</a:t>
            </a:r>
          </a:p>
        </p:txBody>
      </p:sp>
      <p:sp>
        <p:nvSpPr>
          <p:cNvPr id="11" name="Bildplatzhalter 1">
            <a:extLst>
              <a:ext uri="{FF2B5EF4-FFF2-40B4-BE49-F238E27FC236}">
                <a16:creationId xmlns:a16="http://schemas.microsoft.com/office/drawing/2014/main" id="{FAA5048C-F469-9EBB-1545-BE067778550E}"/>
              </a:ext>
            </a:extLst>
          </p:cNvPr>
          <p:cNvSpPr>
            <a:spLocks noGrp="1"/>
          </p:cNvSpPr>
          <p:nvPr>
            <p:ph type="pic" idx="13" hasCustomPrompt="1"/>
          </p:nvPr>
        </p:nvSpPr>
        <p:spPr bwMode="gray">
          <a:xfrm>
            <a:off x="0" y="1844675"/>
            <a:ext cx="3000000" cy="5013325"/>
          </a:xfrm>
          <a:solidFill>
            <a:srgbClr val="E4E7E9"/>
          </a:solidFill>
        </p:spPr>
        <p:txBody>
          <a:bodyPr lIns="72000" tIns="0" rIns="72000" bIns="648000" anchor="ctr" anchorCtr="0"/>
          <a:lstStyle>
            <a:lvl1pPr marL="0" indent="0" algn="ctr">
              <a:spcBef>
                <a:spcPts val="0"/>
              </a:spcBef>
              <a:spcAft>
                <a:spcPts val="0"/>
              </a:spcAft>
              <a:buNone/>
              <a:defRPr sz="1200" b="0">
                <a:solidFill>
                  <a:schemeClr val="tx1"/>
                </a:solidFill>
                <a:latin typeface="+mn-lt"/>
              </a:defRPr>
            </a:lvl1pPr>
            <a:lvl2pPr marL="0" indent="0" algn="ctr">
              <a:spcBef>
                <a:spcPts val="0"/>
              </a:spcBef>
              <a:spcAft>
                <a:spcPts val="0"/>
              </a:spcAft>
              <a:buNone/>
              <a:defRPr sz="1200" b="0">
                <a:solidFill>
                  <a:schemeClr val="tx1"/>
                </a:solidFill>
                <a:latin typeface="+mn-lt"/>
              </a:defRPr>
            </a:lvl2pPr>
            <a:lvl3pPr marL="0" indent="0" algn="ctr">
              <a:spcBef>
                <a:spcPts val="0"/>
              </a:spcBef>
              <a:spcAft>
                <a:spcPts val="0"/>
              </a:spcAft>
              <a:buNone/>
              <a:defRPr sz="1200" b="0">
                <a:solidFill>
                  <a:schemeClr val="tx1"/>
                </a:solidFill>
                <a:latin typeface="+mn-lt"/>
              </a:defRPr>
            </a:lvl3pPr>
            <a:lvl4pPr marL="0" indent="0" algn="ctr">
              <a:spcBef>
                <a:spcPts val="0"/>
              </a:spcBef>
              <a:spcAft>
                <a:spcPts val="0"/>
              </a:spcAft>
              <a:buNone/>
              <a:defRPr sz="1200" b="0">
                <a:solidFill>
                  <a:schemeClr val="tx1"/>
                </a:solidFill>
                <a:latin typeface="+mn-lt"/>
              </a:defRPr>
            </a:lvl4pPr>
            <a:lvl5pPr marL="0" indent="0" algn="ctr">
              <a:spcBef>
                <a:spcPts val="0"/>
              </a:spcBef>
              <a:spcAft>
                <a:spcPts val="0"/>
              </a:spcAft>
              <a:buNone/>
              <a:defRPr sz="1200" b="0">
                <a:solidFill>
                  <a:schemeClr val="tx1"/>
                </a:solidFill>
                <a:latin typeface="+mn-lt"/>
              </a:defRPr>
            </a:lvl5pPr>
            <a:lvl6pPr marL="0" indent="0" algn="ctr">
              <a:spcBef>
                <a:spcPts val="0"/>
              </a:spcBef>
              <a:spcAft>
                <a:spcPts val="0"/>
              </a:spcAft>
              <a:buNone/>
              <a:defRPr sz="1200" b="0">
                <a:solidFill>
                  <a:schemeClr val="tx1"/>
                </a:solidFill>
                <a:latin typeface="+mn-lt"/>
              </a:defRPr>
            </a:lvl6pPr>
            <a:lvl7pPr marL="0" indent="0" algn="ctr">
              <a:spcBef>
                <a:spcPts val="0"/>
              </a:spcBef>
              <a:spcAft>
                <a:spcPts val="0"/>
              </a:spcAft>
              <a:buNone/>
              <a:defRPr sz="1200" b="0">
                <a:solidFill>
                  <a:schemeClr val="tx1"/>
                </a:solidFill>
                <a:latin typeface="+mn-lt"/>
              </a:defRPr>
            </a:lvl7pPr>
            <a:lvl8pPr marL="0" indent="0" algn="ctr">
              <a:spcBef>
                <a:spcPts val="0"/>
              </a:spcBef>
              <a:spcAft>
                <a:spcPts val="0"/>
              </a:spcAft>
              <a:buNone/>
              <a:defRPr sz="1200" b="0">
                <a:solidFill>
                  <a:schemeClr val="tx1"/>
                </a:solidFill>
                <a:latin typeface="+mn-lt"/>
              </a:defRPr>
            </a:lvl8pPr>
            <a:lvl9pPr marL="0" indent="0" algn="ctr">
              <a:spcBef>
                <a:spcPts val="0"/>
              </a:spcBef>
              <a:spcAft>
                <a:spcPts val="0"/>
              </a:spcAft>
              <a:buNone/>
              <a:defRPr sz="1200" b="0">
                <a:solidFill>
                  <a:schemeClr val="tx1"/>
                </a:solidFill>
                <a:latin typeface="+mn-lt"/>
              </a:defRPr>
            </a:lvl9pPr>
          </a:lstStyle>
          <a:p>
            <a:pPr lvl="0"/>
            <a:r>
              <a:rPr lang="de-DE" dirty="0"/>
              <a:t>Bild durch Klick auf das Icon einfügen.</a:t>
            </a:r>
          </a:p>
        </p:txBody>
      </p:sp>
      <p:sp>
        <p:nvSpPr>
          <p:cNvPr id="13" name="Bildplatzhalter 2">
            <a:extLst>
              <a:ext uri="{FF2B5EF4-FFF2-40B4-BE49-F238E27FC236}">
                <a16:creationId xmlns:a16="http://schemas.microsoft.com/office/drawing/2014/main" id="{6F8284E2-0177-2631-BA3D-F3BF1B4E8AA3}"/>
              </a:ext>
            </a:extLst>
          </p:cNvPr>
          <p:cNvSpPr>
            <a:spLocks noGrp="1"/>
          </p:cNvSpPr>
          <p:nvPr>
            <p:ph type="pic" idx="17" hasCustomPrompt="1"/>
          </p:nvPr>
        </p:nvSpPr>
        <p:spPr bwMode="gray">
          <a:xfrm>
            <a:off x="3072000" y="1844675"/>
            <a:ext cx="2988000" cy="5013325"/>
          </a:xfrm>
          <a:solidFill>
            <a:srgbClr val="E4E7E9"/>
          </a:solidFill>
        </p:spPr>
        <p:txBody>
          <a:bodyPr lIns="72000" tIns="0" rIns="72000" bIns="648000" anchor="ctr" anchorCtr="0"/>
          <a:lstStyle>
            <a:lvl1pPr marL="0" indent="0" algn="ctr">
              <a:spcBef>
                <a:spcPts val="0"/>
              </a:spcBef>
              <a:spcAft>
                <a:spcPts val="0"/>
              </a:spcAft>
              <a:buNone/>
              <a:defRPr sz="1200" b="0">
                <a:solidFill>
                  <a:schemeClr val="tx1"/>
                </a:solidFill>
                <a:latin typeface="+mn-lt"/>
              </a:defRPr>
            </a:lvl1pPr>
            <a:lvl2pPr marL="0" indent="0" algn="ctr">
              <a:spcBef>
                <a:spcPts val="0"/>
              </a:spcBef>
              <a:spcAft>
                <a:spcPts val="0"/>
              </a:spcAft>
              <a:buNone/>
              <a:defRPr sz="1200" b="0">
                <a:solidFill>
                  <a:schemeClr val="tx1"/>
                </a:solidFill>
                <a:latin typeface="+mn-lt"/>
              </a:defRPr>
            </a:lvl2pPr>
            <a:lvl3pPr marL="0" indent="0" algn="ctr">
              <a:spcBef>
                <a:spcPts val="0"/>
              </a:spcBef>
              <a:spcAft>
                <a:spcPts val="0"/>
              </a:spcAft>
              <a:buNone/>
              <a:defRPr sz="1200" b="0">
                <a:solidFill>
                  <a:schemeClr val="tx1"/>
                </a:solidFill>
                <a:latin typeface="+mn-lt"/>
              </a:defRPr>
            </a:lvl3pPr>
            <a:lvl4pPr marL="0" indent="0" algn="ctr">
              <a:spcBef>
                <a:spcPts val="0"/>
              </a:spcBef>
              <a:spcAft>
                <a:spcPts val="0"/>
              </a:spcAft>
              <a:buNone/>
              <a:defRPr sz="1200" b="0">
                <a:solidFill>
                  <a:schemeClr val="tx1"/>
                </a:solidFill>
                <a:latin typeface="+mn-lt"/>
              </a:defRPr>
            </a:lvl4pPr>
            <a:lvl5pPr marL="0" indent="0" algn="ctr">
              <a:spcBef>
                <a:spcPts val="0"/>
              </a:spcBef>
              <a:spcAft>
                <a:spcPts val="0"/>
              </a:spcAft>
              <a:buNone/>
              <a:defRPr sz="1200" b="0">
                <a:solidFill>
                  <a:schemeClr val="tx1"/>
                </a:solidFill>
                <a:latin typeface="+mn-lt"/>
              </a:defRPr>
            </a:lvl5pPr>
            <a:lvl6pPr marL="0" indent="0" algn="ctr">
              <a:spcBef>
                <a:spcPts val="0"/>
              </a:spcBef>
              <a:spcAft>
                <a:spcPts val="0"/>
              </a:spcAft>
              <a:buNone/>
              <a:defRPr sz="1200" b="0">
                <a:solidFill>
                  <a:schemeClr val="tx1"/>
                </a:solidFill>
                <a:latin typeface="+mn-lt"/>
              </a:defRPr>
            </a:lvl6pPr>
            <a:lvl7pPr marL="0" indent="0" algn="ctr">
              <a:spcBef>
                <a:spcPts val="0"/>
              </a:spcBef>
              <a:spcAft>
                <a:spcPts val="0"/>
              </a:spcAft>
              <a:buNone/>
              <a:defRPr sz="1200" b="0">
                <a:solidFill>
                  <a:schemeClr val="tx1"/>
                </a:solidFill>
                <a:latin typeface="+mn-lt"/>
              </a:defRPr>
            </a:lvl7pPr>
            <a:lvl8pPr marL="0" indent="0" algn="ctr">
              <a:spcBef>
                <a:spcPts val="0"/>
              </a:spcBef>
              <a:spcAft>
                <a:spcPts val="0"/>
              </a:spcAft>
              <a:buNone/>
              <a:defRPr sz="1200" b="0">
                <a:solidFill>
                  <a:schemeClr val="tx1"/>
                </a:solidFill>
                <a:latin typeface="+mn-lt"/>
              </a:defRPr>
            </a:lvl8pPr>
            <a:lvl9pPr marL="0" indent="0" algn="ctr">
              <a:spcBef>
                <a:spcPts val="0"/>
              </a:spcBef>
              <a:spcAft>
                <a:spcPts val="0"/>
              </a:spcAft>
              <a:buNone/>
              <a:defRPr sz="1200" b="0">
                <a:solidFill>
                  <a:schemeClr val="tx1"/>
                </a:solidFill>
                <a:latin typeface="+mn-lt"/>
              </a:defRPr>
            </a:lvl9pPr>
          </a:lstStyle>
          <a:p>
            <a:pPr lvl="0"/>
            <a:r>
              <a:rPr lang="de-DE" dirty="0"/>
              <a:t>Bild durch Klick auf das Icon einfügen.</a:t>
            </a:r>
          </a:p>
        </p:txBody>
      </p:sp>
      <p:sp>
        <p:nvSpPr>
          <p:cNvPr id="2" name="Bildplatzhalter 3">
            <a:extLst>
              <a:ext uri="{FF2B5EF4-FFF2-40B4-BE49-F238E27FC236}">
                <a16:creationId xmlns:a16="http://schemas.microsoft.com/office/drawing/2014/main" id="{0564DB63-B339-6C21-A591-8F083D9D3FBE}"/>
              </a:ext>
            </a:extLst>
          </p:cNvPr>
          <p:cNvSpPr>
            <a:spLocks noGrp="1"/>
          </p:cNvSpPr>
          <p:nvPr>
            <p:ph type="pic" idx="18" hasCustomPrompt="1"/>
          </p:nvPr>
        </p:nvSpPr>
        <p:spPr bwMode="gray">
          <a:xfrm>
            <a:off x="6132000" y="1844675"/>
            <a:ext cx="2988000" cy="5013325"/>
          </a:xfrm>
          <a:solidFill>
            <a:srgbClr val="E4E7E9"/>
          </a:solidFill>
        </p:spPr>
        <p:txBody>
          <a:bodyPr lIns="72000" tIns="0" rIns="72000" bIns="648000" anchor="ctr" anchorCtr="0"/>
          <a:lstStyle>
            <a:lvl1pPr marL="0" indent="0" algn="ctr">
              <a:spcBef>
                <a:spcPts val="0"/>
              </a:spcBef>
              <a:spcAft>
                <a:spcPts val="0"/>
              </a:spcAft>
              <a:buNone/>
              <a:defRPr sz="1200" b="0">
                <a:solidFill>
                  <a:schemeClr val="tx1"/>
                </a:solidFill>
                <a:latin typeface="+mn-lt"/>
              </a:defRPr>
            </a:lvl1pPr>
            <a:lvl2pPr marL="0" indent="0" algn="ctr">
              <a:spcBef>
                <a:spcPts val="0"/>
              </a:spcBef>
              <a:spcAft>
                <a:spcPts val="0"/>
              </a:spcAft>
              <a:buNone/>
              <a:defRPr sz="1200" b="0">
                <a:solidFill>
                  <a:schemeClr val="tx1"/>
                </a:solidFill>
                <a:latin typeface="+mn-lt"/>
              </a:defRPr>
            </a:lvl2pPr>
            <a:lvl3pPr marL="0" indent="0" algn="ctr">
              <a:spcBef>
                <a:spcPts val="0"/>
              </a:spcBef>
              <a:spcAft>
                <a:spcPts val="0"/>
              </a:spcAft>
              <a:buNone/>
              <a:defRPr sz="1200" b="0">
                <a:solidFill>
                  <a:schemeClr val="tx1"/>
                </a:solidFill>
                <a:latin typeface="+mn-lt"/>
              </a:defRPr>
            </a:lvl3pPr>
            <a:lvl4pPr marL="0" indent="0" algn="ctr">
              <a:spcBef>
                <a:spcPts val="0"/>
              </a:spcBef>
              <a:spcAft>
                <a:spcPts val="0"/>
              </a:spcAft>
              <a:buNone/>
              <a:defRPr sz="1200" b="0">
                <a:solidFill>
                  <a:schemeClr val="tx1"/>
                </a:solidFill>
                <a:latin typeface="+mn-lt"/>
              </a:defRPr>
            </a:lvl4pPr>
            <a:lvl5pPr marL="0" indent="0" algn="ctr">
              <a:spcBef>
                <a:spcPts val="0"/>
              </a:spcBef>
              <a:spcAft>
                <a:spcPts val="0"/>
              </a:spcAft>
              <a:buNone/>
              <a:defRPr sz="1200" b="0">
                <a:solidFill>
                  <a:schemeClr val="tx1"/>
                </a:solidFill>
                <a:latin typeface="+mn-lt"/>
              </a:defRPr>
            </a:lvl5pPr>
            <a:lvl6pPr marL="0" indent="0" algn="ctr">
              <a:spcBef>
                <a:spcPts val="0"/>
              </a:spcBef>
              <a:spcAft>
                <a:spcPts val="0"/>
              </a:spcAft>
              <a:buNone/>
              <a:defRPr sz="1200" b="0">
                <a:solidFill>
                  <a:schemeClr val="tx1"/>
                </a:solidFill>
                <a:latin typeface="+mn-lt"/>
              </a:defRPr>
            </a:lvl6pPr>
            <a:lvl7pPr marL="0" indent="0" algn="ctr">
              <a:spcBef>
                <a:spcPts val="0"/>
              </a:spcBef>
              <a:spcAft>
                <a:spcPts val="0"/>
              </a:spcAft>
              <a:buNone/>
              <a:defRPr sz="1200" b="0">
                <a:solidFill>
                  <a:schemeClr val="tx1"/>
                </a:solidFill>
                <a:latin typeface="+mn-lt"/>
              </a:defRPr>
            </a:lvl7pPr>
            <a:lvl8pPr marL="0" indent="0" algn="ctr">
              <a:spcBef>
                <a:spcPts val="0"/>
              </a:spcBef>
              <a:spcAft>
                <a:spcPts val="0"/>
              </a:spcAft>
              <a:buNone/>
              <a:defRPr sz="1200" b="0">
                <a:solidFill>
                  <a:schemeClr val="tx1"/>
                </a:solidFill>
                <a:latin typeface="+mn-lt"/>
              </a:defRPr>
            </a:lvl8pPr>
            <a:lvl9pPr marL="0" indent="0" algn="ctr">
              <a:spcBef>
                <a:spcPts val="0"/>
              </a:spcBef>
              <a:spcAft>
                <a:spcPts val="0"/>
              </a:spcAft>
              <a:buNone/>
              <a:defRPr sz="1200" b="0">
                <a:solidFill>
                  <a:schemeClr val="tx1"/>
                </a:solidFill>
                <a:latin typeface="+mn-lt"/>
              </a:defRPr>
            </a:lvl9pPr>
          </a:lstStyle>
          <a:p>
            <a:pPr lvl="0"/>
            <a:r>
              <a:rPr lang="de-DE" dirty="0"/>
              <a:t>Bild durch Klick auf das Icon einfügen.</a:t>
            </a:r>
          </a:p>
        </p:txBody>
      </p:sp>
      <p:sp>
        <p:nvSpPr>
          <p:cNvPr id="8" name="Bildplatzhalter 4">
            <a:extLst>
              <a:ext uri="{FF2B5EF4-FFF2-40B4-BE49-F238E27FC236}">
                <a16:creationId xmlns:a16="http://schemas.microsoft.com/office/drawing/2014/main" id="{C5346421-8D62-39A3-73FF-29EA4FC25575}"/>
              </a:ext>
            </a:extLst>
          </p:cNvPr>
          <p:cNvSpPr>
            <a:spLocks noGrp="1"/>
          </p:cNvSpPr>
          <p:nvPr>
            <p:ph type="pic" idx="19" hasCustomPrompt="1"/>
          </p:nvPr>
        </p:nvSpPr>
        <p:spPr bwMode="gray">
          <a:xfrm>
            <a:off x="9192000" y="1844675"/>
            <a:ext cx="3000000" cy="5013325"/>
          </a:xfrm>
          <a:solidFill>
            <a:srgbClr val="E4E7E9"/>
          </a:solidFill>
        </p:spPr>
        <p:txBody>
          <a:bodyPr lIns="72000" tIns="0" rIns="72000" bIns="648000" anchor="ctr" anchorCtr="0"/>
          <a:lstStyle>
            <a:lvl1pPr marL="0" indent="0" algn="ctr">
              <a:spcBef>
                <a:spcPts val="0"/>
              </a:spcBef>
              <a:spcAft>
                <a:spcPts val="0"/>
              </a:spcAft>
              <a:buNone/>
              <a:defRPr sz="1200" b="0">
                <a:solidFill>
                  <a:schemeClr val="tx1"/>
                </a:solidFill>
                <a:latin typeface="+mn-lt"/>
              </a:defRPr>
            </a:lvl1pPr>
            <a:lvl2pPr marL="0" indent="0" algn="ctr">
              <a:spcBef>
                <a:spcPts val="0"/>
              </a:spcBef>
              <a:spcAft>
                <a:spcPts val="0"/>
              </a:spcAft>
              <a:buNone/>
              <a:defRPr sz="1200" b="0">
                <a:solidFill>
                  <a:schemeClr val="tx1"/>
                </a:solidFill>
                <a:latin typeface="+mn-lt"/>
              </a:defRPr>
            </a:lvl2pPr>
            <a:lvl3pPr marL="0" indent="0" algn="ctr">
              <a:spcBef>
                <a:spcPts val="0"/>
              </a:spcBef>
              <a:spcAft>
                <a:spcPts val="0"/>
              </a:spcAft>
              <a:buNone/>
              <a:defRPr sz="1200" b="0">
                <a:solidFill>
                  <a:schemeClr val="tx1"/>
                </a:solidFill>
                <a:latin typeface="+mn-lt"/>
              </a:defRPr>
            </a:lvl3pPr>
            <a:lvl4pPr marL="0" indent="0" algn="ctr">
              <a:spcBef>
                <a:spcPts val="0"/>
              </a:spcBef>
              <a:spcAft>
                <a:spcPts val="0"/>
              </a:spcAft>
              <a:buNone/>
              <a:defRPr sz="1200" b="0">
                <a:solidFill>
                  <a:schemeClr val="tx1"/>
                </a:solidFill>
                <a:latin typeface="+mn-lt"/>
              </a:defRPr>
            </a:lvl4pPr>
            <a:lvl5pPr marL="0" indent="0" algn="ctr">
              <a:spcBef>
                <a:spcPts val="0"/>
              </a:spcBef>
              <a:spcAft>
                <a:spcPts val="0"/>
              </a:spcAft>
              <a:buNone/>
              <a:defRPr sz="1200" b="0">
                <a:solidFill>
                  <a:schemeClr val="tx1"/>
                </a:solidFill>
                <a:latin typeface="+mn-lt"/>
              </a:defRPr>
            </a:lvl5pPr>
            <a:lvl6pPr marL="0" indent="0" algn="ctr">
              <a:spcBef>
                <a:spcPts val="0"/>
              </a:spcBef>
              <a:spcAft>
                <a:spcPts val="0"/>
              </a:spcAft>
              <a:buNone/>
              <a:defRPr sz="1200" b="0">
                <a:solidFill>
                  <a:schemeClr val="tx1"/>
                </a:solidFill>
                <a:latin typeface="+mn-lt"/>
              </a:defRPr>
            </a:lvl6pPr>
            <a:lvl7pPr marL="0" indent="0" algn="ctr">
              <a:spcBef>
                <a:spcPts val="0"/>
              </a:spcBef>
              <a:spcAft>
                <a:spcPts val="0"/>
              </a:spcAft>
              <a:buNone/>
              <a:defRPr sz="1200" b="0">
                <a:solidFill>
                  <a:schemeClr val="tx1"/>
                </a:solidFill>
                <a:latin typeface="+mn-lt"/>
              </a:defRPr>
            </a:lvl7pPr>
            <a:lvl8pPr marL="0" indent="0" algn="ctr">
              <a:spcBef>
                <a:spcPts val="0"/>
              </a:spcBef>
              <a:spcAft>
                <a:spcPts val="0"/>
              </a:spcAft>
              <a:buNone/>
              <a:defRPr sz="1200" b="0">
                <a:solidFill>
                  <a:schemeClr val="tx1"/>
                </a:solidFill>
                <a:latin typeface="+mn-lt"/>
              </a:defRPr>
            </a:lvl8pPr>
            <a:lvl9pPr marL="0" indent="0" algn="ctr">
              <a:spcBef>
                <a:spcPts val="0"/>
              </a:spcBef>
              <a:spcAft>
                <a:spcPts val="0"/>
              </a:spcAft>
              <a:buNone/>
              <a:defRPr sz="1200" b="0">
                <a:solidFill>
                  <a:schemeClr val="tx1"/>
                </a:solidFill>
                <a:latin typeface="+mn-lt"/>
              </a:defRPr>
            </a:lvl9pPr>
          </a:lstStyle>
          <a:p>
            <a:pPr lvl="0"/>
            <a:r>
              <a:rPr lang="de-DE" dirty="0"/>
              <a:t>Bild durch Klick auf das Icon einfügen.</a:t>
            </a:r>
          </a:p>
        </p:txBody>
      </p:sp>
    </p:spTree>
    <p:extLst>
      <p:ext uri="{BB962C8B-B14F-4D97-AF65-F5344CB8AC3E}">
        <p14:creationId xmlns:p14="http://schemas.microsoft.com/office/powerpoint/2010/main" val="186376688"/>
      </p:ext>
    </p:extLst>
  </p:cSld>
  <p:clrMapOvr>
    <a:masterClrMapping/>
  </p:clrMapOvr>
  <p:extLst>
    <p:ext uri="{DCECCB84-F9BA-43D5-87BE-67443E8EF086}">
      <p15:sldGuideLst xmlns:p15="http://schemas.microsoft.com/office/powerpoint/2012/main">
        <p15:guide id="1" orient="horz" pos="1162" userDrawn="1">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Ein Bild mit Text | Blaugrau">
    <p:bg>
      <p:bgPr>
        <a:solidFill>
          <a:schemeClr val="bg2"/>
        </a:solidFill>
        <a:effectLst/>
      </p:bgPr>
    </p:bg>
    <p:spTree>
      <p:nvGrpSpPr>
        <p:cNvPr id="1" name=""/>
        <p:cNvGrpSpPr/>
        <p:nvPr/>
      </p:nvGrpSpPr>
      <p:grpSpPr>
        <a:xfrm>
          <a:off x="0" y="0"/>
          <a:ext cx="0" cy="0"/>
          <a:chOff x="0" y="0"/>
          <a:chExt cx="0" cy="0"/>
        </a:xfrm>
      </p:grpSpPr>
      <p:sp>
        <p:nvSpPr>
          <p:cNvPr id="4" name="Datum">
            <a:extLst>
              <a:ext uri="{FF2B5EF4-FFF2-40B4-BE49-F238E27FC236}">
                <a16:creationId xmlns:a16="http://schemas.microsoft.com/office/drawing/2014/main" id="{CEAEF033-4CFF-0CAC-EDCE-4AF76DE3483D}"/>
              </a:ext>
              <a:ext uri="{C183D7F6-B498-43B3-948B-1728B52AA6E4}">
                <adec:decorative xmlns:adec="http://schemas.microsoft.com/office/drawing/2017/decorative" val="1"/>
              </a:ext>
            </a:extLst>
          </p:cNvPr>
          <p:cNvSpPr>
            <a:spLocks noGrp="1"/>
          </p:cNvSpPr>
          <p:nvPr>
            <p:ph type="dt" sz="half" idx="15"/>
          </p:nvPr>
        </p:nvSpPr>
        <p:spPr bwMode="gray"/>
        <p:txBody>
          <a:bodyPr/>
          <a:lstStyle>
            <a:lvl1pPr>
              <a:defRPr>
                <a:solidFill>
                  <a:schemeClr val="tx1">
                    <a:alpha val="0"/>
                  </a:schemeClr>
                </a:solidFill>
              </a:defRPr>
            </a:lvl1pPr>
          </a:lstStyle>
          <a:p>
            <a:fld id="{E4D38EFF-B953-413A-8A15-5C46FFC3DF38}" type="datetime1">
              <a:rPr lang="en-US" smtClean="0"/>
              <a:t>6/9/2026</a:t>
            </a:fld>
            <a:endParaRPr lang="de-DE" dirty="0"/>
          </a:p>
        </p:txBody>
      </p:sp>
      <p:sp>
        <p:nvSpPr>
          <p:cNvPr id="9" name="Fußzeile">
            <a:extLst>
              <a:ext uri="{FF2B5EF4-FFF2-40B4-BE49-F238E27FC236}">
                <a16:creationId xmlns:a16="http://schemas.microsoft.com/office/drawing/2014/main" id="{6FD3C00F-10BD-2FF0-BB84-A4D9FEE4747B}"/>
              </a:ext>
              <a:ext uri="{C183D7F6-B498-43B3-948B-1728B52AA6E4}">
                <adec:decorative xmlns:adec="http://schemas.microsoft.com/office/drawing/2017/decorative" val="1"/>
              </a:ext>
            </a:extLst>
          </p:cNvPr>
          <p:cNvSpPr>
            <a:spLocks noGrp="1"/>
          </p:cNvSpPr>
          <p:nvPr>
            <p:ph type="ftr" sz="quarter" idx="16"/>
          </p:nvPr>
        </p:nvSpPr>
        <p:spPr bwMode="gray"/>
        <p:txBody>
          <a:bodyPr/>
          <a:lstStyle>
            <a:lvl1pPr>
              <a:defRPr>
                <a:solidFill>
                  <a:schemeClr val="tx1">
                    <a:alpha val="0"/>
                  </a:schemeClr>
                </a:solidFill>
              </a:defRPr>
            </a:lvl1pPr>
          </a:lstStyle>
          <a:p>
            <a:r>
              <a:rPr lang="en-US"/>
              <a:t>Firstname Lastname:  Thesis Title </a:t>
            </a:r>
            <a:endParaRPr lang="de-DE" dirty="0"/>
          </a:p>
        </p:txBody>
      </p:sp>
      <p:sp>
        <p:nvSpPr>
          <p:cNvPr id="10" name="Seitenzahl">
            <a:extLst>
              <a:ext uri="{FF2B5EF4-FFF2-40B4-BE49-F238E27FC236}">
                <a16:creationId xmlns:a16="http://schemas.microsoft.com/office/drawing/2014/main" id="{2735F53F-6FCA-074F-50BC-A8593EA75957}"/>
              </a:ext>
            </a:extLst>
          </p:cNvPr>
          <p:cNvSpPr>
            <a:spLocks noGrp="1"/>
          </p:cNvSpPr>
          <p:nvPr>
            <p:ph type="sldNum" sz="quarter" idx="17"/>
          </p:nvPr>
        </p:nvSpPr>
        <p:spPr bwMode="gray">
          <a:xfrm>
            <a:off x="10992000" y="6439500"/>
            <a:ext cx="504000" cy="144000"/>
          </a:xfrm>
          <a:prstGeom prst="rect">
            <a:avLst/>
          </a:prstGeom>
        </p:spPr>
        <p:txBody>
          <a:bodyPr/>
          <a:lstStyle>
            <a:lvl1pPr>
              <a:defRPr>
                <a:solidFill>
                  <a:schemeClr val="tx1">
                    <a:alpha val="0"/>
                  </a:schemeClr>
                </a:solidFill>
              </a:defRPr>
            </a:lvl1pPr>
          </a:lstStyle>
          <a:p>
            <a:fld id="{D836C0FE-70CA-4950-82D6-CF602CC2B770}" type="slidenum">
              <a:rPr lang="de-DE" smtClean="0"/>
              <a:pPr/>
              <a:t>‹Nr.›</a:t>
            </a:fld>
            <a:endParaRPr lang="de-DE" dirty="0"/>
          </a:p>
        </p:txBody>
      </p:sp>
      <p:sp>
        <p:nvSpPr>
          <p:cNvPr id="2" name="Titel">
            <a:extLst>
              <a:ext uri="{FF2B5EF4-FFF2-40B4-BE49-F238E27FC236}">
                <a16:creationId xmlns:a16="http://schemas.microsoft.com/office/drawing/2014/main" id="{5B6403BF-8676-47B0-A57F-13E28F67CEC2}"/>
              </a:ext>
            </a:extLst>
          </p:cNvPr>
          <p:cNvSpPr>
            <a:spLocks noGrp="1"/>
          </p:cNvSpPr>
          <p:nvPr>
            <p:ph type="title" hasCustomPrompt="1"/>
          </p:nvPr>
        </p:nvSpPr>
        <p:spPr bwMode="invGray"/>
        <p:txBody>
          <a:bodyPr/>
          <a:lstStyle>
            <a:lvl1pPr>
              <a:defRPr>
                <a:solidFill>
                  <a:schemeClr val="bg1"/>
                </a:solidFill>
              </a:defRPr>
            </a:lvl1pPr>
          </a:lstStyle>
          <a:p>
            <a:r>
              <a:rPr lang="de-DE" dirty="0"/>
              <a:t>Folientitel</a:t>
            </a:r>
          </a:p>
        </p:txBody>
      </p:sp>
      <p:sp>
        <p:nvSpPr>
          <p:cNvPr id="11" name="Bildplatzhalter">
            <a:extLst>
              <a:ext uri="{FF2B5EF4-FFF2-40B4-BE49-F238E27FC236}">
                <a16:creationId xmlns:a16="http://schemas.microsoft.com/office/drawing/2014/main" id="{FAA5048C-F469-9EBB-1545-BE067778550E}"/>
              </a:ext>
            </a:extLst>
          </p:cNvPr>
          <p:cNvSpPr>
            <a:spLocks noGrp="1"/>
          </p:cNvSpPr>
          <p:nvPr>
            <p:ph type="pic" idx="13" hasCustomPrompt="1"/>
          </p:nvPr>
        </p:nvSpPr>
        <p:spPr bwMode="gray">
          <a:xfrm>
            <a:off x="0" y="1845000"/>
            <a:ext cx="12192000" cy="5013000"/>
          </a:xfrm>
          <a:solidFill>
            <a:srgbClr val="E4E7E9"/>
          </a:solidFill>
        </p:spPr>
        <p:txBody>
          <a:bodyPr lIns="72000" tIns="0" rIns="72000" bIns="648000" anchor="ctr" anchorCtr="0"/>
          <a:lstStyle>
            <a:lvl1pPr marL="0" indent="0" algn="ctr">
              <a:spcBef>
                <a:spcPts val="0"/>
              </a:spcBef>
              <a:spcAft>
                <a:spcPts val="0"/>
              </a:spcAft>
              <a:buNone/>
              <a:defRPr sz="1200" b="0">
                <a:solidFill>
                  <a:schemeClr val="tx1"/>
                </a:solidFill>
                <a:latin typeface="+mn-lt"/>
              </a:defRPr>
            </a:lvl1pPr>
            <a:lvl2pPr marL="0" indent="0" algn="ctr">
              <a:spcBef>
                <a:spcPts val="0"/>
              </a:spcBef>
              <a:spcAft>
                <a:spcPts val="0"/>
              </a:spcAft>
              <a:buNone/>
              <a:defRPr sz="1200" b="0">
                <a:solidFill>
                  <a:schemeClr val="tx1"/>
                </a:solidFill>
                <a:latin typeface="+mn-lt"/>
              </a:defRPr>
            </a:lvl2pPr>
            <a:lvl3pPr marL="0" indent="0" algn="ctr">
              <a:spcBef>
                <a:spcPts val="0"/>
              </a:spcBef>
              <a:spcAft>
                <a:spcPts val="0"/>
              </a:spcAft>
              <a:buNone/>
              <a:defRPr sz="1200" b="0">
                <a:solidFill>
                  <a:schemeClr val="tx1"/>
                </a:solidFill>
                <a:latin typeface="+mn-lt"/>
              </a:defRPr>
            </a:lvl3pPr>
            <a:lvl4pPr marL="0" indent="0" algn="ctr">
              <a:spcBef>
                <a:spcPts val="0"/>
              </a:spcBef>
              <a:spcAft>
                <a:spcPts val="0"/>
              </a:spcAft>
              <a:buNone/>
              <a:defRPr sz="1200" b="0">
                <a:solidFill>
                  <a:schemeClr val="tx1"/>
                </a:solidFill>
                <a:latin typeface="+mn-lt"/>
              </a:defRPr>
            </a:lvl4pPr>
            <a:lvl5pPr marL="0" indent="0" algn="ctr">
              <a:spcBef>
                <a:spcPts val="0"/>
              </a:spcBef>
              <a:spcAft>
                <a:spcPts val="0"/>
              </a:spcAft>
              <a:buNone/>
              <a:defRPr sz="1200" b="0">
                <a:solidFill>
                  <a:schemeClr val="tx1"/>
                </a:solidFill>
                <a:latin typeface="+mn-lt"/>
              </a:defRPr>
            </a:lvl5pPr>
            <a:lvl6pPr marL="0" indent="0" algn="ctr">
              <a:spcBef>
                <a:spcPts val="0"/>
              </a:spcBef>
              <a:spcAft>
                <a:spcPts val="0"/>
              </a:spcAft>
              <a:buNone/>
              <a:defRPr sz="1200" b="0">
                <a:solidFill>
                  <a:schemeClr val="tx1"/>
                </a:solidFill>
                <a:latin typeface="+mn-lt"/>
              </a:defRPr>
            </a:lvl6pPr>
            <a:lvl7pPr marL="0" indent="0" algn="ctr">
              <a:spcBef>
                <a:spcPts val="0"/>
              </a:spcBef>
              <a:spcAft>
                <a:spcPts val="0"/>
              </a:spcAft>
              <a:buNone/>
              <a:defRPr sz="1200" b="0">
                <a:solidFill>
                  <a:schemeClr val="tx1"/>
                </a:solidFill>
                <a:latin typeface="+mn-lt"/>
              </a:defRPr>
            </a:lvl7pPr>
            <a:lvl8pPr marL="0" indent="0" algn="ctr">
              <a:spcBef>
                <a:spcPts val="0"/>
              </a:spcBef>
              <a:spcAft>
                <a:spcPts val="0"/>
              </a:spcAft>
              <a:buNone/>
              <a:defRPr sz="1200" b="0">
                <a:solidFill>
                  <a:schemeClr val="tx1"/>
                </a:solidFill>
                <a:latin typeface="+mn-lt"/>
              </a:defRPr>
            </a:lvl8pPr>
            <a:lvl9pPr marL="0" indent="0" algn="ctr">
              <a:spcBef>
                <a:spcPts val="0"/>
              </a:spcBef>
              <a:spcAft>
                <a:spcPts val="0"/>
              </a:spcAft>
              <a:buNone/>
              <a:defRPr sz="1200" b="0">
                <a:solidFill>
                  <a:schemeClr val="tx1"/>
                </a:solidFill>
                <a:latin typeface="+mn-lt"/>
              </a:defRPr>
            </a:lvl9pPr>
          </a:lstStyle>
          <a:p>
            <a:pPr lvl="0"/>
            <a:r>
              <a:rPr lang="de-DE" dirty="0"/>
              <a:t>Bild durch Klick auf das Icon einfügen.</a:t>
            </a:r>
          </a:p>
        </p:txBody>
      </p:sp>
      <p:sp>
        <p:nvSpPr>
          <p:cNvPr id="8" name="Textplatzhalter">
            <a:extLst>
              <a:ext uri="{FF2B5EF4-FFF2-40B4-BE49-F238E27FC236}">
                <a16:creationId xmlns:a16="http://schemas.microsoft.com/office/drawing/2014/main" id="{1C47F70D-E672-4F7E-7495-7F0743A6E8E5}"/>
              </a:ext>
            </a:extLst>
          </p:cNvPr>
          <p:cNvSpPr>
            <a:spLocks noGrp="1"/>
          </p:cNvSpPr>
          <p:nvPr>
            <p:ph type="body" sz="quarter" idx="14" hasCustomPrompt="1"/>
          </p:nvPr>
        </p:nvSpPr>
        <p:spPr bwMode="gray">
          <a:xfrm>
            <a:off x="8184000" y="2492999"/>
            <a:ext cx="3312000" cy="3671264"/>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vl6pPr>
              <a:defRPr>
                <a:solidFill>
                  <a:schemeClr val="bg1"/>
                </a:solidFill>
              </a:defRPr>
            </a:lvl6pPr>
            <a:lvl7pPr>
              <a:defRPr>
                <a:solidFill>
                  <a:schemeClr val="bg1"/>
                </a:solidFill>
              </a:defRPr>
            </a:lvl7pPr>
            <a:lvl8pPr>
              <a:defRPr>
                <a:solidFill>
                  <a:schemeClr val="bg1"/>
                </a:solidFill>
              </a:defRPr>
            </a:lvl8pPr>
            <a:lvl9pPr>
              <a:defRPr>
                <a:solidFill>
                  <a:schemeClr val="bg1"/>
                </a:solidFill>
              </a:defRPr>
            </a:lvl9pPr>
          </a:lstStyle>
          <a:p>
            <a:pPr lvl="0"/>
            <a:r>
              <a:rPr lang="de-DE" dirty="0"/>
              <a:t>Das ist ein Fließtext. Nutzen Sie die Schaltflächen „Listenebene erhöhen“ bzw. „verringern“ (auf der Registerlasche „Start“), um die vordefinierten Textformatierungen anzusteuern.</a:t>
            </a:r>
          </a:p>
          <a:p>
            <a:pPr lvl="1"/>
            <a:r>
              <a:rPr lang="de-DE" dirty="0"/>
              <a:t>Zweite Ebene</a:t>
            </a:r>
          </a:p>
          <a:p>
            <a:pPr lvl="2"/>
            <a:r>
              <a:rPr lang="de-DE" dirty="0"/>
              <a:t>Dritte Ebene</a:t>
            </a:r>
          </a:p>
          <a:p>
            <a:pPr lvl="3"/>
            <a:r>
              <a:rPr lang="de-DE" dirty="0"/>
              <a:t>Vierte Ebene</a:t>
            </a:r>
          </a:p>
        </p:txBody>
      </p:sp>
    </p:spTree>
    <p:extLst>
      <p:ext uri="{BB962C8B-B14F-4D97-AF65-F5344CB8AC3E}">
        <p14:creationId xmlns:p14="http://schemas.microsoft.com/office/powerpoint/2010/main" val="1880015319"/>
      </p:ext>
    </p:extLst>
  </p:cSld>
  <p:clrMapOvr>
    <a:masterClrMapping/>
  </p:clrMapOvr>
  <p:extLst>
    <p:ext uri="{DCECCB84-F9BA-43D5-87BE-67443E8EF086}">
      <p15:sldGuideLst xmlns:p15="http://schemas.microsoft.com/office/powerpoint/2012/main">
        <p15:guide id="1" orient="horz" pos="1570" userDrawn="1">
          <p15:clr>
            <a:srgbClr val="FBAE40"/>
          </p15:clr>
        </p15:guide>
        <p15:guide id="3" pos="7242" userDrawn="1">
          <p15:clr>
            <a:srgbClr val="FBAE40"/>
          </p15:clr>
        </p15:guide>
        <p15:guide id="4" pos="438" userDrawn="1">
          <p15:clr>
            <a:srgbClr val="FBAE40"/>
          </p15:clr>
        </p15:guide>
        <p15:guide id="5" orient="horz" pos="3883" userDrawn="1">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Zwei Bilder | Blaugrau">
    <p:bg>
      <p:bgPr>
        <a:solidFill>
          <a:schemeClr val="bg2"/>
        </a:solidFill>
        <a:effectLst/>
      </p:bgPr>
    </p:bg>
    <p:spTree>
      <p:nvGrpSpPr>
        <p:cNvPr id="1" name=""/>
        <p:cNvGrpSpPr/>
        <p:nvPr/>
      </p:nvGrpSpPr>
      <p:grpSpPr>
        <a:xfrm>
          <a:off x="0" y="0"/>
          <a:ext cx="0" cy="0"/>
          <a:chOff x="0" y="0"/>
          <a:chExt cx="0" cy="0"/>
        </a:xfrm>
      </p:grpSpPr>
      <p:sp>
        <p:nvSpPr>
          <p:cNvPr id="8" name="Datum">
            <a:extLst>
              <a:ext uri="{FF2B5EF4-FFF2-40B4-BE49-F238E27FC236}">
                <a16:creationId xmlns:a16="http://schemas.microsoft.com/office/drawing/2014/main" id="{421C8727-9DB4-D509-7970-DA87F653771E}"/>
              </a:ext>
              <a:ext uri="{C183D7F6-B498-43B3-948B-1728B52AA6E4}">
                <adec:decorative xmlns:adec="http://schemas.microsoft.com/office/drawing/2017/decorative" val="1"/>
              </a:ext>
            </a:extLst>
          </p:cNvPr>
          <p:cNvSpPr>
            <a:spLocks noGrp="1"/>
          </p:cNvSpPr>
          <p:nvPr>
            <p:ph type="dt" sz="half" idx="18"/>
          </p:nvPr>
        </p:nvSpPr>
        <p:spPr bwMode="gray"/>
        <p:txBody>
          <a:bodyPr/>
          <a:lstStyle>
            <a:lvl1pPr>
              <a:defRPr>
                <a:solidFill>
                  <a:schemeClr val="tx1">
                    <a:alpha val="0"/>
                  </a:schemeClr>
                </a:solidFill>
              </a:defRPr>
            </a:lvl1pPr>
          </a:lstStyle>
          <a:p>
            <a:fld id="{51360767-738B-4291-B2D1-C9C2E7B112F5}" type="datetime1">
              <a:rPr lang="en-US" smtClean="0"/>
              <a:t>6/9/2026</a:t>
            </a:fld>
            <a:endParaRPr lang="de-DE" dirty="0"/>
          </a:p>
        </p:txBody>
      </p:sp>
      <p:sp>
        <p:nvSpPr>
          <p:cNvPr id="9" name="Fußzeile">
            <a:extLst>
              <a:ext uri="{FF2B5EF4-FFF2-40B4-BE49-F238E27FC236}">
                <a16:creationId xmlns:a16="http://schemas.microsoft.com/office/drawing/2014/main" id="{36128DE3-C039-C247-20CB-565C35B1C502}"/>
              </a:ext>
              <a:ext uri="{C183D7F6-B498-43B3-948B-1728B52AA6E4}">
                <adec:decorative xmlns:adec="http://schemas.microsoft.com/office/drawing/2017/decorative" val="1"/>
              </a:ext>
            </a:extLst>
          </p:cNvPr>
          <p:cNvSpPr>
            <a:spLocks noGrp="1"/>
          </p:cNvSpPr>
          <p:nvPr>
            <p:ph type="ftr" sz="quarter" idx="19"/>
          </p:nvPr>
        </p:nvSpPr>
        <p:spPr bwMode="gray"/>
        <p:txBody>
          <a:bodyPr/>
          <a:lstStyle>
            <a:lvl1pPr>
              <a:defRPr>
                <a:solidFill>
                  <a:schemeClr val="tx1">
                    <a:alpha val="0"/>
                  </a:schemeClr>
                </a:solidFill>
              </a:defRPr>
            </a:lvl1pPr>
          </a:lstStyle>
          <a:p>
            <a:r>
              <a:rPr lang="en-US"/>
              <a:t>Firstname Lastname:  Thesis Title </a:t>
            </a:r>
            <a:endParaRPr lang="de-DE" dirty="0"/>
          </a:p>
        </p:txBody>
      </p:sp>
      <p:sp>
        <p:nvSpPr>
          <p:cNvPr id="10" name="Seitenzahl">
            <a:extLst>
              <a:ext uri="{FF2B5EF4-FFF2-40B4-BE49-F238E27FC236}">
                <a16:creationId xmlns:a16="http://schemas.microsoft.com/office/drawing/2014/main" id="{E4AE5A04-4E3E-39C8-41BE-BE4DFA83436C}"/>
              </a:ext>
            </a:extLst>
          </p:cNvPr>
          <p:cNvSpPr>
            <a:spLocks noGrp="1"/>
          </p:cNvSpPr>
          <p:nvPr>
            <p:ph type="sldNum" sz="quarter" idx="20"/>
          </p:nvPr>
        </p:nvSpPr>
        <p:spPr bwMode="gray">
          <a:xfrm>
            <a:off x="10992000" y="6439500"/>
            <a:ext cx="504000" cy="144000"/>
          </a:xfrm>
          <a:prstGeom prst="rect">
            <a:avLst/>
          </a:prstGeom>
        </p:spPr>
        <p:txBody>
          <a:bodyPr/>
          <a:lstStyle>
            <a:lvl1pPr>
              <a:defRPr>
                <a:solidFill>
                  <a:schemeClr val="tx1">
                    <a:alpha val="0"/>
                  </a:schemeClr>
                </a:solidFill>
              </a:defRPr>
            </a:lvl1pPr>
          </a:lstStyle>
          <a:p>
            <a:fld id="{D836C0FE-70CA-4950-82D6-CF602CC2B770}" type="slidenum">
              <a:rPr lang="de-DE" smtClean="0"/>
              <a:pPr/>
              <a:t>‹Nr.›</a:t>
            </a:fld>
            <a:endParaRPr lang="de-DE" dirty="0"/>
          </a:p>
        </p:txBody>
      </p:sp>
      <p:sp>
        <p:nvSpPr>
          <p:cNvPr id="15" name="Titel">
            <a:extLst>
              <a:ext uri="{FF2B5EF4-FFF2-40B4-BE49-F238E27FC236}">
                <a16:creationId xmlns:a16="http://schemas.microsoft.com/office/drawing/2014/main" id="{729E722B-A48F-697F-545D-A8CD5D85180E}"/>
              </a:ext>
            </a:extLst>
          </p:cNvPr>
          <p:cNvSpPr>
            <a:spLocks noGrp="1"/>
          </p:cNvSpPr>
          <p:nvPr>
            <p:ph type="title" hasCustomPrompt="1"/>
          </p:nvPr>
        </p:nvSpPr>
        <p:spPr bwMode="invGray"/>
        <p:txBody>
          <a:bodyPr/>
          <a:lstStyle>
            <a:lvl1pPr>
              <a:defRPr>
                <a:solidFill>
                  <a:schemeClr val="bg1"/>
                </a:solidFill>
              </a:defRPr>
            </a:lvl1pPr>
          </a:lstStyle>
          <a:p>
            <a:r>
              <a:rPr lang="de-DE" dirty="0"/>
              <a:t>Folientitel</a:t>
            </a:r>
          </a:p>
        </p:txBody>
      </p:sp>
      <p:sp>
        <p:nvSpPr>
          <p:cNvPr id="11" name="Bildplatzhalter 1">
            <a:extLst>
              <a:ext uri="{FF2B5EF4-FFF2-40B4-BE49-F238E27FC236}">
                <a16:creationId xmlns:a16="http://schemas.microsoft.com/office/drawing/2014/main" id="{FAA5048C-F469-9EBB-1545-BE067778550E}"/>
              </a:ext>
            </a:extLst>
          </p:cNvPr>
          <p:cNvSpPr>
            <a:spLocks noGrp="1"/>
          </p:cNvSpPr>
          <p:nvPr>
            <p:ph type="pic" idx="13" hasCustomPrompt="1"/>
          </p:nvPr>
        </p:nvSpPr>
        <p:spPr bwMode="gray">
          <a:xfrm>
            <a:off x="0" y="1845000"/>
            <a:ext cx="6060000" cy="5013325"/>
          </a:xfrm>
          <a:solidFill>
            <a:srgbClr val="E4E7E9"/>
          </a:solidFill>
        </p:spPr>
        <p:txBody>
          <a:bodyPr lIns="72000" tIns="0" rIns="72000" bIns="648000" anchor="ctr" anchorCtr="0"/>
          <a:lstStyle>
            <a:lvl1pPr marL="0" indent="0" algn="ctr">
              <a:spcBef>
                <a:spcPts val="0"/>
              </a:spcBef>
              <a:spcAft>
                <a:spcPts val="0"/>
              </a:spcAft>
              <a:buNone/>
              <a:defRPr sz="1200" b="0">
                <a:solidFill>
                  <a:schemeClr val="tx1"/>
                </a:solidFill>
                <a:latin typeface="+mn-lt"/>
              </a:defRPr>
            </a:lvl1pPr>
            <a:lvl2pPr marL="0" indent="0" algn="ctr">
              <a:spcBef>
                <a:spcPts val="0"/>
              </a:spcBef>
              <a:spcAft>
                <a:spcPts val="0"/>
              </a:spcAft>
              <a:buNone/>
              <a:defRPr sz="1200" b="0">
                <a:solidFill>
                  <a:schemeClr val="tx1"/>
                </a:solidFill>
                <a:latin typeface="+mn-lt"/>
              </a:defRPr>
            </a:lvl2pPr>
            <a:lvl3pPr marL="0" indent="0" algn="ctr">
              <a:spcBef>
                <a:spcPts val="0"/>
              </a:spcBef>
              <a:spcAft>
                <a:spcPts val="0"/>
              </a:spcAft>
              <a:buNone/>
              <a:defRPr sz="1200" b="0">
                <a:solidFill>
                  <a:schemeClr val="tx1"/>
                </a:solidFill>
                <a:latin typeface="+mn-lt"/>
              </a:defRPr>
            </a:lvl3pPr>
            <a:lvl4pPr marL="0" indent="0" algn="ctr">
              <a:spcBef>
                <a:spcPts val="0"/>
              </a:spcBef>
              <a:spcAft>
                <a:spcPts val="0"/>
              </a:spcAft>
              <a:buNone/>
              <a:defRPr sz="1200" b="0">
                <a:solidFill>
                  <a:schemeClr val="tx1"/>
                </a:solidFill>
                <a:latin typeface="+mn-lt"/>
              </a:defRPr>
            </a:lvl4pPr>
            <a:lvl5pPr marL="0" indent="0" algn="ctr">
              <a:spcBef>
                <a:spcPts val="0"/>
              </a:spcBef>
              <a:spcAft>
                <a:spcPts val="0"/>
              </a:spcAft>
              <a:buNone/>
              <a:defRPr sz="1200" b="0">
                <a:solidFill>
                  <a:schemeClr val="tx1"/>
                </a:solidFill>
                <a:latin typeface="+mn-lt"/>
              </a:defRPr>
            </a:lvl5pPr>
            <a:lvl6pPr marL="0" indent="0" algn="ctr">
              <a:spcBef>
                <a:spcPts val="0"/>
              </a:spcBef>
              <a:spcAft>
                <a:spcPts val="0"/>
              </a:spcAft>
              <a:buNone/>
              <a:defRPr sz="1200" b="0">
                <a:solidFill>
                  <a:schemeClr val="tx1"/>
                </a:solidFill>
                <a:latin typeface="+mn-lt"/>
              </a:defRPr>
            </a:lvl6pPr>
            <a:lvl7pPr marL="0" indent="0" algn="ctr">
              <a:spcBef>
                <a:spcPts val="0"/>
              </a:spcBef>
              <a:spcAft>
                <a:spcPts val="0"/>
              </a:spcAft>
              <a:buNone/>
              <a:defRPr sz="1200" b="0">
                <a:solidFill>
                  <a:schemeClr val="tx1"/>
                </a:solidFill>
                <a:latin typeface="+mn-lt"/>
              </a:defRPr>
            </a:lvl7pPr>
            <a:lvl8pPr marL="0" indent="0" algn="ctr">
              <a:spcBef>
                <a:spcPts val="0"/>
              </a:spcBef>
              <a:spcAft>
                <a:spcPts val="0"/>
              </a:spcAft>
              <a:buNone/>
              <a:defRPr sz="1200" b="0">
                <a:solidFill>
                  <a:schemeClr val="tx1"/>
                </a:solidFill>
                <a:latin typeface="+mn-lt"/>
              </a:defRPr>
            </a:lvl8pPr>
            <a:lvl9pPr marL="0" indent="0" algn="ctr">
              <a:spcBef>
                <a:spcPts val="0"/>
              </a:spcBef>
              <a:spcAft>
                <a:spcPts val="0"/>
              </a:spcAft>
              <a:buNone/>
              <a:defRPr sz="1200" b="0">
                <a:solidFill>
                  <a:schemeClr val="tx1"/>
                </a:solidFill>
                <a:latin typeface="+mn-lt"/>
              </a:defRPr>
            </a:lvl9pPr>
          </a:lstStyle>
          <a:p>
            <a:pPr lvl="0"/>
            <a:r>
              <a:rPr lang="de-DE" dirty="0"/>
              <a:t>Bild durch Klick auf das Icon einfügen.</a:t>
            </a:r>
          </a:p>
        </p:txBody>
      </p:sp>
      <p:sp>
        <p:nvSpPr>
          <p:cNvPr id="13" name="Bildplatzhalter 2">
            <a:extLst>
              <a:ext uri="{FF2B5EF4-FFF2-40B4-BE49-F238E27FC236}">
                <a16:creationId xmlns:a16="http://schemas.microsoft.com/office/drawing/2014/main" id="{6F8284E2-0177-2631-BA3D-F3BF1B4E8AA3}"/>
              </a:ext>
            </a:extLst>
          </p:cNvPr>
          <p:cNvSpPr>
            <a:spLocks noGrp="1"/>
          </p:cNvSpPr>
          <p:nvPr>
            <p:ph type="pic" idx="17" hasCustomPrompt="1"/>
          </p:nvPr>
        </p:nvSpPr>
        <p:spPr bwMode="gray">
          <a:xfrm>
            <a:off x="6132000" y="1845000"/>
            <a:ext cx="6060000" cy="5013325"/>
          </a:xfrm>
          <a:solidFill>
            <a:srgbClr val="E4E7E9"/>
          </a:solidFill>
        </p:spPr>
        <p:txBody>
          <a:bodyPr lIns="72000" tIns="0" rIns="72000" bIns="648000" anchor="ctr" anchorCtr="0"/>
          <a:lstStyle>
            <a:lvl1pPr marL="0" indent="0" algn="ctr">
              <a:spcBef>
                <a:spcPts val="0"/>
              </a:spcBef>
              <a:spcAft>
                <a:spcPts val="0"/>
              </a:spcAft>
              <a:buNone/>
              <a:defRPr sz="1200" b="0">
                <a:solidFill>
                  <a:schemeClr val="tx1"/>
                </a:solidFill>
                <a:latin typeface="+mn-lt"/>
              </a:defRPr>
            </a:lvl1pPr>
            <a:lvl2pPr marL="0" indent="0" algn="ctr">
              <a:spcBef>
                <a:spcPts val="0"/>
              </a:spcBef>
              <a:spcAft>
                <a:spcPts val="0"/>
              </a:spcAft>
              <a:buNone/>
              <a:defRPr sz="1200" b="0">
                <a:solidFill>
                  <a:schemeClr val="tx1"/>
                </a:solidFill>
                <a:latin typeface="+mn-lt"/>
              </a:defRPr>
            </a:lvl2pPr>
            <a:lvl3pPr marL="0" indent="0" algn="ctr">
              <a:spcBef>
                <a:spcPts val="0"/>
              </a:spcBef>
              <a:spcAft>
                <a:spcPts val="0"/>
              </a:spcAft>
              <a:buNone/>
              <a:defRPr sz="1200" b="0">
                <a:solidFill>
                  <a:schemeClr val="tx1"/>
                </a:solidFill>
                <a:latin typeface="+mn-lt"/>
              </a:defRPr>
            </a:lvl3pPr>
            <a:lvl4pPr marL="0" indent="0" algn="ctr">
              <a:spcBef>
                <a:spcPts val="0"/>
              </a:spcBef>
              <a:spcAft>
                <a:spcPts val="0"/>
              </a:spcAft>
              <a:buNone/>
              <a:defRPr sz="1200" b="0">
                <a:solidFill>
                  <a:schemeClr val="tx1"/>
                </a:solidFill>
                <a:latin typeface="+mn-lt"/>
              </a:defRPr>
            </a:lvl4pPr>
            <a:lvl5pPr marL="0" indent="0" algn="ctr">
              <a:spcBef>
                <a:spcPts val="0"/>
              </a:spcBef>
              <a:spcAft>
                <a:spcPts val="0"/>
              </a:spcAft>
              <a:buNone/>
              <a:defRPr sz="1200" b="0">
                <a:solidFill>
                  <a:schemeClr val="tx1"/>
                </a:solidFill>
                <a:latin typeface="+mn-lt"/>
              </a:defRPr>
            </a:lvl5pPr>
            <a:lvl6pPr marL="0" indent="0" algn="ctr">
              <a:spcBef>
                <a:spcPts val="0"/>
              </a:spcBef>
              <a:spcAft>
                <a:spcPts val="0"/>
              </a:spcAft>
              <a:buNone/>
              <a:defRPr sz="1200" b="0">
                <a:solidFill>
                  <a:schemeClr val="tx1"/>
                </a:solidFill>
                <a:latin typeface="+mn-lt"/>
              </a:defRPr>
            </a:lvl6pPr>
            <a:lvl7pPr marL="0" indent="0" algn="ctr">
              <a:spcBef>
                <a:spcPts val="0"/>
              </a:spcBef>
              <a:spcAft>
                <a:spcPts val="0"/>
              </a:spcAft>
              <a:buNone/>
              <a:defRPr sz="1200" b="0">
                <a:solidFill>
                  <a:schemeClr val="tx1"/>
                </a:solidFill>
                <a:latin typeface="+mn-lt"/>
              </a:defRPr>
            </a:lvl7pPr>
            <a:lvl8pPr marL="0" indent="0" algn="ctr">
              <a:spcBef>
                <a:spcPts val="0"/>
              </a:spcBef>
              <a:spcAft>
                <a:spcPts val="0"/>
              </a:spcAft>
              <a:buNone/>
              <a:defRPr sz="1200" b="0">
                <a:solidFill>
                  <a:schemeClr val="tx1"/>
                </a:solidFill>
                <a:latin typeface="+mn-lt"/>
              </a:defRPr>
            </a:lvl8pPr>
            <a:lvl9pPr marL="0" indent="0" algn="ctr">
              <a:spcBef>
                <a:spcPts val="0"/>
              </a:spcBef>
              <a:spcAft>
                <a:spcPts val="0"/>
              </a:spcAft>
              <a:buNone/>
              <a:defRPr sz="1200" b="0">
                <a:solidFill>
                  <a:schemeClr val="tx1"/>
                </a:solidFill>
                <a:latin typeface="+mn-lt"/>
              </a:defRPr>
            </a:lvl9pPr>
          </a:lstStyle>
          <a:p>
            <a:pPr lvl="0"/>
            <a:r>
              <a:rPr lang="de-DE" dirty="0"/>
              <a:t>Bild durch Klick auf das Icon einfügen.</a:t>
            </a:r>
          </a:p>
        </p:txBody>
      </p:sp>
    </p:spTree>
    <p:extLst>
      <p:ext uri="{BB962C8B-B14F-4D97-AF65-F5344CB8AC3E}">
        <p14:creationId xmlns:p14="http://schemas.microsoft.com/office/powerpoint/2010/main" val="2459233984"/>
      </p:ext>
    </p:extLst>
  </p:cSld>
  <p:clrMapOvr>
    <a:masterClrMapping/>
  </p:clrMapOvr>
  <p:extLst>
    <p:ext uri="{DCECCB84-F9BA-43D5-87BE-67443E8EF086}">
      <p15:sldGuideLst xmlns:p15="http://schemas.microsoft.com/office/powerpoint/2012/main">
        <p15:guide id="1" orient="horz" pos="1162" userDrawn="1">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Drei Bilder | Blaugrau">
    <p:bg>
      <p:bgPr>
        <a:solidFill>
          <a:schemeClr val="bg2"/>
        </a:solidFill>
        <a:effectLst/>
      </p:bgPr>
    </p:bg>
    <p:spTree>
      <p:nvGrpSpPr>
        <p:cNvPr id="1" name=""/>
        <p:cNvGrpSpPr/>
        <p:nvPr/>
      </p:nvGrpSpPr>
      <p:grpSpPr>
        <a:xfrm>
          <a:off x="0" y="0"/>
          <a:ext cx="0" cy="0"/>
          <a:chOff x="0" y="0"/>
          <a:chExt cx="0" cy="0"/>
        </a:xfrm>
      </p:grpSpPr>
      <p:sp>
        <p:nvSpPr>
          <p:cNvPr id="3" name="Datum">
            <a:extLst>
              <a:ext uri="{FF2B5EF4-FFF2-40B4-BE49-F238E27FC236}">
                <a16:creationId xmlns:a16="http://schemas.microsoft.com/office/drawing/2014/main" id="{911F7BEC-B5A2-06A5-1D49-BB0D820FF77E}"/>
              </a:ext>
              <a:ext uri="{C183D7F6-B498-43B3-948B-1728B52AA6E4}">
                <adec:decorative xmlns:adec="http://schemas.microsoft.com/office/drawing/2017/decorative" val="1"/>
              </a:ext>
            </a:extLst>
          </p:cNvPr>
          <p:cNvSpPr>
            <a:spLocks noGrp="1"/>
          </p:cNvSpPr>
          <p:nvPr>
            <p:ph type="dt" sz="half" idx="19"/>
          </p:nvPr>
        </p:nvSpPr>
        <p:spPr bwMode="gray"/>
        <p:txBody>
          <a:bodyPr/>
          <a:lstStyle>
            <a:lvl1pPr>
              <a:defRPr>
                <a:solidFill>
                  <a:schemeClr val="tx1">
                    <a:alpha val="0"/>
                  </a:schemeClr>
                </a:solidFill>
              </a:defRPr>
            </a:lvl1pPr>
          </a:lstStyle>
          <a:p>
            <a:fld id="{C17320CD-8908-4B11-83DE-5248A38F98DF}" type="datetime1">
              <a:rPr lang="en-US" smtClean="0"/>
              <a:t>6/9/2026</a:t>
            </a:fld>
            <a:endParaRPr lang="de-DE" dirty="0"/>
          </a:p>
        </p:txBody>
      </p:sp>
      <p:sp>
        <p:nvSpPr>
          <p:cNvPr id="4" name="Fußzeile">
            <a:extLst>
              <a:ext uri="{FF2B5EF4-FFF2-40B4-BE49-F238E27FC236}">
                <a16:creationId xmlns:a16="http://schemas.microsoft.com/office/drawing/2014/main" id="{83947F2E-F548-B202-A3F8-63685EA6C813}"/>
              </a:ext>
              <a:ext uri="{C183D7F6-B498-43B3-948B-1728B52AA6E4}">
                <adec:decorative xmlns:adec="http://schemas.microsoft.com/office/drawing/2017/decorative" val="1"/>
              </a:ext>
            </a:extLst>
          </p:cNvPr>
          <p:cNvSpPr>
            <a:spLocks noGrp="1"/>
          </p:cNvSpPr>
          <p:nvPr>
            <p:ph type="ftr" sz="quarter" idx="20"/>
          </p:nvPr>
        </p:nvSpPr>
        <p:spPr bwMode="gray"/>
        <p:txBody>
          <a:bodyPr/>
          <a:lstStyle>
            <a:lvl1pPr>
              <a:defRPr>
                <a:solidFill>
                  <a:schemeClr val="tx1">
                    <a:alpha val="0"/>
                  </a:schemeClr>
                </a:solidFill>
              </a:defRPr>
            </a:lvl1pPr>
          </a:lstStyle>
          <a:p>
            <a:r>
              <a:rPr lang="en-US"/>
              <a:t>Firstname Lastname:  Thesis Title </a:t>
            </a:r>
            <a:endParaRPr lang="de-DE" dirty="0"/>
          </a:p>
        </p:txBody>
      </p:sp>
      <p:sp>
        <p:nvSpPr>
          <p:cNvPr id="8" name="Seitenzahl">
            <a:extLst>
              <a:ext uri="{FF2B5EF4-FFF2-40B4-BE49-F238E27FC236}">
                <a16:creationId xmlns:a16="http://schemas.microsoft.com/office/drawing/2014/main" id="{9339CF06-7C56-EF72-73AD-18759FF7B8DD}"/>
              </a:ext>
            </a:extLst>
          </p:cNvPr>
          <p:cNvSpPr>
            <a:spLocks noGrp="1"/>
          </p:cNvSpPr>
          <p:nvPr>
            <p:ph type="sldNum" sz="quarter" idx="21"/>
          </p:nvPr>
        </p:nvSpPr>
        <p:spPr bwMode="gray">
          <a:xfrm>
            <a:off x="10992000" y="6439500"/>
            <a:ext cx="504000" cy="144000"/>
          </a:xfrm>
          <a:prstGeom prst="rect">
            <a:avLst/>
          </a:prstGeom>
        </p:spPr>
        <p:txBody>
          <a:bodyPr/>
          <a:lstStyle>
            <a:lvl1pPr>
              <a:defRPr>
                <a:solidFill>
                  <a:schemeClr val="tx1">
                    <a:alpha val="0"/>
                  </a:schemeClr>
                </a:solidFill>
              </a:defRPr>
            </a:lvl1pPr>
          </a:lstStyle>
          <a:p>
            <a:fld id="{D836C0FE-70CA-4950-82D6-CF602CC2B770}" type="slidenum">
              <a:rPr lang="de-DE" smtClean="0"/>
              <a:pPr/>
              <a:t>‹Nr.›</a:t>
            </a:fld>
            <a:endParaRPr lang="de-DE" dirty="0"/>
          </a:p>
        </p:txBody>
      </p:sp>
      <p:sp>
        <p:nvSpPr>
          <p:cNvPr id="15" name="Titel">
            <a:extLst>
              <a:ext uri="{FF2B5EF4-FFF2-40B4-BE49-F238E27FC236}">
                <a16:creationId xmlns:a16="http://schemas.microsoft.com/office/drawing/2014/main" id="{729E722B-A48F-697F-545D-A8CD5D85180E}"/>
              </a:ext>
            </a:extLst>
          </p:cNvPr>
          <p:cNvSpPr>
            <a:spLocks noGrp="1"/>
          </p:cNvSpPr>
          <p:nvPr>
            <p:ph type="title" hasCustomPrompt="1"/>
          </p:nvPr>
        </p:nvSpPr>
        <p:spPr bwMode="invGray"/>
        <p:txBody>
          <a:bodyPr/>
          <a:lstStyle>
            <a:lvl1pPr>
              <a:defRPr>
                <a:solidFill>
                  <a:schemeClr val="bg1"/>
                </a:solidFill>
              </a:defRPr>
            </a:lvl1pPr>
          </a:lstStyle>
          <a:p>
            <a:r>
              <a:rPr lang="de-DE" dirty="0"/>
              <a:t>Folientitel</a:t>
            </a:r>
          </a:p>
        </p:txBody>
      </p:sp>
      <p:sp>
        <p:nvSpPr>
          <p:cNvPr id="11" name="Bildplatzhalter 1">
            <a:extLst>
              <a:ext uri="{FF2B5EF4-FFF2-40B4-BE49-F238E27FC236}">
                <a16:creationId xmlns:a16="http://schemas.microsoft.com/office/drawing/2014/main" id="{FAA5048C-F469-9EBB-1545-BE067778550E}"/>
              </a:ext>
            </a:extLst>
          </p:cNvPr>
          <p:cNvSpPr>
            <a:spLocks noGrp="1"/>
          </p:cNvSpPr>
          <p:nvPr>
            <p:ph type="pic" idx="13" hasCustomPrompt="1"/>
          </p:nvPr>
        </p:nvSpPr>
        <p:spPr bwMode="gray">
          <a:xfrm>
            <a:off x="0" y="1844675"/>
            <a:ext cx="4008000" cy="5013325"/>
          </a:xfrm>
          <a:solidFill>
            <a:srgbClr val="E4E7E9"/>
          </a:solidFill>
        </p:spPr>
        <p:txBody>
          <a:bodyPr lIns="72000" tIns="0" rIns="72000" bIns="648000" anchor="ctr" anchorCtr="0"/>
          <a:lstStyle>
            <a:lvl1pPr marL="0" indent="0" algn="ctr">
              <a:spcBef>
                <a:spcPts val="0"/>
              </a:spcBef>
              <a:spcAft>
                <a:spcPts val="0"/>
              </a:spcAft>
              <a:buNone/>
              <a:defRPr sz="1200" b="0">
                <a:solidFill>
                  <a:schemeClr val="tx1"/>
                </a:solidFill>
                <a:latin typeface="+mn-lt"/>
              </a:defRPr>
            </a:lvl1pPr>
            <a:lvl2pPr marL="0" indent="0" algn="ctr">
              <a:spcBef>
                <a:spcPts val="0"/>
              </a:spcBef>
              <a:spcAft>
                <a:spcPts val="0"/>
              </a:spcAft>
              <a:buNone/>
              <a:defRPr sz="1200" b="0">
                <a:solidFill>
                  <a:schemeClr val="tx1"/>
                </a:solidFill>
                <a:latin typeface="+mn-lt"/>
              </a:defRPr>
            </a:lvl2pPr>
            <a:lvl3pPr marL="0" indent="0" algn="ctr">
              <a:spcBef>
                <a:spcPts val="0"/>
              </a:spcBef>
              <a:spcAft>
                <a:spcPts val="0"/>
              </a:spcAft>
              <a:buNone/>
              <a:defRPr sz="1200" b="0">
                <a:solidFill>
                  <a:schemeClr val="tx1"/>
                </a:solidFill>
                <a:latin typeface="+mn-lt"/>
              </a:defRPr>
            </a:lvl3pPr>
            <a:lvl4pPr marL="0" indent="0" algn="ctr">
              <a:spcBef>
                <a:spcPts val="0"/>
              </a:spcBef>
              <a:spcAft>
                <a:spcPts val="0"/>
              </a:spcAft>
              <a:buNone/>
              <a:defRPr sz="1200" b="0">
                <a:solidFill>
                  <a:schemeClr val="tx1"/>
                </a:solidFill>
                <a:latin typeface="+mn-lt"/>
              </a:defRPr>
            </a:lvl4pPr>
            <a:lvl5pPr marL="0" indent="0" algn="ctr">
              <a:spcBef>
                <a:spcPts val="0"/>
              </a:spcBef>
              <a:spcAft>
                <a:spcPts val="0"/>
              </a:spcAft>
              <a:buNone/>
              <a:defRPr sz="1200" b="0">
                <a:solidFill>
                  <a:schemeClr val="tx1"/>
                </a:solidFill>
                <a:latin typeface="+mn-lt"/>
              </a:defRPr>
            </a:lvl5pPr>
            <a:lvl6pPr marL="0" indent="0" algn="ctr">
              <a:spcBef>
                <a:spcPts val="0"/>
              </a:spcBef>
              <a:spcAft>
                <a:spcPts val="0"/>
              </a:spcAft>
              <a:buNone/>
              <a:defRPr sz="1200" b="0">
                <a:solidFill>
                  <a:schemeClr val="tx1"/>
                </a:solidFill>
                <a:latin typeface="+mn-lt"/>
              </a:defRPr>
            </a:lvl6pPr>
            <a:lvl7pPr marL="0" indent="0" algn="ctr">
              <a:spcBef>
                <a:spcPts val="0"/>
              </a:spcBef>
              <a:spcAft>
                <a:spcPts val="0"/>
              </a:spcAft>
              <a:buNone/>
              <a:defRPr sz="1200" b="0">
                <a:solidFill>
                  <a:schemeClr val="tx1"/>
                </a:solidFill>
                <a:latin typeface="+mn-lt"/>
              </a:defRPr>
            </a:lvl7pPr>
            <a:lvl8pPr marL="0" indent="0" algn="ctr">
              <a:spcBef>
                <a:spcPts val="0"/>
              </a:spcBef>
              <a:spcAft>
                <a:spcPts val="0"/>
              </a:spcAft>
              <a:buNone/>
              <a:defRPr sz="1200" b="0">
                <a:solidFill>
                  <a:schemeClr val="tx1"/>
                </a:solidFill>
                <a:latin typeface="+mn-lt"/>
              </a:defRPr>
            </a:lvl8pPr>
            <a:lvl9pPr marL="0" indent="0" algn="ctr">
              <a:spcBef>
                <a:spcPts val="0"/>
              </a:spcBef>
              <a:spcAft>
                <a:spcPts val="0"/>
              </a:spcAft>
              <a:buNone/>
              <a:defRPr sz="1200" b="0">
                <a:solidFill>
                  <a:schemeClr val="tx1"/>
                </a:solidFill>
                <a:latin typeface="+mn-lt"/>
              </a:defRPr>
            </a:lvl9pPr>
          </a:lstStyle>
          <a:p>
            <a:pPr lvl="0"/>
            <a:r>
              <a:rPr lang="de-DE" dirty="0"/>
              <a:t>Bild durch Klick auf das Icon einfügen.</a:t>
            </a:r>
          </a:p>
        </p:txBody>
      </p:sp>
      <p:sp>
        <p:nvSpPr>
          <p:cNvPr id="13" name="Bildplatzhalter 2">
            <a:extLst>
              <a:ext uri="{FF2B5EF4-FFF2-40B4-BE49-F238E27FC236}">
                <a16:creationId xmlns:a16="http://schemas.microsoft.com/office/drawing/2014/main" id="{6F8284E2-0177-2631-BA3D-F3BF1B4E8AA3}"/>
              </a:ext>
            </a:extLst>
          </p:cNvPr>
          <p:cNvSpPr>
            <a:spLocks noGrp="1"/>
          </p:cNvSpPr>
          <p:nvPr>
            <p:ph type="pic" idx="17" hasCustomPrompt="1"/>
          </p:nvPr>
        </p:nvSpPr>
        <p:spPr bwMode="gray">
          <a:xfrm>
            <a:off x="4080000" y="1844675"/>
            <a:ext cx="4032000" cy="5013325"/>
          </a:xfrm>
          <a:solidFill>
            <a:srgbClr val="E4E7E9"/>
          </a:solidFill>
        </p:spPr>
        <p:txBody>
          <a:bodyPr lIns="72000" tIns="0" rIns="72000" bIns="648000" anchor="ctr" anchorCtr="0"/>
          <a:lstStyle>
            <a:lvl1pPr marL="0" indent="0" algn="ctr">
              <a:spcBef>
                <a:spcPts val="0"/>
              </a:spcBef>
              <a:spcAft>
                <a:spcPts val="0"/>
              </a:spcAft>
              <a:buNone/>
              <a:defRPr sz="1200" b="0">
                <a:solidFill>
                  <a:schemeClr val="tx1"/>
                </a:solidFill>
                <a:latin typeface="+mn-lt"/>
              </a:defRPr>
            </a:lvl1pPr>
            <a:lvl2pPr marL="0" indent="0" algn="ctr">
              <a:spcBef>
                <a:spcPts val="0"/>
              </a:spcBef>
              <a:spcAft>
                <a:spcPts val="0"/>
              </a:spcAft>
              <a:buNone/>
              <a:defRPr sz="1200" b="0">
                <a:solidFill>
                  <a:schemeClr val="tx1"/>
                </a:solidFill>
                <a:latin typeface="+mn-lt"/>
              </a:defRPr>
            </a:lvl2pPr>
            <a:lvl3pPr marL="0" indent="0" algn="ctr">
              <a:spcBef>
                <a:spcPts val="0"/>
              </a:spcBef>
              <a:spcAft>
                <a:spcPts val="0"/>
              </a:spcAft>
              <a:buNone/>
              <a:defRPr sz="1200" b="0">
                <a:solidFill>
                  <a:schemeClr val="tx1"/>
                </a:solidFill>
                <a:latin typeface="+mn-lt"/>
              </a:defRPr>
            </a:lvl3pPr>
            <a:lvl4pPr marL="0" indent="0" algn="ctr">
              <a:spcBef>
                <a:spcPts val="0"/>
              </a:spcBef>
              <a:spcAft>
                <a:spcPts val="0"/>
              </a:spcAft>
              <a:buNone/>
              <a:defRPr sz="1200" b="0">
                <a:solidFill>
                  <a:schemeClr val="tx1"/>
                </a:solidFill>
                <a:latin typeface="+mn-lt"/>
              </a:defRPr>
            </a:lvl4pPr>
            <a:lvl5pPr marL="0" indent="0" algn="ctr">
              <a:spcBef>
                <a:spcPts val="0"/>
              </a:spcBef>
              <a:spcAft>
                <a:spcPts val="0"/>
              </a:spcAft>
              <a:buNone/>
              <a:defRPr sz="1200" b="0">
                <a:solidFill>
                  <a:schemeClr val="tx1"/>
                </a:solidFill>
                <a:latin typeface="+mn-lt"/>
              </a:defRPr>
            </a:lvl5pPr>
            <a:lvl6pPr marL="0" indent="0" algn="ctr">
              <a:spcBef>
                <a:spcPts val="0"/>
              </a:spcBef>
              <a:spcAft>
                <a:spcPts val="0"/>
              </a:spcAft>
              <a:buNone/>
              <a:defRPr sz="1200" b="0">
                <a:solidFill>
                  <a:schemeClr val="tx1"/>
                </a:solidFill>
                <a:latin typeface="+mn-lt"/>
              </a:defRPr>
            </a:lvl6pPr>
            <a:lvl7pPr marL="0" indent="0" algn="ctr">
              <a:spcBef>
                <a:spcPts val="0"/>
              </a:spcBef>
              <a:spcAft>
                <a:spcPts val="0"/>
              </a:spcAft>
              <a:buNone/>
              <a:defRPr sz="1200" b="0">
                <a:solidFill>
                  <a:schemeClr val="tx1"/>
                </a:solidFill>
                <a:latin typeface="+mn-lt"/>
              </a:defRPr>
            </a:lvl7pPr>
            <a:lvl8pPr marL="0" indent="0" algn="ctr">
              <a:spcBef>
                <a:spcPts val="0"/>
              </a:spcBef>
              <a:spcAft>
                <a:spcPts val="0"/>
              </a:spcAft>
              <a:buNone/>
              <a:defRPr sz="1200" b="0">
                <a:solidFill>
                  <a:schemeClr val="tx1"/>
                </a:solidFill>
                <a:latin typeface="+mn-lt"/>
              </a:defRPr>
            </a:lvl8pPr>
            <a:lvl9pPr marL="0" indent="0" algn="ctr">
              <a:spcBef>
                <a:spcPts val="0"/>
              </a:spcBef>
              <a:spcAft>
                <a:spcPts val="0"/>
              </a:spcAft>
              <a:buNone/>
              <a:defRPr sz="1200" b="0">
                <a:solidFill>
                  <a:schemeClr val="tx1"/>
                </a:solidFill>
                <a:latin typeface="+mn-lt"/>
              </a:defRPr>
            </a:lvl9pPr>
          </a:lstStyle>
          <a:p>
            <a:pPr lvl="0"/>
            <a:r>
              <a:rPr lang="de-DE" dirty="0"/>
              <a:t>Bild durch Klick auf das Icon einfügen.</a:t>
            </a:r>
          </a:p>
        </p:txBody>
      </p:sp>
      <p:sp>
        <p:nvSpPr>
          <p:cNvPr id="2" name="Bildplatzhalter 3">
            <a:extLst>
              <a:ext uri="{FF2B5EF4-FFF2-40B4-BE49-F238E27FC236}">
                <a16:creationId xmlns:a16="http://schemas.microsoft.com/office/drawing/2014/main" id="{0564DB63-B339-6C21-A591-8F083D9D3FBE}"/>
              </a:ext>
            </a:extLst>
          </p:cNvPr>
          <p:cNvSpPr>
            <a:spLocks noGrp="1"/>
          </p:cNvSpPr>
          <p:nvPr>
            <p:ph type="pic" idx="18" hasCustomPrompt="1"/>
          </p:nvPr>
        </p:nvSpPr>
        <p:spPr bwMode="gray">
          <a:xfrm>
            <a:off x="8184000" y="1844675"/>
            <a:ext cx="4008000" cy="5013325"/>
          </a:xfrm>
          <a:solidFill>
            <a:srgbClr val="E4E7E9"/>
          </a:solidFill>
        </p:spPr>
        <p:txBody>
          <a:bodyPr lIns="72000" tIns="0" rIns="72000" bIns="648000" anchor="ctr" anchorCtr="0"/>
          <a:lstStyle>
            <a:lvl1pPr marL="0" indent="0" algn="ctr">
              <a:spcBef>
                <a:spcPts val="0"/>
              </a:spcBef>
              <a:spcAft>
                <a:spcPts val="0"/>
              </a:spcAft>
              <a:buNone/>
              <a:defRPr sz="1200" b="0">
                <a:solidFill>
                  <a:schemeClr val="tx1"/>
                </a:solidFill>
                <a:latin typeface="+mn-lt"/>
              </a:defRPr>
            </a:lvl1pPr>
            <a:lvl2pPr marL="0" indent="0" algn="ctr">
              <a:spcBef>
                <a:spcPts val="0"/>
              </a:spcBef>
              <a:spcAft>
                <a:spcPts val="0"/>
              </a:spcAft>
              <a:buNone/>
              <a:defRPr sz="1200" b="0">
                <a:solidFill>
                  <a:schemeClr val="tx1"/>
                </a:solidFill>
                <a:latin typeface="+mn-lt"/>
              </a:defRPr>
            </a:lvl2pPr>
            <a:lvl3pPr marL="0" indent="0" algn="ctr">
              <a:spcBef>
                <a:spcPts val="0"/>
              </a:spcBef>
              <a:spcAft>
                <a:spcPts val="0"/>
              </a:spcAft>
              <a:buNone/>
              <a:defRPr sz="1200" b="0">
                <a:solidFill>
                  <a:schemeClr val="tx1"/>
                </a:solidFill>
                <a:latin typeface="+mn-lt"/>
              </a:defRPr>
            </a:lvl3pPr>
            <a:lvl4pPr marL="0" indent="0" algn="ctr">
              <a:spcBef>
                <a:spcPts val="0"/>
              </a:spcBef>
              <a:spcAft>
                <a:spcPts val="0"/>
              </a:spcAft>
              <a:buNone/>
              <a:defRPr sz="1200" b="0">
                <a:solidFill>
                  <a:schemeClr val="tx1"/>
                </a:solidFill>
                <a:latin typeface="+mn-lt"/>
              </a:defRPr>
            </a:lvl4pPr>
            <a:lvl5pPr marL="0" indent="0" algn="ctr">
              <a:spcBef>
                <a:spcPts val="0"/>
              </a:spcBef>
              <a:spcAft>
                <a:spcPts val="0"/>
              </a:spcAft>
              <a:buNone/>
              <a:defRPr sz="1200" b="0">
                <a:solidFill>
                  <a:schemeClr val="tx1"/>
                </a:solidFill>
                <a:latin typeface="+mn-lt"/>
              </a:defRPr>
            </a:lvl5pPr>
            <a:lvl6pPr marL="0" indent="0" algn="ctr">
              <a:spcBef>
                <a:spcPts val="0"/>
              </a:spcBef>
              <a:spcAft>
                <a:spcPts val="0"/>
              </a:spcAft>
              <a:buNone/>
              <a:defRPr sz="1200" b="0">
                <a:solidFill>
                  <a:schemeClr val="tx1"/>
                </a:solidFill>
                <a:latin typeface="+mn-lt"/>
              </a:defRPr>
            </a:lvl6pPr>
            <a:lvl7pPr marL="0" indent="0" algn="ctr">
              <a:spcBef>
                <a:spcPts val="0"/>
              </a:spcBef>
              <a:spcAft>
                <a:spcPts val="0"/>
              </a:spcAft>
              <a:buNone/>
              <a:defRPr sz="1200" b="0">
                <a:solidFill>
                  <a:schemeClr val="tx1"/>
                </a:solidFill>
                <a:latin typeface="+mn-lt"/>
              </a:defRPr>
            </a:lvl7pPr>
            <a:lvl8pPr marL="0" indent="0" algn="ctr">
              <a:spcBef>
                <a:spcPts val="0"/>
              </a:spcBef>
              <a:spcAft>
                <a:spcPts val="0"/>
              </a:spcAft>
              <a:buNone/>
              <a:defRPr sz="1200" b="0">
                <a:solidFill>
                  <a:schemeClr val="tx1"/>
                </a:solidFill>
                <a:latin typeface="+mn-lt"/>
              </a:defRPr>
            </a:lvl8pPr>
            <a:lvl9pPr marL="0" indent="0" algn="ctr">
              <a:spcBef>
                <a:spcPts val="0"/>
              </a:spcBef>
              <a:spcAft>
                <a:spcPts val="0"/>
              </a:spcAft>
              <a:buNone/>
              <a:defRPr sz="1200" b="0">
                <a:solidFill>
                  <a:schemeClr val="tx1"/>
                </a:solidFill>
                <a:latin typeface="+mn-lt"/>
              </a:defRPr>
            </a:lvl9pPr>
          </a:lstStyle>
          <a:p>
            <a:pPr lvl="0"/>
            <a:r>
              <a:rPr lang="de-DE" dirty="0"/>
              <a:t>Bild durch Klick auf das Icon einfügen.</a:t>
            </a:r>
          </a:p>
        </p:txBody>
      </p:sp>
    </p:spTree>
    <p:extLst>
      <p:ext uri="{BB962C8B-B14F-4D97-AF65-F5344CB8AC3E}">
        <p14:creationId xmlns:p14="http://schemas.microsoft.com/office/powerpoint/2010/main" val="548565317"/>
      </p:ext>
    </p:extLst>
  </p:cSld>
  <p:clrMapOvr>
    <a:masterClrMapping/>
  </p:clrMapOvr>
  <p:extLst>
    <p:ext uri="{DCECCB84-F9BA-43D5-87BE-67443E8EF086}">
      <p15:sldGuideLst xmlns:p15="http://schemas.microsoft.com/office/powerpoint/2012/main">
        <p15:guide id="1" orient="horz" pos="1162" userDrawn="1">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Vier Bilder | Blaugrau">
    <p:bg>
      <p:bgPr>
        <a:solidFill>
          <a:schemeClr val="bg2"/>
        </a:solidFill>
        <a:effectLst/>
      </p:bgPr>
    </p:bg>
    <p:spTree>
      <p:nvGrpSpPr>
        <p:cNvPr id="1" name=""/>
        <p:cNvGrpSpPr/>
        <p:nvPr/>
      </p:nvGrpSpPr>
      <p:grpSpPr>
        <a:xfrm>
          <a:off x="0" y="0"/>
          <a:ext cx="0" cy="0"/>
          <a:chOff x="0" y="0"/>
          <a:chExt cx="0" cy="0"/>
        </a:xfrm>
      </p:grpSpPr>
      <p:sp>
        <p:nvSpPr>
          <p:cNvPr id="3" name="Datum">
            <a:extLst>
              <a:ext uri="{FF2B5EF4-FFF2-40B4-BE49-F238E27FC236}">
                <a16:creationId xmlns:a16="http://schemas.microsoft.com/office/drawing/2014/main" id="{17EE8F1F-854F-6353-1511-DDFAEE3C0590}"/>
              </a:ext>
              <a:ext uri="{C183D7F6-B498-43B3-948B-1728B52AA6E4}">
                <adec:decorative xmlns:adec="http://schemas.microsoft.com/office/drawing/2017/decorative" val="1"/>
              </a:ext>
            </a:extLst>
          </p:cNvPr>
          <p:cNvSpPr>
            <a:spLocks noGrp="1"/>
          </p:cNvSpPr>
          <p:nvPr>
            <p:ph type="dt" sz="half" idx="20"/>
          </p:nvPr>
        </p:nvSpPr>
        <p:spPr bwMode="gray"/>
        <p:txBody>
          <a:bodyPr/>
          <a:lstStyle>
            <a:lvl1pPr>
              <a:defRPr>
                <a:solidFill>
                  <a:schemeClr val="tx1">
                    <a:alpha val="0"/>
                  </a:schemeClr>
                </a:solidFill>
              </a:defRPr>
            </a:lvl1pPr>
          </a:lstStyle>
          <a:p>
            <a:fld id="{25FAE9B1-9FA9-4A15-B9E4-3CDC42F89F87}" type="datetime1">
              <a:rPr lang="en-US" smtClean="0"/>
              <a:t>6/9/2026</a:t>
            </a:fld>
            <a:endParaRPr lang="de-DE" dirty="0"/>
          </a:p>
        </p:txBody>
      </p:sp>
      <p:sp>
        <p:nvSpPr>
          <p:cNvPr id="4" name="Fußzeile">
            <a:extLst>
              <a:ext uri="{FF2B5EF4-FFF2-40B4-BE49-F238E27FC236}">
                <a16:creationId xmlns:a16="http://schemas.microsoft.com/office/drawing/2014/main" id="{BF5029A9-20DF-0901-58FF-3E1AADA843F9}"/>
              </a:ext>
              <a:ext uri="{C183D7F6-B498-43B3-948B-1728B52AA6E4}">
                <adec:decorative xmlns:adec="http://schemas.microsoft.com/office/drawing/2017/decorative" val="1"/>
              </a:ext>
            </a:extLst>
          </p:cNvPr>
          <p:cNvSpPr>
            <a:spLocks noGrp="1"/>
          </p:cNvSpPr>
          <p:nvPr>
            <p:ph type="ftr" sz="quarter" idx="21"/>
          </p:nvPr>
        </p:nvSpPr>
        <p:spPr bwMode="gray"/>
        <p:txBody>
          <a:bodyPr/>
          <a:lstStyle>
            <a:lvl1pPr>
              <a:defRPr>
                <a:solidFill>
                  <a:schemeClr val="tx1">
                    <a:alpha val="0"/>
                  </a:schemeClr>
                </a:solidFill>
              </a:defRPr>
            </a:lvl1pPr>
          </a:lstStyle>
          <a:p>
            <a:r>
              <a:rPr lang="en-US"/>
              <a:t>Firstname Lastname:  Thesis Title </a:t>
            </a:r>
            <a:endParaRPr lang="de-DE" dirty="0"/>
          </a:p>
        </p:txBody>
      </p:sp>
      <p:sp>
        <p:nvSpPr>
          <p:cNvPr id="9" name="Seitenzahl">
            <a:extLst>
              <a:ext uri="{FF2B5EF4-FFF2-40B4-BE49-F238E27FC236}">
                <a16:creationId xmlns:a16="http://schemas.microsoft.com/office/drawing/2014/main" id="{FE28D956-DAE2-845F-F36A-1FF7A89D5BFA}"/>
              </a:ext>
            </a:extLst>
          </p:cNvPr>
          <p:cNvSpPr>
            <a:spLocks noGrp="1"/>
          </p:cNvSpPr>
          <p:nvPr>
            <p:ph type="sldNum" sz="quarter" idx="22"/>
          </p:nvPr>
        </p:nvSpPr>
        <p:spPr bwMode="gray">
          <a:xfrm>
            <a:off x="10992000" y="6439500"/>
            <a:ext cx="504000" cy="144000"/>
          </a:xfrm>
          <a:prstGeom prst="rect">
            <a:avLst/>
          </a:prstGeom>
        </p:spPr>
        <p:txBody>
          <a:bodyPr/>
          <a:lstStyle>
            <a:lvl1pPr>
              <a:defRPr>
                <a:solidFill>
                  <a:schemeClr val="tx1">
                    <a:alpha val="0"/>
                  </a:schemeClr>
                </a:solidFill>
              </a:defRPr>
            </a:lvl1pPr>
          </a:lstStyle>
          <a:p>
            <a:fld id="{D836C0FE-70CA-4950-82D6-CF602CC2B770}" type="slidenum">
              <a:rPr lang="de-DE" smtClean="0"/>
              <a:pPr/>
              <a:t>‹Nr.›</a:t>
            </a:fld>
            <a:endParaRPr lang="de-DE" dirty="0"/>
          </a:p>
        </p:txBody>
      </p:sp>
      <p:sp>
        <p:nvSpPr>
          <p:cNvPr id="15" name="Titel">
            <a:extLst>
              <a:ext uri="{FF2B5EF4-FFF2-40B4-BE49-F238E27FC236}">
                <a16:creationId xmlns:a16="http://schemas.microsoft.com/office/drawing/2014/main" id="{729E722B-A48F-697F-545D-A8CD5D85180E}"/>
              </a:ext>
            </a:extLst>
          </p:cNvPr>
          <p:cNvSpPr>
            <a:spLocks noGrp="1"/>
          </p:cNvSpPr>
          <p:nvPr>
            <p:ph type="title" hasCustomPrompt="1"/>
          </p:nvPr>
        </p:nvSpPr>
        <p:spPr bwMode="invGray"/>
        <p:txBody>
          <a:bodyPr/>
          <a:lstStyle>
            <a:lvl1pPr>
              <a:defRPr>
                <a:solidFill>
                  <a:schemeClr val="bg1"/>
                </a:solidFill>
              </a:defRPr>
            </a:lvl1pPr>
          </a:lstStyle>
          <a:p>
            <a:r>
              <a:rPr lang="de-DE" dirty="0"/>
              <a:t>Folientitel</a:t>
            </a:r>
          </a:p>
        </p:txBody>
      </p:sp>
      <p:sp>
        <p:nvSpPr>
          <p:cNvPr id="11" name="Bildplatzhalter 1">
            <a:extLst>
              <a:ext uri="{FF2B5EF4-FFF2-40B4-BE49-F238E27FC236}">
                <a16:creationId xmlns:a16="http://schemas.microsoft.com/office/drawing/2014/main" id="{FAA5048C-F469-9EBB-1545-BE067778550E}"/>
              </a:ext>
            </a:extLst>
          </p:cNvPr>
          <p:cNvSpPr>
            <a:spLocks noGrp="1"/>
          </p:cNvSpPr>
          <p:nvPr>
            <p:ph type="pic" idx="13" hasCustomPrompt="1"/>
          </p:nvPr>
        </p:nvSpPr>
        <p:spPr bwMode="gray">
          <a:xfrm>
            <a:off x="0" y="1844675"/>
            <a:ext cx="3000000" cy="5013325"/>
          </a:xfrm>
          <a:solidFill>
            <a:srgbClr val="E4E7E9"/>
          </a:solidFill>
        </p:spPr>
        <p:txBody>
          <a:bodyPr lIns="72000" tIns="0" rIns="72000" bIns="648000" anchor="ctr" anchorCtr="0"/>
          <a:lstStyle>
            <a:lvl1pPr marL="0" indent="0" algn="ctr">
              <a:spcBef>
                <a:spcPts val="0"/>
              </a:spcBef>
              <a:spcAft>
                <a:spcPts val="0"/>
              </a:spcAft>
              <a:buNone/>
              <a:defRPr sz="1200" b="0">
                <a:solidFill>
                  <a:schemeClr val="tx1"/>
                </a:solidFill>
                <a:latin typeface="+mn-lt"/>
              </a:defRPr>
            </a:lvl1pPr>
            <a:lvl2pPr marL="0" indent="0" algn="ctr">
              <a:spcBef>
                <a:spcPts val="0"/>
              </a:spcBef>
              <a:spcAft>
                <a:spcPts val="0"/>
              </a:spcAft>
              <a:buNone/>
              <a:defRPr sz="1200" b="0">
                <a:solidFill>
                  <a:schemeClr val="tx1"/>
                </a:solidFill>
                <a:latin typeface="+mn-lt"/>
              </a:defRPr>
            </a:lvl2pPr>
            <a:lvl3pPr marL="0" indent="0" algn="ctr">
              <a:spcBef>
                <a:spcPts val="0"/>
              </a:spcBef>
              <a:spcAft>
                <a:spcPts val="0"/>
              </a:spcAft>
              <a:buNone/>
              <a:defRPr sz="1200" b="0">
                <a:solidFill>
                  <a:schemeClr val="tx1"/>
                </a:solidFill>
                <a:latin typeface="+mn-lt"/>
              </a:defRPr>
            </a:lvl3pPr>
            <a:lvl4pPr marL="0" indent="0" algn="ctr">
              <a:spcBef>
                <a:spcPts val="0"/>
              </a:spcBef>
              <a:spcAft>
                <a:spcPts val="0"/>
              </a:spcAft>
              <a:buNone/>
              <a:defRPr sz="1200" b="0">
                <a:solidFill>
                  <a:schemeClr val="tx1"/>
                </a:solidFill>
                <a:latin typeface="+mn-lt"/>
              </a:defRPr>
            </a:lvl4pPr>
            <a:lvl5pPr marL="0" indent="0" algn="ctr">
              <a:spcBef>
                <a:spcPts val="0"/>
              </a:spcBef>
              <a:spcAft>
                <a:spcPts val="0"/>
              </a:spcAft>
              <a:buNone/>
              <a:defRPr sz="1200" b="0">
                <a:solidFill>
                  <a:schemeClr val="tx1"/>
                </a:solidFill>
                <a:latin typeface="+mn-lt"/>
              </a:defRPr>
            </a:lvl5pPr>
            <a:lvl6pPr marL="0" indent="0" algn="ctr">
              <a:spcBef>
                <a:spcPts val="0"/>
              </a:spcBef>
              <a:spcAft>
                <a:spcPts val="0"/>
              </a:spcAft>
              <a:buNone/>
              <a:defRPr sz="1200" b="0">
                <a:solidFill>
                  <a:schemeClr val="tx1"/>
                </a:solidFill>
                <a:latin typeface="+mn-lt"/>
              </a:defRPr>
            </a:lvl6pPr>
            <a:lvl7pPr marL="0" indent="0" algn="ctr">
              <a:spcBef>
                <a:spcPts val="0"/>
              </a:spcBef>
              <a:spcAft>
                <a:spcPts val="0"/>
              </a:spcAft>
              <a:buNone/>
              <a:defRPr sz="1200" b="0">
                <a:solidFill>
                  <a:schemeClr val="tx1"/>
                </a:solidFill>
                <a:latin typeface="+mn-lt"/>
              </a:defRPr>
            </a:lvl7pPr>
            <a:lvl8pPr marL="0" indent="0" algn="ctr">
              <a:spcBef>
                <a:spcPts val="0"/>
              </a:spcBef>
              <a:spcAft>
                <a:spcPts val="0"/>
              </a:spcAft>
              <a:buNone/>
              <a:defRPr sz="1200" b="0">
                <a:solidFill>
                  <a:schemeClr val="tx1"/>
                </a:solidFill>
                <a:latin typeface="+mn-lt"/>
              </a:defRPr>
            </a:lvl8pPr>
            <a:lvl9pPr marL="0" indent="0" algn="ctr">
              <a:spcBef>
                <a:spcPts val="0"/>
              </a:spcBef>
              <a:spcAft>
                <a:spcPts val="0"/>
              </a:spcAft>
              <a:buNone/>
              <a:defRPr sz="1200" b="0">
                <a:solidFill>
                  <a:schemeClr val="tx1"/>
                </a:solidFill>
                <a:latin typeface="+mn-lt"/>
              </a:defRPr>
            </a:lvl9pPr>
          </a:lstStyle>
          <a:p>
            <a:pPr lvl="0"/>
            <a:r>
              <a:rPr lang="de-DE" dirty="0"/>
              <a:t>Bild durch Klick auf das Icon einfügen.</a:t>
            </a:r>
          </a:p>
        </p:txBody>
      </p:sp>
      <p:sp>
        <p:nvSpPr>
          <p:cNvPr id="13" name="Bildplatzhalter 2">
            <a:extLst>
              <a:ext uri="{FF2B5EF4-FFF2-40B4-BE49-F238E27FC236}">
                <a16:creationId xmlns:a16="http://schemas.microsoft.com/office/drawing/2014/main" id="{6F8284E2-0177-2631-BA3D-F3BF1B4E8AA3}"/>
              </a:ext>
            </a:extLst>
          </p:cNvPr>
          <p:cNvSpPr>
            <a:spLocks noGrp="1"/>
          </p:cNvSpPr>
          <p:nvPr>
            <p:ph type="pic" idx="17" hasCustomPrompt="1"/>
          </p:nvPr>
        </p:nvSpPr>
        <p:spPr bwMode="gray">
          <a:xfrm>
            <a:off x="3072000" y="1844675"/>
            <a:ext cx="2988000" cy="5013325"/>
          </a:xfrm>
          <a:solidFill>
            <a:srgbClr val="E4E7E9"/>
          </a:solidFill>
        </p:spPr>
        <p:txBody>
          <a:bodyPr lIns="72000" tIns="0" rIns="72000" bIns="648000" anchor="ctr" anchorCtr="0"/>
          <a:lstStyle>
            <a:lvl1pPr marL="0" indent="0" algn="ctr">
              <a:spcBef>
                <a:spcPts val="0"/>
              </a:spcBef>
              <a:spcAft>
                <a:spcPts val="0"/>
              </a:spcAft>
              <a:buNone/>
              <a:defRPr sz="1200" b="0">
                <a:solidFill>
                  <a:schemeClr val="tx1"/>
                </a:solidFill>
                <a:latin typeface="+mn-lt"/>
              </a:defRPr>
            </a:lvl1pPr>
            <a:lvl2pPr marL="0" indent="0" algn="ctr">
              <a:spcBef>
                <a:spcPts val="0"/>
              </a:spcBef>
              <a:spcAft>
                <a:spcPts val="0"/>
              </a:spcAft>
              <a:buNone/>
              <a:defRPr sz="1200" b="0">
                <a:solidFill>
                  <a:schemeClr val="tx1"/>
                </a:solidFill>
                <a:latin typeface="+mn-lt"/>
              </a:defRPr>
            </a:lvl2pPr>
            <a:lvl3pPr marL="0" indent="0" algn="ctr">
              <a:spcBef>
                <a:spcPts val="0"/>
              </a:spcBef>
              <a:spcAft>
                <a:spcPts val="0"/>
              </a:spcAft>
              <a:buNone/>
              <a:defRPr sz="1200" b="0">
                <a:solidFill>
                  <a:schemeClr val="tx1"/>
                </a:solidFill>
                <a:latin typeface="+mn-lt"/>
              </a:defRPr>
            </a:lvl3pPr>
            <a:lvl4pPr marL="0" indent="0" algn="ctr">
              <a:spcBef>
                <a:spcPts val="0"/>
              </a:spcBef>
              <a:spcAft>
                <a:spcPts val="0"/>
              </a:spcAft>
              <a:buNone/>
              <a:defRPr sz="1200" b="0">
                <a:solidFill>
                  <a:schemeClr val="tx1"/>
                </a:solidFill>
                <a:latin typeface="+mn-lt"/>
              </a:defRPr>
            </a:lvl4pPr>
            <a:lvl5pPr marL="0" indent="0" algn="ctr">
              <a:spcBef>
                <a:spcPts val="0"/>
              </a:spcBef>
              <a:spcAft>
                <a:spcPts val="0"/>
              </a:spcAft>
              <a:buNone/>
              <a:defRPr sz="1200" b="0">
                <a:solidFill>
                  <a:schemeClr val="tx1"/>
                </a:solidFill>
                <a:latin typeface="+mn-lt"/>
              </a:defRPr>
            </a:lvl5pPr>
            <a:lvl6pPr marL="0" indent="0" algn="ctr">
              <a:spcBef>
                <a:spcPts val="0"/>
              </a:spcBef>
              <a:spcAft>
                <a:spcPts val="0"/>
              </a:spcAft>
              <a:buNone/>
              <a:defRPr sz="1200" b="0">
                <a:solidFill>
                  <a:schemeClr val="tx1"/>
                </a:solidFill>
                <a:latin typeface="+mn-lt"/>
              </a:defRPr>
            </a:lvl6pPr>
            <a:lvl7pPr marL="0" indent="0" algn="ctr">
              <a:spcBef>
                <a:spcPts val="0"/>
              </a:spcBef>
              <a:spcAft>
                <a:spcPts val="0"/>
              </a:spcAft>
              <a:buNone/>
              <a:defRPr sz="1200" b="0">
                <a:solidFill>
                  <a:schemeClr val="tx1"/>
                </a:solidFill>
                <a:latin typeface="+mn-lt"/>
              </a:defRPr>
            </a:lvl7pPr>
            <a:lvl8pPr marL="0" indent="0" algn="ctr">
              <a:spcBef>
                <a:spcPts val="0"/>
              </a:spcBef>
              <a:spcAft>
                <a:spcPts val="0"/>
              </a:spcAft>
              <a:buNone/>
              <a:defRPr sz="1200" b="0">
                <a:solidFill>
                  <a:schemeClr val="tx1"/>
                </a:solidFill>
                <a:latin typeface="+mn-lt"/>
              </a:defRPr>
            </a:lvl8pPr>
            <a:lvl9pPr marL="0" indent="0" algn="ctr">
              <a:spcBef>
                <a:spcPts val="0"/>
              </a:spcBef>
              <a:spcAft>
                <a:spcPts val="0"/>
              </a:spcAft>
              <a:buNone/>
              <a:defRPr sz="1200" b="0">
                <a:solidFill>
                  <a:schemeClr val="tx1"/>
                </a:solidFill>
                <a:latin typeface="+mn-lt"/>
              </a:defRPr>
            </a:lvl9pPr>
          </a:lstStyle>
          <a:p>
            <a:pPr lvl="0"/>
            <a:r>
              <a:rPr lang="de-DE" dirty="0"/>
              <a:t>Bild durch Klick auf das Icon einfügen.</a:t>
            </a:r>
          </a:p>
        </p:txBody>
      </p:sp>
      <p:sp>
        <p:nvSpPr>
          <p:cNvPr id="2" name="Bildplatzhalter 3">
            <a:extLst>
              <a:ext uri="{FF2B5EF4-FFF2-40B4-BE49-F238E27FC236}">
                <a16:creationId xmlns:a16="http://schemas.microsoft.com/office/drawing/2014/main" id="{0564DB63-B339-6C21-A591-8F083D9D3FBE}"/>
              </a:ext>
            </a:extLst>
          </p:cNvPr>
          <p:cNvSpPr>
            <a:spLocks noGrp="1"/>
          </p:cNvSpPr>
          <p:nvPr>
            <p:ph type="pic" idx="18" hasCustomPrompt="1"/>
          </p:nvPr>
        </p:nvSpPr>
        <p:spPr bwMode="gray">
          <a:xfrm>
            <a:off x="6132000" y="1844675"/>
            <a:ext cx="2988000" cy="5013325"/>
          </a:xfrm>
          <a:solidFill>
            <a:srgbClr val="E4E7E9"/>
          </a:solidFill>
        </p:spPr>
        <p:txBody>
          <a:bodyPr lIns="72000" tIns="0" rIns="72000" bIns="648000" anchor="ctr" anchorCtr="0"/>
          <a:lstStyle>
            <a:lvl1pPr marL="0" indent="0" algn="ctr">
              <a:spcBef>
                <a:spcPts val="0"/>
              </a:spcBef>
              <a:spcAft>
                <a:spcPts val="0"/>
              </a:spcAft>
              <a:buNone/>
              <a:defRPr sz="1200" b="0">
                <a:solidFill>
                  <a:schemeClr val="tx1"/>
                </a:solidFill>
                <a:latin typeface="+mn-lt"/>
              </a:defRPr>
            </a:lvl1pPr>
            <a:lvl2pPr marL="0" indent="0" algn="ctr">
              <a:spcBef>
                <a:spcPts val="0"/>
              </a:spcBef>
              <a:spcAft>
                <a:spcPts val="0"/>
              </a:spcAft>
              <a:buNone/>
              <a:defRPr sz="1200" b="0">
                <a:solidFill>
                  <a:schemeClr val="tx1"/>
                </a:solidFill>
                <a:latin typeface="+mn-lt"/>
              </a:defRPr>
            </a:lvl2pPr>
            <a:lvl3pPr marL="0" indent="0" algn="ctr">
              <a:spcBef>
                <a:spcPts val="0"/>
              </a:spcBef>
              <a:spcAft>
                <a:spcPts val="0"/>
              </a:spcAft>
              <a:buNone/>
              <a:defRPr sz="1200" b="0">
                <a:solidFill>
                  <a:schemeClr val="tx1"/>
                </a:solidFill>
                <a:latin typeface="+mn-lt"/>
              </a:defRPr>
            </a:lvl3pPr>
            <a:lvl4pPr marL="0" indent="0" algn="ctr">
              <a:spcBef>
                <a:spcPts val="0"/>
              </a:spcBef>
              <a:spcAft>
                <a:spcPts val="0"/>
              </a:spcAft>
              <a:buNone/>
              <a:defRPr sz="1200" b="0">
                <a:solidFill>
                  <a:schemeClr val="tx1"/>
                </a:solidFill>
                <a:latin typeface="+mn-lt"/>
              </a:defRPr>
            </a:lvl4pPr>
            <a:lvl5pPr marL="0" indent="0" algn="ctr">
              <a:spcBef>
                <a:spcPts val="0"/>
              </a:spcBef>
              <a:spcAft>
                <a:spcPts val="0"/>
              </a:spcAft>
              <a:buNone/>
              <a:defRPr sz="1200" b="0">
                <a:solidFill>
                  <a:schemeClr val="tx1"/>
                </a:solidFill>
                <a:latin typeface="+mn-lt"/>
              </a:defRPr>
            </a:lvl5pPr>
            <a:lvl6pPr marL="0" indent="0" algn="ctr">
              <a:spcBef>
                <a:spcPts val="0"/>
              </a:spcBef>
              <a:spcAft>
                <a:spcPts val="0"/>
              </a:spcAft>
              <a:buNone/>
              <a:defRPr sz="1200" b="0">
                <a:solidFill>
                  <a:schemeClr val="tx1"/>
                </a:solidFill>
                <a:latin typeface="+mn-lt"/>
              </a:defRPr>
            </a:lvl6pPr>
            <a:lvl7pPr marL="0" indent="0" algn="ctr">
              <a:spcBef>
                <a:spcPts val="0"/>
              </a:spcBef>
              <a:spcAft>
                <a:spcPts val="0"/>
              </a:spcAft>
              <a:buNone/>
              <a:defRPr sz="1200" b="0">
                <a:solidFill>
                  <a:schemeClr val="tx1"/>
                </a:solidFill>
                <a:latin typeface="+mn-lt"/>
              </a:defRPr>
            </a:lvl7pPr>
            <a:lvl8pPr marL="0" indent="0" algn="ctr">
              <a:spcBef>
                <a:spcPts val="0"/>
              </a:spcBef>
              <a:spcAft>
                <a:spcPts val="0"/>
              </a:spcAft>
              <a:buNone/>
              <a:defRPr sz="1200" b="0">
                <a:solidFill>
                  <a:schemeClr val="tx1"/>
                </a:solidFill>
                <a:latin typeface="+mn-lt"/>
              </a:defRPr>
            </a:lvl8pPr>
            <a:lvl9pPr marL="0" indent="0" algn="ctr">
              <a:spcBef>
                <a:spcPts val="0"/>
              </a:spcBef>
              <a:spcAft>
                <a:spcPts val="0"/>
              </a:spcAft>
              <a:buNone/>
              <a:defRPr sz="1200" b="0">
                <a:solidFill>
                  <a:schemeClr val="tx1"/>
                </a:solidFill>
                <a:latin typeface="+mn-lt"/>
              </a:defRPr>
            </a:lvl9pPr>
          </a:lstStyle>
          <a:p>
            <a:pPr lvl="0"/>
            <a:r>
              <a:rPr lang="de-DE" dirty="0"/>
              <a:t>Bild durch Klick auf das Icon einfügen.</a:t>
            </a:r>
          </a:p>
        </p:txBody>
      </p:sp>
      <p:sp>
        <p:nvSpPr>
          <p:cNvPr id="8" name="Bildplatzhalter 4">
            <a:extLst>
              <a:ext uri="{FF2B5EF4-FFF2-40B4-BE49-F238E27FC236}">
                <a16:creationId xmlns:a16="http://schemas.microsoft.com/office/drawing/2014/main" id="{C5346421-8D62-39A3-73FF-29EA4FC25575}"/>
              </a:ext>
            </a:extLst>
          </p:cNvPr>
          <p:cNvSpPr>
            <a:spLocks noGrp="1"/>
          </p:cNvSpPr>
          <p:nvPr>
            <p:ph type="pic" idx="19" hasCustomPrompt="1"/>
          </p:nvPr>
        </p:nvSpPr>
        <p:spPr bwMode="gray">
          <a:xfrm>
            <a:off x="9192000" y="1844675"/>
            <a:ext cx="3000000" cy="5013325"/>
          </a:xfrm>
          <a:solidFill>
            <a:srgbClr val="E4E7E9"/>
          </a:solidFill>
        </p:spPr>
        <p:txBody>
          <a:bodyPr lIns="72000" tIns="0" rIns="72000" bIns="648000" anchor="ctr" anchorCtr="0"/>
          <a:lstStyle>
            <a:lvl1pPr marL="0" indent="0" algn="ctr">
              <a:spcBef>
                <a:spcPts val="0"/>
              </a:spcBef>
              <a:spcAft>
                <a:spcPts val="0"/>
              </a:spcAft>
              <a:buNone/>
              <a:defRPr sz="1200" b="0">
                <a:solidFill>
                  <a:schemeClr val="tx1"/>
                </a:solidFill>
                <a:latin typeface="+mn-lt"/>
              </a:defRPr>
            </a:lvl1pPr>
            <a:lvl2pPr marL="0" indent="0" algn="ctr">
              <a:spcBef>
                <a:spcPts val="0"/>
              </a:spcBef>
              <a:spcAft>
                <a:spcPts val="0"/>
              </a:spcAft>
              <a:buNone/>
              <a:defRPr sz="1200" b="0">
                <a:solidFill>
                  <a:schemeClr val="tx1"/>
                </a:solidFill>
                <a:latin typeface="+mn-lt"/>
              </a:defRPr>
            </a:lvl2pPr>
            <a:lvl3pPr marL="0" indent="0" algn="ctr">
              <a:spcBef>
                <a:spcPts val="0"/>
              </a:spcBef>
              <a:spcAft>
                <a:spcPts val="0"/>
              </a:spcAft>
              <a:buNone/>
              <a:defRPr sz="1200" b="0">
                <a:solidFill>
                  <a:schemeClr val="tx1"/>
                </a:solidFill>
                <a:latin typeface="+mn-lt"/>
              </a:defRPr>
            </a:lvl3pPr>
            <a:lvl4pPr marL="0" indent="0" algn="ctr">
              <a:spcBef>
                <a:spcPts val="0"/>
              </a:spcBef>
              <a:spcAft>
                <a:spcPts val="0"/>
              </a:spcAft>
              <a:buNone/>
              <a:defRPr sz="1200" b="0">
                <a:solidFill>
                  <a:schemeClr val="tx1"/>
                </a:solidFill>
                <a:latin typeface="+mn-lt"/>
              </a:defRPr>
            </a:lvl4pPr>
            <a:lvl5pPr marL="0" indent="0" algn="ctr">
              <a:spcBef>
                <a:spcPts val="0"/>
              </a:spcBef>
              <a:spcAft>
                <a:spcPts val="0"/>
              </a:spcAft>
              <a:buNone/>
              <a:defRPr sz="1200" b="0">
                <a:solidFill>
                  <a:schemeClr val="tx1"/>
                </a:solidFill>
                <a:latin typeface="+mn-lt"/>
              </a:defRPr>
            </a:lvl5pPr>
            <a:lvl6pPr marL="0" indent="0" algn="ctr">
              <a:spcBef>
                <a:spcPts val="0"/>
              </a:spcBef>
              <a:spcAft>
                <a:spcPts val="0"/>
              </a:spcAft>
              <a:buNone/>
              <a:defRPr sz="1200" b="0">
                <a:solidFill>
                  <a:schemeClr val="tx1"/>
                </a:solidFill>
                <a:latin typeface="+mn-lt"/>
              </a:defRPr>
            </a:lvl6pPr>
            <a:lvl7pPr marL="0" indent="0" algn="ctr">
              <a:spcBef>
                <a:spcPts val="0"/>
              </a:spcBef>
              <a:spcAft>
                <a:spcPts val="0"/>
              </a:spcAft>
              <a:buNone/>
              <a:defRPr sz="1200" b="0">
                <a:solidFill>
                  <a:schemeClr val="tx1"/>
                </a:solidFill>
                <a:latin typeface="+mn-lt"/>
              </a:defRPr>
            </a:lvl7pPr>
            <a:lvl8pPr marL="0" indent="0" algn="ctr">
              <a:spcBef>
                <a:spcPts val="0"/>
              </a:spcBef>
              <a:spcAft>
                <a:spcPts val="0"/>
              </a:spcAft>
              <a:buNone/>
              <a:defRPr sz="1200" b="0">
                <a:solidFill>
                  <a:schemeClr val="tx1"/>
                </a:solidFill>
                <a:latin typeface="+mn-lt"/>
              </a:defRPr>
            </a:lvl8pPr>
            <a:lvl9pPr marL="0" indent="0" algn="ctr">
              <a:spcBef>
                <a:spcPts val="0"/>
              </a:spcBef>
              <a:spcAft>
                <a:spcPts val="0"/>
              </a:spcAft>
              <a:buNone/>
              <a:defRPr sz="1200" b="0">
                <a:solidFill>
                  <a:schemeClr val="tx1"/>
                </a:solidFill>
                <a:latin typeface="+mn-lt"/>
              </a:defRPr>
            </a:lvl9pPr>
          </a:lstStyle>
          <a:p>
            <a:pPr lvl="0"/>
            <a:r>
              <a:rPr lang="de-DE" dirty="0"/>
              <a:t>Bild durch Klick auf das Icon einfügen.</a:t>
            </a:r>
          </a:p>
        </p:txBody>
      </p:sp>
    </p:spTree>
    <p:extLst>
      <p:ext uri="{BB962C8B-B14F-4D97-AF65-F5344CB8AC3E}">
        <p14:creationId xmlns:p14="http://schemas.microsoft.com/office/powerpoint/2010/main" val="290935453"/>
      </p:ext>
    </p:extLst>
  </p:cSld>
  <p:clrMapOvr>
    <a:masterClrMapping/>
  </p:clrMapOvr>
  <p:extLst>
    <p:ext uri="{DCECCB84-F9BA-43D5-87BE-67443E8EF086}">
      <p15:sldGuideLst xmlns:p15="http://schemas.microsoft.com/office/powerpoint/2012/main">
        <p15:guide id="1" orient="horz" pos="1162" userDrawn="1">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Zitat">
    <p:bg>
      <p:bgPr>
        <a:solidFill>
          <a:schemeClr val="bg2"/>
        </a:solidFill>
        <a:effectLst/>
      </p:bgPr>
    </p:bg>
    <p:spTree>
      <p:nvGrpSpPr>
        <p:cNvPr id="1" name=""/>
        <p:cNvGrpSpPr/>
        <p:nvPr/>
      </p:nvGrpSpPr>
      <p:grpSpPr>
        <a:xfrm>
          <a:off x="0" y="0"/>
          <a:ext cx="0" cy="0"/>
          <a:chOff x="0" y="0"/>
          <a:chExt cx="0" cy="0"/>
        </a:xfrm>
      </p:grpSpPr>
      <p:sp>
        <p:nvSpPr>
          <p:cNvPr id="5" name="Anführungszeichen">
            <a:extLst>
              <a:ext uri="{FF2B5EF4-FFF2-40B4-BE49-F238E27FC236}">
                <a16:creationId xmlns:a16="http://schemas.microsoft.com/office/drawing/2014/main" id="{672F3328-C8F1-5D82-3D6D-1471636D11D1}"/>
              </a:ext>
              <a:ext uri="{C183D7F6-B498-43B3-948B-1728B52AA6E4}">
                <adec:decorative xmlns:adec="http://schemas.microsoft.com/office/drawing/2017/decorative" val="1"/>
              </a:ext>
            </a:extLst>
          </p:cNvPr>
          <p:cNvSpPr/>
          <p:nvPr userDrawn="1"/>
        </p:nvSpPr>
        <p:spPr bwMode="gray">
          <a:xfrm>
            <a:off x="1399416" y="1952056"/>
            <a:ext cx="467100" cy="432000"/>
          </a:xfrm>
          <a:custGeom>
            <a:avLst/>
            <a:gdLst>
              <a:gd name="connsiteX0" fmla="*/ 293400 w 467100"/>
              <a:gd name="connsiteY0" fmla="*/ 0 h 432000"/>
              <a:gd name="connsiteX1" fmla="*/ 467100 w 467100"/>
              <a:gd name="connsiteY1" fmla="*/ 0 h 432000"/>
              <a:gd name="connsiteX2" fmla="*/ 467100 w 467100"/>
              <a:gd name="connsiteY2" fmla="*/ 148500 h 432000"/>
              <a:gd name="connsiteX3" fmla="*/ 439200 w 467100"/>
              <a:gd name="connsiteY3" fmla="*/ 322200 h 432000"/>
              <a:gd name="connsiteX4" fmla="*/ 318600 w 467100"/>
              <a:gd name="connsiteY4" fmla="*/ 432000 h 432000"/>
              <a:gd name="connsiteX5" fmla="*/ 279000 w 467100"/>
              <a:gd name="connsiteY5" fmla="*/ 368100 h 432000"/>
              <a:gd name="connsiteX6" fmla="*/ 351450 w 467100"/>
              <a:gd name="connsiteY6" fmla="*/ 305550 h 432000"/>
              <a:gd name="connsiteX7" fmla="*/ 378000 w 467100"/>
              <a:gd name="connsiteY7" fmla="*/ 188100 h 432000"/>
              <a:gd name="connsiteX8" fmla="*/ 293400 w 467100"/>
              <a:gd name="connsiteY8" fmla="*/ 188100 h 432000"/>
              <a:gd name="connsiteX9" fmla="*/ 14400 w 467100"/>
              <a:gd name="connsiteY9" fmla="*/ 0 h 432000"/>
              <a:gd name="connsiteX10" fmla="*/ 188100 w 467100"/>
              <a:gd name="connsiteY10" fmla="*/ 0 h 432000"/>
              <a:gd name="connsiteX11" fmla="*/ 188100 w 467100"/>
              <a:gd name="connsiteY11" fmla="*/ 148500 h 432000"/>
              <a:gd name="connsiteX12" fmla="*/ 160200 w 467100"/>
              <a:gd name="connsiteY12" fmla="*/ 322200 h 432000"/>
              <a:gd name="connsiteX13" fmla="*/ 39600 w 467100"/>
              <a:gd name="connsiteY13" fmla="*/ 432000 h 432000"/>
              <a:gd name="connsiteX14" fmla="*/ 0 w 467100"/>
              <a:gd name="connsiteY14" fmla="*/ 368100 h 432000"/>
              <a:gd name="connsiteX15" fmla="*/ 72450 w 467100"/>
              <a:gd name="connsiteY15" fmla="*/ 305550 h 432000"/>
              <a:gd name="connsiteX16" fmla="*/ 99000 w 467100"/>
              <a:gd name="connsiteY16" fmla="*/ 188100 h 432000"/>
              <a:gd name="connsiteX17" fmla="*/ 14400 w 467100"/>
              <a:gd name="connsiteY17" fmla="*/ 188100 h 432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467100" h="432000">
                <a:moveTo>
                  <a:pt x="293400" y="0"/>
                </a:moveTo>
                <a:lnTo>
                  <a:pt x="467100" y="0"/>
                </a:lnTo>
                <a:lnTo>
                  <a:pt x="467100" y="148500"/>
                </a:lnTo>
                <a:cubicBezTo>
                  <a:pt x="467100" y="228900"/>
                  <a:pt x="457800" y="286800"/>
                  <a:pt x="439200" y="322200"/>
                </a:cubicBezTo>
                <a:cubicBezTo>
                  <a:pt x="413399" y="370800"/>
                  <a:pt x="373199" y="407400"/>
                  <a:pt x="318600" y="432000"/>
                </a:cubicBezTo>
                <a:lnTo>
                  <a:pt x="279000" y="368100"/>
                </a:lnTo>
                <a:cubicBezTo>
                  <a:pt x="311400" y="354900"/>
                  <a:pt x="335550" y="334050"/>
                  <a:pt x="351450" y="305550"/>
                </a:cubicBezTo>
                <a:cubicBezTo>
                  <a:pt x="367350" y="277051"/>
                  <a:pt x="376200" y="237901"/>
                  <a:pt x="378000" y="188100"/>
                </a:cubicBezTo>
                <a:lnTo>
                  <a:pt x="293400" y="188100"/>
                </a:lnTo>
                <a:close/>
                <a:moveTo>
                  <a:pt x="14400" y="0"/>
                </a:moveTo>
                <a:lnTo>
                  <a:pt x="188100" y="0"/>
                </a:lnTo>
                <a:lnTo>
                  <a:pt x="188100" y="148500"/>
                </a:lnTo>
                <a:cubicBezTo>
                  <a:pt x="188100" y="228900"/>
                  <a:pt x="178800" y="286800"/>
                  <a:pt x="160200" y="322200"/>
                </a:cubicBezTo>
                <a:cubicBezTo>
                  <a:pt x="134400" y="370800"/>
                  <a:pt x="94200" y="407400"/>
                  <a:pt x="39600" y="432000"/>
                </a:cubicBezTo>
                <a:lnTo>
                  <a:pt x="0" y="368100"/>
                </a:lnTo>
                <a:cubicBezTo>
                  <a:pt x="32400" y="354900"/>
                  <a:pt x="56550" y="334050"/>
                  <a:pt x="72450" y="305550"/>
                </a:cubicBezTo>
                <a:cubicBezTo>
                  <a:pt x="88350" y="277051"/>
                  <a:pt x="97200" y="237901"/>
                  <a:pt x="99000" y="188100"/>
                </a:cubicBezTo>
                <a:lnTo>
                  <a:pt x="14400" y="188100"/>
                </a:lnTo>
                <a:close/>
              </a:path>
            </a:pathLst>
          </a:custGeom>
          <a:solidFill>
            <a:srgbClr val="9CA8B2"/>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endParaRPr lang="de-DE" sz="19900" dirty="0">
              <a:solidFill>
                <a:srgbClr val="9CA8B2"/>
              </a:solidFill>
            </a:endParaRPr>
          </a:p>
        </p:txBody>
      </p:sp>
      <p:sp>
        <p:nvSpPr>
          <p:cNvPr id="2" name="Datum">
            <a:extLst>
              <a:ext uri="{FF2B5EF4-FFF2-40B4-BE49-F238E27FC236}">
                <a16:creationId xmlns:a16="http://schemas.microsoft.com/office/drawing/2014/main" id="{5CF0E601-453E-28B9-E4E6-F8EC18CBAC85}"/>
              </a:ext>
              <a:ext uri="{C183D7F6-B498-43B3-948B-1728B52AA6E4}">
                <adec:decorative xmlns:adec="http://schemas.microsoft.com/office/drawing/2017/decorative" val="1"/>
              </a:ext>
            </a:extLst>
          </p:cNvPr>
          <p:cNvSpPr>
            <a:spLocks noGrp="1"/>
          </p:cNvSpPr>
          <p:nvPr userDrawn="1">
            <p:ph type="dt" sz="half" idx="10"/>
          </p:nvPr>
        </p:nvSpPr>
        <p:spPr bwMode="black"/>
        <p:txBody>
          <a:bodyPr/>
          <a:lstStyle>
            <a:lvl1pPr>
              <a:defRPr>
                <a:solidFill>
                  <a:schemeClr val="bg1"/>
                </a:solidFill>
              </a:defRPr>
            </a:lvl1pPr>
          </a:lstStyle>
          <a:p>
            <a:fld id="{E5D5AB79-1E5E-46C4-93F2-2786D100D754}" type="datetime1">
              <a:rPr lang="en-US" smtClean="0"/>
              <a:t>6/9/2026</a:t>
            </a:fld>
            <a:endParaRPr lang="de-DE" dirty="0"/>
          </a:p>
        </p:txBody>
      </p:sp>
      <p:sp>
        <p:nvSpPr>
          <p:cNvPr id="3" name="Fußzeile">
            <a:extLst>
              <a:ext uri="{FF2B5EF4-FFF2-40B4-BE49-F238E27FC236}">
                <a16:creationId xmlns:a16="http://schemas.microsoft.com/office/drawing/2014/main" id="{CE39A9B5-956A-BC4C-93F0-384408458DE5}"/>
              </a:ext>
              <a:ext uri="{C183D7F6-B498-43B3-948B-1728B52AA6E4}">
                <adec:decorative xmlns:adec="http://schemas.microsoft.com/office/drawing/2017/decorative" val="1"/>
              </a:ext>
            </a:extLst>
          </p:cNvPr>
          <p:cNvSpPr>
            <a:spLocks noGrp="1"/>
          </p:cNvSpPr>
          <p:nvPr userDrawn="1">
            <p:ph type="ftr" sz="quarter" idx="11"/>
          </p:nvPr>
        </p:nvSpPr>
        <p:spPr bwMode="black"/>
        <p:txBody>
          <a:bodyPr/>
          <a:lstStyle>
            <a:lvl1pPr>
              <a:defRPr>
                <a:solidFill>
                  <a:schemeClr val="bg1"/>
                </a:solidFill>
              </a:defRPr>
            </a:lvl1pPr>
          </a:lstStyle>
          <a:p>
            <a:r>
              <a:rPr lang="en-US"/>
              <a:t>Firstname Lastname:  Thesis Title </a:t>
            </a:r>
            <a:endParaRPr lang="de-DE" dirty="0"/>
          </a:p>
        </p:txBody>
      </p:sp>
      <p:sp>
        <p:nvSpPr>
          <p:cNvPr id="4" name="Seitenzahl">
            <a:extLst>
              <a:ext uri="{FF2B5EF4-FFF2-40B4-BE49-F238E27FC236}">
                <a16:creationId xmlns:a16="http://schemas.microsoft.com/office/drawing/2014/main" id="{DDD4A764-0924-9D33-56B6-137296B573A9}"/>
              </a:ext>
            </a:extLst>
          </p:cNvPr>
          <p:cNvSpPr>
            <a:spLocks noGrp="1"/>
          </p:cNvSpPr>
          <p:nvPr userDrawn="1">
            <p:ph type="sldNum" sz="quarter" idx="12"/>
          </p:nvPr>
        </p:nvSpPr>
        <p:spPr bwMode="black">
          <a:xfrm>
            <a:off x="10992000" y="6439500"/>
            <a:ext cx="504000" cy="144000"/>
          </a:xfrm>
          <a:prstGeom prst="rect">
            <a:avLst/>
          </a:prstGeom>
        </p:spPr>
        <p:txBody>
          <a:bodyPr/>
          <a:lstStyle>
            <a:lvl1pPr>
              <a:defRPr>
                <a:solidFill>
                  <a:schemeClr val="bg1"/>
                </a:solidFill>
              </a:defRPr>
            </a:lvl1pPr>
          </a:lstStyle>
          <a:p>
            <a:fld id="{D836C0FE-70CA-4950-82D6-CF602CC2B770}" type="slidenum">
              <a:rPr lang="de-DE" smtClean="0"/>
              <a:pPr/>
              <a:t>‹Nr.›</a:t>
            </a:fld>
            <a:endParaRPr lang="de-DE" dirty="0"/>
          </a:p>
        </p:txBody>
      </p:sp>
      <p:sp>
        <p:nvSpPr>
          <p:cNvPr id="7" name="Textplatzhalter">
            <a:extLst>
              <a:ext uri="{FF2B5EF4-FFF2-40B4-BE49-F238E27FC236}">
                <a16:creationId xmlns:a16="http://schemas.microsoft.com/office/drawing/2014/main" id="{C8294393-E674-A8BF-1016-84D7B45BC61E}"/>
              </a:ext>
            </a:extLst>
          </p:cNvPr>
          <p:cNvSpPr>
            <a:spLocks noGrp="1"/>
          </p:cNvSpPr>
          <p:nvPr userDrawn="1">
            <p:ph type="body" sz="quarter" idx="13" hasCustomPrompt="1"/>
          </p:nvPr>
        </p:nvSpPr>
        <p:spPr bwMode="black">
          <a:xfrm>
            <a:off x="1631949" y="2132999"/>
            <a:ext cx="7056439" cy="4031263"/>
          </a:xfrm>
        </p:spPr>
        <p:txBody>
          <a:bodyPr/>
          <a:lstStyle>
            <a:lvl1pPr>
              <a:lnSpc>
                <a:spcPct val="90000"/>
              </a:lnSpc>
              <a:spcBef>
                <a:spcPts val="0"/>
              </a:spcBef>
              <a:spcAft>
                <a:spcPts val="0"/>
              </a:spcAft>
              <a:defRPr sz="4000" b="1">
                <a:solidFill>
                  <a:schemeClr val="bg1"/>
                </a:solidFill>
                <a:latin typeface="+mj-lt"/>
              </a:defRPr>
            </a:lvl1pPr>
            <a:lvl2pPr marL="0" indent="0">
              <a:spcBef>
                <a:spcPts val="1800"/>
              </a:spcBef>
              <a:spcAft>
                <a:spcPts val="0"/>
              </a:spcAft>
              <a:buFontTx/>
              <a:buNone/>
              <a:defRPr sz="1600" b="0">
                <a:solidFill>
                  <a:schemeClr val="tx1"/>
                </a:solidFill>
                <a:latin typeface="+mn-lt"/>
              </a:defRPr>
            </a:lvl2pPr>
            <a:lvl3pPr marL="0" indent="0">
              <a:spcBef>
                <a:spcPts val="1800"/>
              </a:spcBef>
              <a:spcAft>
                <a:spcPts val="0"/>
              </a:spcAft>
              <a:buFontTx/>
              <a:buNone/>
              <a:defRPr sz="1600" b="0">
                <a:solidFill>
                  <a:schemeClr val="tx1"/>
                </a:solidFill>
                <a:latin typeface="+mn-lt"/>
              </a:defRPr>
            </a:lvl3pPr>
            <a:lvl4pPr marL="0" indent="0">
              <a:spcBef>
                <a:spcPts val="1800"/>
              </a:spcBef>
              <a:spcAft>
                <a:spcPts val="0"/>
              </a:spcAft>
              <a:buFontTx/>
              <a:buNone/>
              <a:defRPr sz="1600" b="0">
                <a:solidFill>
                  <a:schemeClr val="tx1"/>
                </a:solidFill>
                <a:latin typeface="+mn-lt"/>
              </a:defRPr>
            </a:lvl4pPr>
            <a:lvl5pPr marL="0" indent="0">
              <a:spcBef>
                <a:spcPts val="1800"/>
              </a:spcBef>
              <a:spcAft>
                <a:spcPts val="0"/>
              </a:spcAft>
              <a:buFontTx/>
              <a:buNone/>
              <a:defRPr sz="1600" b="0">
                <a:solidFill>
                  <a:schemeClr val="tx1"/>
                </a:solidFill>
                <a:latin typeface="+mn-lt"/>
              </a:defRPr>
            </a:lvl5pPr>
            <a:lvl6pPr marL="0" indent="0">
              <a:spcBef>
                <a:spcPts val="1800"/>
              </a:spcBef>
              <a:spcAft>
                <a:spcPts val="0"/>
              </a:spcAft>
              <a:buFontTx/>
              <a:buNone/>
              <a:defRPr sz="1600" b="0">
                <a:solidFill>
                  <a:schemeClr val="tx1"/>
                </a:solidFill>
                <a:latin typeface="+mn-lt"/>
              </a:defRPr>
            </a:lvl6pPr>
            <a:lvl7pPr marL="0" indent="0">
              <a:spcBef>
                <a:spcPts val="1800"/>
              </a:spcBef>
              <a:spcAft>
                <a:spcPts val="0"/>
              </a:spcAft>
              <a:buFontTx/>
              <a:buNone/>
              <a:defRPr sz="1600" b="0">
                <a:solidFill>
                  <a:schemeClr val="tx1"/>
                </a:solidFill>
                <a:latin typeface="+mn-lt"/>
              </a:defRPr>
            </a:lvl7pPr>
            <a:lvl8pPr marL="0" indent="0">
              <a:spcBef>
                <a:spcPts val="1800"/>
              </a:spcBef>
              <a:spcAft>
                <a:spcPts val="0"/>
              </a:spcAft>
              <a:buFontTx/>
              <a:buNone/>
              <a:defRPr sz="1600" b="0">
                <a:solidFill>
                  <a:schemeClr val="tx1"/>
                </a:solidFill>
                <a:latin typeface="+mn-lt"/>
              </a:defRPr>
            </a:lvl8pPr>
            <a:lvl9pPr marL="0" indent="0">
              <a:spcBef>
                <a:spcPts val="1800"/>
              </a:spcBef>
              <a:spcAft>
                <a:spcPts val="0"/>
              </a:spcAft>
              <a:buFontTx/>
              <a:buNone/>
              <a:defRPr sz="1600" b="0">
                <a:solidFill>
                  <a:schemeClr val="tx1"/>
                </a:solidFill>
                <a:latin typeface="+mn-lt"/>
              </a:defRPr>
            </a:lvl9pPr>
          </a:lstStyle>
          <a:p>
            <a:pPr lvl="0"/>
            <a:r>
              <a:rPr lang="de-DE" dirty="0"/>
              <a:t>Hier könnte ein Zitat stehen</a:t>
            </a:r>
            <a:br>
              <a:rPr lang="de-DE" dirty="0"/>
            </a:br>
            <a:r>
              <a:rPr lang="de-DE" dirty="0"/>
              <a:t>(Listenebene 1).</a:t>
            </a:r>
          </a:p>
          <a:p>
            <a:pPr lvl="1"/>
            <a:r>
              <a:rPr lang="de-DE" dirty="0"/>
              <a:t>Eine optionale Autorenzeile ist in der Listenebene 2 vordefiniert.</a:t>
            </a:r>
          </a:p>
        </p:txBody>
      </p:sp>
    </p:spTree>
    <p:extLst>
      <p:ext uri="{BB962C8B-B14F-4D97-AF65-F5344CB8AC3E}">
        <p14:creationId xmlns:p14="http://schemas.microsoft.com/office/powerpoint/2010/main" val="2984370510"/>
      </p:ext>
    </p:extLst>
  </p:cSld>
  <p:clrMapOvr>
    <a:masterClrMapping/>
  </p:clrMapOvr>
  <p:extLst>
    <p:ext uri="{DCECCB84-F9BA-43D5-87BE-67443E8EF086}">
      <p15:sldGuideLst xmlns:p15="http://schemas.microsoft.com/office/powerpoint/2012/main">
        <p15:guide id="1" orient="horz" pos="1344" userDrawn="1">
          <p15:clr>
            <a:srgbClr val="FBAE40"/>
          </p15:clr>
        </p15:guide>
        <p15:guide id="2" pos="1028" userDrawn="1">
          <p15:clr>
            <a:srgbClr val="FBAE40"/>
          </p15:clr>
        </p15:guide>
        <p15:guide id="3" pos="5473" userDrawn="1">
          <p15:clr>
            <a:srgbClr val="FBAE40"/>
          </p15:clr>
        </p15:guide>
        <p15:guide id="4" orient="horz" pos="3883" userDrawn="1">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userDrawn="1">
  <p:cSld name="Kontakt">
    <p:bg>
      <p:bgPr>
        <a:solidFill>
          <a:schemeClr val="bg2"/>
        </a:solidFill>
        <a:effectLst/>
      </p:bgPr>
    </p:bg>
    <p:spTree>
      <p:nvGrpSpPr>
        <p:cNvPr id="1" name=""/>
        <p:cNvGrpSpPr/>
        <p:nvPr/>
      </p:nvGrpSpPr>
      <p:grpSpPr>
        <a:xfrm>
          <a:off x="0" y="0"/>
          <a:ext cx="0" cy="0"/>
          <a:chOff x="0" y="0"/>
          <a:chExt cx="0" cy="0"/>
        </a:xfrm>
      </p:grpSpPr>
      <p:pic>
        <p:nvPicPr>
          <p:cNvPr id="8" name="Logo">
            <a:extLst>
              <a:ext uri="{FF2B5EF4-FFF2-40B4-BE49-F238E27FC236}">
                <a16:creationId xmlns:a16="http://schemas.microsoft.com/office/drawing/2014/main" id="{C99E7B9A-74F7-05CE-4342-2B3FEFBAC82D}"/>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bwMode="gray">
          <a:xfrm>
            <a:off x="9861170" y="621000"/>
            <a:ext cx="1706830" cy="2160000"/>
          </a:xfrm>
          <a:prstGeom prst="rect">
            <a:avLst/>
          </a:prstGeom>
        </p:spPr>
      </p:pic>
      <p:sp>
        <p:nvSpPr>
          <p:cNvPr id="9" name="Bildplatzhalter">
            <a:extLst>
              <a:ext uri="{FF2B5EF4-FFF2-40B4-BE49-F238E27FC236}">
                <a16:creationId xmlns:a16="http://schemas.microsoft.com/office/drawing/2014/main" id="{33156A7A-A483-1E0F-0AA3-59F6BE1CB97D}"/>
              </a:ext>
            </a:extLst>
          </p:cNvPr>
          <p:cNvSpPr>
            <a:spLocks noGrp="1"/>
          </p:cNvSpPr>
          <p:nvPr>
            <p:ph type="pic" idx="13" hasCustomPrompt="1"/>
          </p:nvPr>
        </p:nvSpPr>
        <p:spPr bwMode="gray">
          <a:xfrm>
            <a:off x="696000" y="2853000"/>
            <a:ext cx="3312675" cy="3312675"/>
          </a:xfrm>
          <a:prstGeom prst="ellipse">
            <a:avLst/>
          </a:prstGeom>
          <a:solidFill>
            <a:srgbClr val="E4E7E9"/>
          </a:solidFill>
        </p:spPr>
        <p:txBody>
          <a:bodyPr lIns="0" tIns="0" rIns="0" bIns="1476000" anchor="ctr" anchorCtr="0"/>
          <a:lstStyle>
            <a:lvl1pPr marL="0" indent="0" algn="ctr">
              <a:spcBef>
                <a:spcPts val="0"/>
              </a:spcBef>
              <a:spcAft>
                <a:spcPts val="0"/>
              </a:spcAft>
              <a:buNone/>
              <a:defRPr sz="1200" b="0">
                <a:solidFill>
                  <a:schemeClr val="tx1"/>
                </a:solidFill>
                <a:latin typeface="+mn-lt"/>
              </a:defRPr>
            </a:lvl1pPr>
            <a:lvl2pPr marL="0" indent="0" algn="ctr">
              <a:spcBef>
                <a:spcPts val="0"/>
              </a:spcBef>
              <a:spcAft>
                <a:spcPts val="0"/>
              </a:spcAft>
              <a:buNone/>
              <a:defRPr sz="1200" b="0">
                <a:solidFill>
                  <a:schemeClr val="tx1"/>
                </a:solidFill>
                <a:latin typeface="+mn-lt"/>
              </a:defRPr>
            </a:lvl2pPr>
            <a:lvl3pPr marL="0" indent="0" algn="ctr">
              <a:spcBef>
                <a:spcPts val="0"/>
              </a:spcBef>
              <a:spcAft>
                <a:spcPts val="0"/>
              </a:spcAft>
              <a:buNone/>
              <a:defRPr sz="1200" b="0">
                <a:solidFill>
                  <a:schemeClr val="tx1"/>
                </a:solidFill>
                <a:latin typeface="+mn-lt"/>
              </a:defRPr>
            </a:lvl3pPr>
            <a:lvl4pPr marL="0" indent="0" algn="ctr">
              <a:spcBef>
                <a:spcPts val="0"/>
              </a:spcBef>
              <a:spcAft>
                <a:spcPts val="0"/>
              </a:spcAft>
              <a:buNone/>
              <a:defRPr sz="1200" b="0">
                <a:solidFill>
                  <a:schemeClr val="tx1"/>
                </a:solidFill>
                <a:latin typeface="+mn-lt"/>
              </a:defRPr>
            </a:lvl4pPr>
            <a:lvl5pPr marL="0" indent="0" algn="ctr">
              <a:spcBef>
                <a:spcPts val="0"/>
              </a:spcBef>
              <a:spcAft>
                <a:spcPts val="0"/>
              </a:spcAft>
              <a:buNone/>
              <a:defRPr sz="1200" b="0">
                <a:solidFill>
                  <a:schemeClr val="tx1"/>
                </a:solidFill>
                <a:latin typeface="+mn-lt"/>
              </a:defRPr>
            </a:lvl5pPr>
            <a:lvl6pPr marL="0" indent="0" algn="ctr">
              <a:spcBef>
                <a:spcPts val="0"/>
              </a:spcBef>
              <a:spcAft>
                <a:spcPts val="0"/>
              </a:spcAft>
              <a:buNone/>
              <a:defRPr sz="1200" b="0">
                <a:solidFill>
                  <a:schemeClr val="tx1"/>
                </a:solidFill>
                <a:latin typeface="+mn-lt"/>
              </a:defRPr>
            </a:lvl6pPr>
            <a:lvl7pPr marL="0" indent="0" algn="ctr">
              <a:spcBef>
                <a:spcPts val="0"/>
              </a:spcBef>
              <a:spcAft>
                <a:spcPts val="0"/>
              </a:spcAft>
              <a:buNone/>
              <a:defRPr sz="1200" b="0">
                <a:solidFill>
                  <a:schemeClr val="tx1"/>
                </a:solidFill>
                <a:latin typeface="+mn-lt"/>
              </a:defRPr>
            </a:lvl7pPr>
            <a:lvl8pPr marL="0" indent="0" algn="ctr">
              <a:spcBef>
                <a:spcPts val="0"/>
              </a:spcBef>
              <a:spcAft>
                <a:spcPts val="0"/>
              </a:spcAft>
              <a:buNone/>
              <a:defRPr sz="1200" b="0">
                <a:solidFill>
                  <a:schemeClr val="tx1"/>
                </a:solidFill>
                <a:latin typeface="+mn-lt"/>
              </a:defRPr>
            </a:lvl8pPr>
            <a:lvl9pPr marL="0" indent="0" algn="ctr">
              <a:spcBef>
                <a:spcPts val="0"/>
              </a:spcBef>
              <a:spcAft>
                <a:spcPts val="0"/>
              </a:spcAft>
              <a:buNone/>
              <a:defRPr sz="1200" b="0">
                <a:solidFill>
                  <a:schemeClr val="tx1"/>
                </a:solidFill>
                <a:latin typeface="+mn-lt"/>
              </a:defRPr>
            </a:lvl9pPr>
          </a:lstStyle>
          <a:p>
            <a:pPr lvl="0"/>
            <a:r>
              <a:rPr lang="de-DE" dirty="0"/>
              <a:t>Bild durch Klick auf das Icon einfügen.</a:t>
            </a:r>
          </a:p>
        </p:txBody>
      </p:sp>
      <p:sp>
        <p:nvSpPr>
          <p:cNvPr id="13" name="Textplatzhalter">
            <a:extLst>
              <a:ext uri="{FF2B5EF4-FFF2-40B4-BE49-F238E27FC236}">
                <a16:creationId xmlns:a16="http://schemas.microsoft.com/office/drawing/2014/main" id="{CFD2BCFD-58F0-19CC-CDBE-A738810BB62D}"/>
              </a:ext>
            </a:extLst>
          </p:cNvPr>
          <p:cNvSpPr>
            <a:spLocks noGrp="1"/>
          </p:cNvSpPr>
          <p:nvPr>
            <p:ph type="body" sz="quarter" idx="14" hasCustomPrompt="1"/>
          </p:nvPr>
        </p:nvSpPr>
        <p:spPr bwMode="black">
          <a:xfrm>
            <a:off x="4440238" y="4221163"/>
            <a:ext cx="4248150" cy="1943100"/>
          </a:xfrm>
        </p:spPr>
        <p:txBody>
          <a:bodyPr/>
          <a:lstStyle>
            <a:lvl1pPr>
              <a:lnSpc>
                <a:spcPct val="90000"/>
              </a:lnSpc>
              <a:spcBef>
                <a:spcPts val="0"/>
              </a:spcBef>
              <a:spcAft>
                <a:spcPts val="0"/>
              </a:spcAft>
              <a:defRPr sz="2800" b="1">
                <a:solidFill>
                  <a:schemeClr val="bg1"/>
                </a:solidFill>
                <a:latin typeface="+mj-lt"/>
              </a:defRPr>
            </a:lvl1pPr>
            <a:lvl2pPr marL="0" indent="0">
              <a:spcBef>
                <a:spcPts val="1800"/>
              </a:spcBef>
              <a:spcAft>
                <a:spcPts val="0"/>
              </a:spcAft>
              <a:buFontTx/>
              <a:buNone/>
              <a:defRPr sz="1600" b="0">
                <a:solidFill>
                  <a:schemeClr val="tx1"/>
                </a:solidFill>
                <a:latin typeface="+mn-lt"/>
              </a:defRPr>
            </a:lvl2pPr>
            <a:lvl3pPr marL="0" indent="0">
              <a:spcBef>
                <a:spcPts val="200"/>
              </a:spcBef>
              <a:spcAft>
                <a:spcPts val="0"/>
              </a:spcAft>
              <a:buFontTx/>
              <a:buNone/>
              <a:defRPr sz="1200" b="0">
                <a:solidFill>
                  <a:schemeClr val="bg1"/>
                </a:solidFill>
                <a:latin typeface="+mn-lt"/>
              </a:defRPr>
            </a:lvl3pPr>
            <a:lvl4pPr marL="0" indent="0">
              <a:spcBef>
                <a:spcPts val="200"/>
              </a:spcBef>
              <a:spcAft>
                <a:spcPts val="0"/>
              </a:spcAft>
              <a:buFontTx/>
              <a:buNone/>
              <a:defRPr sz="1200" b="0">
                <a:solidFill>
                  <a:schemeClr val="bg1"/>
                </a:solidFill>
                <a:latin typeface="+mn-lt"/>
              </a:defRPr>
            </a:lvl4pPr>
            <a:lvl5pPr marL="0" indent="0">
              <a:spcBef>
                <a:spcPts val="200"/>
              </a:spcBef>
              <a:spcAft>
                <a:spcPts val="0"/>
              </a:spcAft>
              <a:buFontTx/>
              <a:buNone/>
              <a:defRPr sz="1200" b="0">
                <a:solidFill>
                  <a:schemeClr val="bg1"/>
                </a:solidFill>
                <a:latin typeface="+mn-lt"/>
              </a:defRPr>
            </a:lvl5pPr>
            <a:lvl6pPr marL="0" indent="0">
              <a:spcBef>
                <a:spcPts val="200"/>
              </a:spcBef>
              <a:spcAft>
                <a:spcPts val="0"/>
              </a:spcAft>
              <a:buFontTx/>
              <a:buNone/>
              <a:defRPr sz="1200" b="0">
                <a:solidFill>
                  <a:schemeClr val="bg1"/>
                </a:solidFill>
                <a:latin typeface="+mn-lt"/>
              </a:defRPr>
            </a:lvl6pPr>
            <a:lvl7pPr marL="0" indent="0">
              <a:spcBef>
                <a:spcPts val="200"/>
              </a:spcBef>
              <a:spcAft>
                <a:spcPts val="0"/>
              </a:spcAft>
              <a:buFontTx/>
              <a:buNone/>
              <a:defRPr sz="1200" b="0">
                <a:solidFill>
                  <a:schemeClr val="bg1"/>
                </a:solidFill>
                <a:latin typeface="+mn-lt"/>
              </a:defRPr>
            </a:lvl7pPr>
            <a:lvl8pPr marL="0" indent="0">
              <a:spcBef>
                <a:spcPts val="200"/>
              </a:spcBef>
              <a:spcAft>
                <a:spcPts val="0"/>
              </a:spcAft>
              <a:buFontTx/>
              <a:buNone/>
              <a:defRPr sz="1200" b="0">
                <a:solidFill>
                  <a:schemeClr val="bg1"/>
                </a:solidFill>
                <a:latin typeface="+mn-lt"/>
              </a:defRPr>
            </a:lvl8pPr>
            <a:lvl9pPr marL="0" indent="0">
              <a:spcBef>
                <a:spcPts val="200"/>
              </a:spcBef>
              <a:spcAft>
                <a:spcPts val="0"/>
              </a:spcAft>
              <a:buFontTx/>
              <a:buNone/>
              <a:defRPr sz="1200" b="0">
                <a:solidFill>
                  <a:schemeClr val="bg1"/>
                </a:solidFill>
                <a:latin typeface="+mn-lt"/>
              </a:defRPr>
            </a:lvl9pPr>
          </a:lstStyle>
          <a:p>
            <a:pPr lvl="0"/>
            <a:r>
              <a:rPr lang="de-DE" dirty="0"/>
              <a:t>Kontakt</a:t>
            </a:r>
          </a:p>
          <a:p>
            <a:pPr lvl="1"/>
            <a:r>
              <a:rPr lang="de-DE" dirty="0"/>
              <a:t>Position</a:t>
            </a:r>
          </a:p>
          <a:p>
            <a:pPr lvl="2"/>
            <a:r>
              <a:rPr lang="de-DE" dirty="0"/>
              <a:t>Kontaktdaten</a:t>
            </a:r>
          </a:p>
        </p:txBody>
      </p:sp>
    </p:spTree>
    <p:extLst>
      <p:ext uri="{BB962C8B-B14F-4D97-AF65-F5344CB8AC3E}">
        <p14:creationId xmlns:p14="http://schemas.microsoft.com/office/powerpoint/2010/main" val="1019691603"/>
      </p:ext>
    </p:extLst>
  </p:cSld>
  <p:clrMapOvr>
    <a:masterClrMapping/>
  </p:clrMapOvr>
  <p:extLst>
    <p:ext uri="{DCECCB84-F9BA-43D5-87BE-67443E8EF086}">
      <p15:sldGuideLst xmlns:p15="http://schemas.microsoft.com/office/powerpoint/2012/main"/>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Aussage">
    <p:spTree>
      <p:nvGrpSpPr>
        <p:cNvPr id="1" name=""/>
        <p:cNvGrpSpPr/>
        <p:nvPr/>
      </p:nvGrpSpPr>
      <p:grpSpPr>
        <a:xfrm>
          <a:off x="0" y="0"/>
          <a:ext cx="0" cy="0"/>
          <a:chOff x="0" y="0"/>
          <a:chExt cx="0" cy="0"/>
        </a:xfrm>
      </p:grpSpPr>
      <p:sp>
        <p:nvSpPr>
          <p:cNvPr id="2" name="Datum">
            <a:extLst>
              <a:ext uri="{FF2B5EF4-FFF2-40B4-BE49-F238E27FC236}">
                <a16:creationId xmlns:a16="http://schemas.microsoft.com/office/drawing/2014/main" id="{5FA0F30C-F811-060A-31E4-9EB1AF3C114B}"/>
              </a:ext>
              <a:ext uri="{C183D7F6-B498-43B3-948B-1728B52AA6E4}">
                <adec:decorative xmlns:adec="http://schemas.microsoft.com/office/drawing/2017/decorative" val="1"/>
              </a:ext>
            </a:extLst>
          </p:cNvPr>
          <p:cNvSpPr>
            <a:spLocks noGrp="1"/>
          </p:cNvSpPr>
          <p:nvPr>
            <p:ph type="dt" sz="half" idx="15"/>
          </p:nvPr>
        </p:nvSpPr>
        <p:spPr bwMode="gray"/>
        <p:txBody>
          <a:bodyPr/>
          <a:lstStyle>
            <a:lvl1pPr>
              <a:defRPr>
                <a:solidFill>
                  <a:schemeClr val="tx1">
                    <a:alpha val="0"/>
                  </a:schemeClr>
                </a:solidFill>
              </a:defRPr>
            </a:lvl1pPr>
          </a:lstStyle>
          <a:p>
            <a:fld id="{693DCD73-9D17-4118-83F0-5F001E132114}" type="datetime1">
              <a:rPr lang="en-US" smtClean="0"/>
              <a:t>6/9/2026</a:t>
            </a:fld>
            <a:endParaRPr lang="de-DE" dirty="0"/>
          </a:p>
        </p:txBody>
      </p:sp>
      <p:sp>
        <p:nvSpPr>
          <p:cNvPr id="3" name="Fußzeile">
            <a:extLst>
              <a:ext uri="{FF2B5EF4-FFF2-40B4-BE49-F238E27FC236}">
                <a16:creationId xmlns:a16="http://schemas.microsoft.com/office/drawing/2014/main" id="{2B0464A2-F8A8-8F44-9BFE-3C295CD91656}"/>
              </a:ext>
              <a:ext uri="{C183D7F6-B498-43B3-948B-1728B52AA6E4}">
                <adec:decorative xmlns:adec="http://schemas.microsoft.com/office/drawing/2017/decorative" val="1"/>
              </a:ext>
            </a:extLst>
          </p:cNvPr>
          <p:cNvSpPr>
            <a:spLocks noGrp="1"/>
          </p:cNvSpPr>
          <p:nvPr>
            <p:ph type="ftr" sz="quarter" idx="16"/>
          </p:nvPr>
        </p:nvSpPr>
        <p:spPr bwMode="gray"/>
        <p:txBody>
          <a:bodyPr/>
          <a:lstStyle>
            <a:lvl1pPr>
              <a:defRPr>
                <a:solidFill>
                  <a:schemeClr val="tx1">
                    <a:alpha val="0"/>
                  </a:schemeClr>
                </a:solidFill>
              </a:defRPr>
            </a:lvl1pPr>
          </a:lstStyle>
          <a:p>
            <a:r>
              <a:rPr lang="en-US"/>
              <a:t>Firstname Lastname:  Thesis Title </a:t>
            </a:r>
            <a:endParaRPr lang="de-DE" dirty="0"/>
          </a:p>
        </p:txBody>
      </p:sp>
      <p:sp>
        <p:nvSpPr>
          <p:cNvPr id="4" name="Seitenzahl">
            <a:extLst>
              <a:ext uri="{FF2B5EF4-FFF2-40B4-BE49-F238E27FC236}">
                <a16:creationId xmlns:a16="http://schemas.microsoft.com/office/drawing/2014/main" id="{D64E6261-7F8B-549F-4CD0-FBDF0426963A}"/>
              </a:ext>
            </a:extLst>
          </p:cNvPr>
          <p:cNvSpPr>
            <a:spLocks noGrp="1"/>
          </p:cNvSpPr>
          <p:nvPr>
            <p:ph type="sldNum" sz="quarter" idx="17"/>
          </p:nvPr>
        </p:nvSpPr>
        <p:spPr bwMode="gray">
          <a:xfrm>
            <a:off x="10992000" y="6439500"/>
            <a:ext cx="504000" cy="144000"/>
          </a:xfrm>
          <a:prstGeom prst="rect">
            <a:avLst/>
          </a:prstGeom>
        </p:spPr>
        <p:txBody>
          <a:bodyPr/>
          <a:lstStyle>
            <a:lvl1pPr>
              <a:defRPr>
                <a:solidFill>
                  <a:schemeClr val="tx1">
                    <a:alpha val="0"/>
                  </a:schemeClr>
                </a:solidFill>
              </a:defRPr>
            </a:lvl1pPr>
          </a:lstStyle>
          <a:p>
            <a:fld id="{D836C0FE-70CA-4950-82D6-CF602CC2B770}" type="slidenum">
              <a:rPr lang="de-DE" smtClean="0"/>
              <a:pPr/>
              <a:t>‹Nr.›</a:t>
            </a:fld>
            <a:endParaRPr lang="de-DE" dirty="0"/>
          </a:p>
        </p:txBody>
      </p:sp>
      <p:sp>
        <p:nvSpPr>
          <p:cNvPr id="11" name="Bildplatzhalter">
            <a:extLst>
              <a:ext uri="{FF2B5EF4-FFF2-40B4-BE49-F238E27FC236}">
                <a16:creationId xmlns:a16="http://schemas.microsoft.com/office/drawing/2014/main" id="{FAA5048C-F469-9EBB-1545-BE067778550E}"/>
              </a:ext>
              <a:ext uri="{C183D7F6-B498-43B3-948B-1728B52AA6E4}">
                <adec:decorative xmlns:adec="http://schemas.microsoft.com/office/drawing/2017/decorative" val="1"/>
              </a:ext>
            </a:extLst>
          </p:cNvPr>
          <p:cNvSpPr>
            <a:spLocks noGrp="1"/>
          </p:cNvSpPr>
          <p:nvPr>
            <p:ph type="pic" idx="13" hasCustomPrompt="1"/>
          </p:nvPr>
        </p:nvSpPr>
        <p:spPr bwMode="gray">
          <a:xfrm>
            <a:off x="0" y="0"/>
            <a:ext cx="12192000" cy="6858000"/>
          </a:xfrm>
          <a:solidFill>
            <a:srgbClr val="E4E7E9"/>
          </a:solidFill>
        </p:spPr>
        <p:txBody>
          <a:bodyPr lIns="2160000" tIns="0" rIns="2160000" bIns="1224000" anchor="ctr" anchorCtr="0"/>
          <a:lstStyle>
            <a:lvl1pPr marL="0" indent="0" algn="ctr">
              <a:spcBef>
                <a:spcPts val="0"/>
              </a:spcBef>
              <a:spcAft>
                <a:spcPts val="0"/>
              </a:spcAft>
              <a:buNone/>
              <a:defRPr sz="1200" b="0">
                <a:solidFill>
                  <a:schemeClr val="tx1"/>
                </a:solidFill>
                <a:latin typeface="+mn-lt"/>
              </a:defRPr>
            </a:lvl1pPr>
            <a:lvl2pPr marL="0" indent="0" algn="ctr">
              <a:spcBef>
                <a:spcPts val="0"/>
              </a:spcBef>
              <a:spcAft>
                <a:spcPts val="0"/>
              </a:spcAft>
              <a:buNone/>
              <a:defRPr sz="1200" b="0">
                <a:solidFill>
                  <a:schemeClr val="tx1"/>
                </a:solidFill>
                <a:latin typeface="+mn-lt"/>
              </a:defRPr>
            </a:lvl2pPr>
            <a:lvl3pPr marL="0" indent="0" algn="ctr">
              <a:spcBef>
                <a:spcPts val="0"/>
              </a:spcBef>
              <a:spcAft>
                <a:spcPts val="0"/>
              </a:spcAft>
              <a:buNone/>
              <a:defRPr sz="1200" b="0">
                <a:solidFill>
                  <a:schemeClr val="tx1"/>
                </a:solidFill>
                <a:latin typeface="+mn-lt"/>
              </a:defRPr>
            </a:lvl3pPr>
            <a:lvl4pPr marL="0" indent="0" algn="ctr">
              <a:spcBef>
                <a:spcPts val="0"/>
              </a:spcBef>
              <a:spcAft>
                <a:spcPts val="0"/>
              </a:spcAft>
              <a:buNone/>
              <a:defRPr sz="1200" b="0">
                <a:solidFill>
                  <a:schemeClr val="tx1"/>
                </a:solidFill>
                <a:latin typeface="+mn-lt"/>
              </a:defRPr>
            </a:lvl4pPr>
            <a:lvl5pPr marL="0" indent="0" algn="ctr">
              <a:spcBef>
                <a:spcPts val="0"/>
              </a:spcBef>
              <a:spcAft>
                <a:spcPts val="0"/>
              </a:spcAft>
              <a:buNone/>
              <a:defRPr sz="1200" b="0">
                <a:solidFill>
                  <a:schemeClr val="tx1"/>
                </a:solidFill>
                <a:latin typeface="+mn-lt"/>
              </a:defRPr>
            </a:lvl5pPr>
            <a:lvl6pPr marL="0" indent="0" algn="ctr">
              <a:spcBef>
                <a:spcPts val="0"/>
              </a:spcBef>
              <a:spcAft>
                <a:spcPts val="0"/>
              </a:spcAft>
              <a:buNone/>
              <a:defRPr sz="1200" b="0">
                <a:solidFill>
                  <a:schemeClr val="tx1"/>
                </a:solidFill>
                <a:latin typeface="+mn-lt"/>
              </a:defRPr>
            </a:lvl6pPr>
            <a:lvl7pPr marL="0" indent="0" algn="ctr">
              <a:spcBef>
                <a:spcPts val="0"/>
              </a:spcBef>
              <a:spcAft>
                <a:spcPts val="0"/>
              </a:spcAft>
              <a:buNone/>
              <a:defRPr sz="1200" b="0">
                <a:solidFill>
                  <a:schemeClr val="tx1"/>
                </a:solidFill>
                <a:latin typeface="+mn-lt"/>
              </a:defRPr>
            </a:lvl7pPr>
            <a:lvl8pPr marL="0" indent="0" algn="ctr">
              <a:spcBef>
                <a:spcPts val="0"/>
              </a:spcBef>
              <a:spcAft>
                <a:spcPts val="0"/>
              </a:spcAft>
              <a:buNone/>
              <a:defRPr sz="1200" b="0">
                <a:solidFill>
                  <a:schemeClr val="tx1"/>
                </a:solidFill>
                <a:latin typeface="+mn-lt"/>
              </a:defRPr>
            </a:lvl8pPr>
            <a:lvl9pPr marL="0" indent="0" algn="ctr">
              <a:spcBef>
                <a:spcPts val="0"/>
              </a:spcBef>
              <a:spcAft>
                <a:spcPts val="0"/>
              </a:spcAft>
              <a:buNone/>
              <a:defRPr sz="1200" b="0">
                <a:solidFill>
                  <a:schemeClr val="tx1"/>
                </a:solidFill>
                <a:latin typeface="+mn-lt"/>
              </a:defRPr>
            </a:lvl9pPr>
          </a:lstStyle>
          <a:p>
            <a:pPr lvl="0"/>
            <a:r>
              <a:rPr lang="de-DE" dirty="0"/>
              <a:t>Um ein Bild einzusetzen, klicken Sie bitte auf den Reiter „Einfügen“ und wählen die Schaltfläche „Bilder“. Alternativ können Sie das transparente Element mit der rechten Maustaste in den Hintergrund setzen, auf das Bildplatzhalter-Symbol klicken und ein Bild laden bzw. es so auch bearbeiten. Setzen Sie das Bild wieder in den Hintergrund.</a:t>
            </a:r>
          </a:p>
        </p:txBody>
      </p:sp>
      <p:sp>
        <p:nvSpPr>
          <p:cNvPr id="5" name="Transparenz">
            <a:extLst>
              <a:ext uri="{FF2B5EF4-FFF2-40B4-BE49-F238E27FC236}">
                <a16:creationId xmlns:a16="http://schemas.microsoft.com/office/drawing/2014/main" id="{0E4BA231-F72E-F0AA-757C-F1C95512B7C0}"/>
              </a:ext>
              <a:ext uri="{C183D7F6-B498-43B3-948B-1728B52AA6E4}">
                <adec:decorative xmlns:adec="http://schemas.microsoft.com/office/drawing/2017/decorative" val="1"/>
              </a:ext>
            </a:extLst>
          </p:cNvPr>
          <p:cNvSpPr>
            <a:spLocks noGrp="1"/>
          </p:cNvSpPr>
          <p:nvPr>
            <p:ph type="body" sz="quarter" idx="12" hasCustomPrompt="1"/>
          </p:nvPr>
        </p:nvSpPr>
        <p:spPr bwMode="gray">
          <a:xfrm>
            <a:off x="0" y="0"/>
            <a:ext cx="12192000" cy="6858000"/>
          </a:xfrm>
          <a:solidFill>
            <a:schemeClr val="bg2">
              <a:alpha val="80000"/>
            </a:schemeClr>
          </a:solidFill>
        </p:spPr>
        <p:txBody>
          <a:bodyPr/>
          <a:lstStyle>
            <a:lvl1pPr marL="0" indent="0">
              <a:spcBef>
                <a:spcPts val="0"/>
              </a:spcBef>
              <a:spcAft>
                <a:spcPts val="0"/>
              </a:spcAft>
              <a:buFontTx/>
              <a:buNone/>
              <a:defRPr sz="100" b="0">
                <a:noFill/>
              </a:defRPr>
            </a:lvl1pPr>
            <a:lvl2pPr marL="0" indent="0">
              <a:spcBef>
                <a:spcPts val="0"/>
              </a:spcBef>
              <a:spcAft>
                <a:spcPts val="0"/>
              </a:spcAft>
              <a:buFontTx/>
              <a:buNone/>
              <a:defRPr sz="100" b="0">
                <a:noFill/>
              </a:defRPr>
            </a:lvl2pPr>
            <a:lvl3pPr marL="0" indent="0">
              <a:spcBef>
                <a:spcPts val="0"/>
              </a:spcBef>
              <a:spcAft>
                <a:spcPts val="0"/>
              </a:spcAft>
              <a:buFontTx/>
              <a:buNone/>
              <a:defRPr sz="100" b="0">
                <a:noFill/>
              </a:defRPr>
            </a:lvl3pPr>
            <a:lvl4pPr marL="0" indent="0">
              <a:spcBef>
                <a:spcPts val="0"/>
              </a:spcBef>
              <a:spcAft>
                <a:spcPts val="0"/>
              </a:spcAft>
              <a:buFontTx/>
              <a:buNone/>
              <a:defRPr sz="100" b="0">
                <a:noFill/>
              </a:defRPr>
            </a:lvl4pPr>
            <a:lvl5pPr marL="0" indent="0">
              <a:spcBef>
                <a:spcPts val="0"/>
              </a:spcBef>
              <a:spcAft>
                <a:spcPts val="0"/>
              </a:spcAft>
              <a:buFontTx/>
              <a:buNone/>
              <a:defRPr sz="100" b="0">
                <a:noFill/>
              </a:defRPr>
            </a:lvl5pPr>
            <a:lvl6pPr marL="0" indent="0">
              <a:spcBef>
                <a:spcPts val="0"/>
              </a:spcBef>
              <a:spcAft>
                <a:spcPts val="0"/>
              </a:spcAft>
              <a:buFontTx/>
              <a:buNone/>
              <a:defRPr sz="100" b="0">
                <a:noFill/>
              </a:defRPr>
            </a:lvl6pPr>
            <a:lvl7pPr marL="0" indent="0">
              <a:spcBef>
                <a:spcPts val="0"/>
              </a:spcBef>
              <a:spcAft>
                <a:spcPts val="0"/>
              </a:spcAft>
              <a:buFontTx/>
              <a:buNone/>
              <a:defRPr sz="100" b="0">
                <a:noFill/>
              </a:defRPr>
            </a:lvl7pPr>
            <a:lvl8pPr marL="0" indent="0">
              <a:spcBef>
                <a:spcPts val="0"/>
              </a:spcBef>
              <a:spcAft>
                <a:spcPts val="0"/>
              </a:spcAft>
              <a:buFontTx/>
              <a:buNone/>
              <a:defRPr sz="100" b="0">
                <a:noFill/>
              </a:defRPr>
            </a:lvl8pPr>
            <a:lvl9pPr marL="0" indent="0">
              <a:spcBef>
                <a:spcPts val="0"/>
              </a:spcBef>
              <a:spcAft>
                <a:spcPts val="0"/>
              </a:spcAft>
              <a:buFontTx/>
              <a:buNone/>
              <a:defRPr sz="100" b="0">
                <a:noFill/>
              </a:defRPr>
            </a:lvl9pPr>
          </a:lstStyle>
          <a:p>
            <a:pPr lvl="0"/>
            <a:r>
              <a:rPr lang="de-DE" dirty="0"/>
              <a:t> </a:t>
            </a:r>
          </a:p>
        </p:txBody>
      </p:sp>
      <p:sp>
        <p:nvSpPr>
          <p:cNvPr id="14" name="Textplatzhalter">
            <a:extLst>
              <a:ext uri="{FF2B5EF4-FFF2-40B4-BE49-F238E27FC236}">
                <a16:creationId xmlns:a16="http://schemas.microsoft.com/office/drawing/2014/main" id="{41CA4ADD-D78B-A046-6D6E-AD8FDE3D8615}"/>
              </a:ext>
            </a:extLst>
          </p:cNvPr>
          <p:cNvSpPr>
            <a:spLocks noGrp="1"/>
          </p:cNvSpPr>
          <p:nvPr>
            <p:ph type="body" sz="quarter" idx="18" hasCustomPrompt="1"/>
          </p:nvPr>
        </p:nvSpPr>
        <p:spPr bwMode="gray">
          <a:xfrm>
            <a:off x="696001" y="5057005"/>
            <a:ext cx="5400000" cy="1107996"/>
          </a:xfrm>
        </p:spPr>
        <p:txBody>
          <a:bodyPr wrap="square" anchor="b" anchorCtr="0">
            <a:spAutoFit/>
          </a:bodyPr>
          <a:lstStyle>
            <a:lvl1pPr marL="0" indent="0">
              <a:lnSpc>
                <a:spcPct val="90000"/>
              </a:lnSpc>
              <a:spcBef>
                <a:spcPts val="0"/>
              </a:spcBef>
              <a:spcAft>
                <a:spcPts val="0"/>
              </a:spcAft>
              <a:buFontTx/>
              <a:buNone/>
              <a:defRPr sz="4000" b="1">
                <a:solidFill>
                  <a:schemeClr val="bg1"/>
                </a:solidFill>
                <a:latin typeface="+mj-lt"/>
              </a:defRPr>
            </a:lvl1pPr>
            <a:lvl2pPr marL="0" indent="0">
              <a:lnSpc>
                <a:spcPct val="90000"/>
              </a:lnSpc>
              <a:spcBef>
                <a:spcPts val="0"/>
              </a:spcBef>
              <a:spcAft>
                <a:spcPts val="0"/>
              </a:spcAft>
              <a:buFontTx/>
              <a:buNone/>
              <a:defRPr sz="4000" b="1">
                <a:solidFill>
                  <a:schemeClr val="bg1"/>
                </a:solidFill>
                <a:latin typeface="+mj-lt"/>
              </a:defRPr>
            </a:lvl2pPr>
            <a:lvl3pPr marL="0" indent="0">
              <a:lnSpc>
                <a:spcPct val="90000"/>
              </a:lnSpc>
              <a:spcBef>
                <a:spcPts val="0"/>
              </a:spcBef>
              <a:spcAft>
                <a:spcPts val="0"/>
              </a:spcAft>
              <a:buFontTx/>
              <a:buNone/>
              <a:defRPr sz="4000" b="1">
                <a:solidFill>
                  <a:schemeClr val="bg1"/>
                </a:solidFill>
                <a:latin typeface="+mj-lt"/>
              </a:defRPr>
            </a:lvl3pPr>
            <a:lvl4pPr marL="0" indent="0">
              <a:lnSpc>
                <a:spcPct val="90000"/>
              </a:lnSpc>
              <a:spcBef>
                <a:spcPts val="0"/>
              </a:spcBef>
              <a:spcAft>
                <a:spcPts val="0"/>
              </a:spcAft>
              <a:buFontTx/>
              <a:buNone/>
              <a:defRPr sz="4000" b="1">
                <a:solidFill>
                  <a:schemeClr val="bg1"/>
                </a:solidFill>
                <a:latin typeface="+mj-lt"/>
              </a:defRPr>
            </a:lvl4pPr>
            <a:lvl5pPr marL="0" indent="0">
              <a:lnSpc>
                <a:spcPct val="90000"/>
              </a:lnSpc>
              <a:spcBef>
                <a:spcPts val="0"/>
              </a:spcBef>
              <a:spcAft>
                <a:spcPts val="0"/>
              </a:spcAft>
              <a:buFontTx/>
              <a:buNone/>
              <a:defRPr sz="4000" b="1">
                <a:solidFill>
                  <a:schemeClr val="bg1"/>
                </a:solidFill>
                <a:latin typeface="+mj-lt"/>
              </a:defRPr>
            </a:lvl5pPr>
            <a:lvl6pPr marL="0" indent="0">
              <a:lnSpc>
                <a:spcPct val="90000"/>
              </a:lnSpc>
              <a:spcBef>
                <a:spcPts val="0"/>
              </a:spcBef>
              <a:spcAft>
                <a:spcPts val="0"/>
              </a:spcAft>
              <a:buFontTx/>
              <a:buNone/>
              <a:defRPr sz="4000" b="1">
                <a:solidFill>
                  <a:schemeClr val="bg1"/>
                </a:solidFill>
                <a:latin typeface="+mj-lt"/>
              </a:defRPr>
            </a:lvl6pPr>
            <a:lvl7pPr marL="0" indent="0">
              <a:lnSpc>
                <a:spcPct val="90000"/>
              </a:lnSpc>
              <a:spcBef>
                <a:spcPts val="0"/>
              </a:spcBef>
              <a:spcAft>
                <a:spcPts val="0"/>
              </a:spcAft>
              <a:buFontTx/>
              <a:buNone/>
              <a:defRPr sz="4000" b="1">
                <a:solidFill>
                  <a:schemeClr val="bg1"/>
                </a:solidFill>
                <a:latin typeface="+mj-lt"/>
              </a:defRPr>
            </a:lvl7pPr>
            <a:lvl8pPr marL="0" indent="0">
              <a:lnSpc>
                <a:spcPct val="90000"/>
              </a:lnSpc>
              <a:spcBef>
                <a:spcPts val="0"/>
              </a:spcBef>
              <a:spcAft>
                <a:spcPts val="0"/>
              </a:spcAft>
              <a:buFontTx/>
              <a:buNone/>
              <a:defRPr sz="4000" b="1">
                <a:solidFill>
                  <a:schemeClr val="bg1"/>
                </a:solidFill>
                <a:latin typeface="+mj-lt"/>
              </a:defRPr>
            </a:lvl8pPr>
            <a:lvl9pPr marL="0" indent="0">
              <a:lnSpc>
                <a:spcPct val="90000"/>
              </a:lnSpc>
              <a:spcBef>
                <a:spcPts val="0"/>
              </a:spcBef>
              <a:spcAft>
                <a:spcPts val="0"/>
              </a:spcAft>
              <a:buFontTx/>
              <a:buNone/>
              <a:defRPr sz="4000" b="1">
                <a:solidFill>
                  <a:schemeClr val="bg1"/>
                </a:solidFill>
                <a:latin typeface="+mj-lt"/>
              </a:defRPr>
            </a:lvl9pPr>
          </a:lstStyle>
          <a:p>
            <a:pPr lvl="0"/>
            <a:r>
              <a:rPr lang="de-DE" dirty="0"/>
              <a:t>Hier könnte kurze Aussage stehen</a:t>
            </a:r>
          </a:p>
        </p:txBody>
      </p:sp>
      <p:sp>
        <p:nvSpPr>
          <p:cNvPr id="12" name="Logo">
            <a:extLst>
              <a:ext uri="{FF2B5EF4-FFF2-40B4-BE49-F238E27FC236}">
                <a16:creationId xmlns:a16="http://schemas.microsoft.com/office/drawing/2014/main" id="{D920654A-CDF2-1EE4-1D99-B1A4C7A4C65D}"/>
              </a:ext>
              <a:ext uri="{C183D7F6-B498-43B3-948B-1728B52AA6E4}">
                <adec:decorative xmlns:adec="http://schemas.microsoft.com/office/drawing/2017/decorative" val="1"/>
              </a:ext>
            </a:extLst>
          </p:cNvPr>
          <p:cNvSpPr>
            <a:spLocks noGrp="1" noChangeAspect="1"/>
          </p:cNvSpPr>
          <p:nvPr>
            <p:ph type="body" sz="quarter" idx="14" hasCustomPrompt="1"/>
          </p:nvPr>
        </p:nvSpPr>
        <p:spPr bwMode="gray">
          <a:xfrm>
            <a:off x="10992001" y="483650"/>
            <a:ext cx="504000" cy="516923"/>
          </a:xfrm>
          <a:blipFill>
            <a:blip>
              <a:extLst>
                <a:ext uri="{96DAC541-7B7A-43D3-8B79-37D633B846F1}">
                  <asvg:svgBlip xmlns:asvg="http://schemas.microsoft.com/office/drawing/2016/SVG/main" r:embed="rId2"/>
                </a:ext>
              </a:extLst>
            </a:blip>
            <a:stretch>
              <a:fillRect/>
            </a:stretch>
          </a:blipFill>
          <a:ln>
            <a:noFill/>
          </a:ln>
        </p:spPr>
        <p:txBody>
          <a:bodyPr/>
          <a:lstStyle>
            <a:lvl1pPr marL="0" indent="0">
              <a:spcBef>
                <a:spcPts val="0"/>
              </a:spcBef>
              <a:spcAft>
                <a:spcPts val="0"/>
              </a:spcAft>
              <a:buFontTx/>
              <a:buNone/>
              <a:defRPr sz="100" b="0">
                <a:noFill/>
                <a:latin typeface="+mn-lt"/>
              </a:defRPr>
            </a:lvl1pPr>
            <a:lvl2pPr marL="0" indent="0">
              <a:spcBef>
                <a:spcPts val="0"/>
              </a:spcBef>
              <a:spcAft>
                <a:spcPts val="0"/>
              </a:spcAft>
              <a:buFontTx/>
              <a:buNone/>
              <a:defRPr sz="100" b="0">
                <a:noFill/>
                <a:latin typeface="+mn-lt"/>
              </a:defRPr>
            </a:lvl2pPr>
            <a:lvl3pPr marL="0" indent="0">
              <a:spcBef>
                <a:spcPts val="0"/>
              </a:spcBef>
              <a:spcAft>
                <a:spcPts val="0"/>
              </a:spcAft>
              <a:buFontTx/>
              <a:buNone/>
              <a:defRPr sz="100" b="0">
                <a:noFill/>
                <a:latin typeface="+mn-lt"/>
              </a:defRPr>
            </a:lvl3pPr>
            <a:lvl4pPr marL="0" indent="0">
              <a:spcBef>
                <a:spcPts val="0"/>
              </a:spcBef>
              <a:spcAft>
                <a:spcPts val="0"/>
              </a:spcAft>
              <a:buFontTx/>
              <a:buNone/>
              <a:defRPr sz="100" b="0">
                <a:noFill/>
                <a:latin typeface="+mn-lt"/>
              </a:defRPr>
            </a:lvl4pPr>
            <a:lvl5pPr marL="0" indent="0">
              <a:spcBef>
                <a:spcPts val="0"/>
              </a:spcBef>
              <a:spcAft>
                <a:spcPts val="0"/>
              </a:spcAft>
              <a:buFontTx/>
              <a:buNone/>
              <a:defRPr sz="100" b="0">
                <a:noFill/>
                <a:latin typeface="+mn-lt"/>
              </a:defRPr>
            </a:lvl5pPr>
            <a:lvl6pPr marL="0" indent="0">
              <a:spcBef>
                <a:spcPts val="0"/>
              </a:spcBef>
              <a:spcAft>
                <a:spcPts val="0"/>
              </a:spcAft>
              <a:buFontTx/>
              <a:buNone/>
              <a:defRPr sz="100" b="0">
                <a:noFill/>
                <a:latin typeface="+mn-lt"/>
              </a:defRPr>
            </a:lvl6pPr>
            <a:lvl7pPr marL="0" indent="0">
              <a:spcBef>
                <a:spcPts val="0"/>
              </a:spcBef>
              <a:spcAft>
                <a:spcPts val="0"/>
              </a:spcAft>
              <a:buFontTx/>
              <a:buNone/>
              <a:defRPr sz="100" b="0">
                <a:noFill/>
                <a:latin typeface="+mn-lt"/>
              </a:defRPr>
            </a:lvl7pPr>
            <a:lvl8pPr marL="0" indent="0">
              <a:spcBef>
                <a:spcPts val="0"/>
              </a:spcBef>
              <a:spcAft>
                <a:spcPts val="0"/>
              </a:spcAft>
              <a:buFontTx/>
              <a:buNone/>
              <a:defRPr sz="100" b="0">
                <a:noFill/>
                <a:latin typeface="+mn-lt"/>
              </a:defRPr>
            </a:lvl8pPr>
            <a:lvl9pPr marL="0" indent="0">
              <a:spcBef>
                <a:spcPts val="0"/>
              </a:spcBef>
              <a:spcAft>
                <a:spcPts val="0"/>
              </a:spcAft>
              <a:buFontTx/>
              <a:buNone/>
              <a:defRPr sz="100" b="0">
                <a:noFill/>
                <a:latin typeface="+mn-lt"/>
              </a:defRPr>
            </a:lvl9pPr>
          </a:lstStyle>
          <a:p>
            <a:pPr lvl="0"/>
            <a:r>
              <a:rPr lang="de-DE" dirty="0"/>
              <a:t> </a:t>
            </a:r>
          </a:p>
        </p:txBody>
      </p:sp>
    </p:spTree>
    <p:extLst>
      <p:ext uri="{BB962C8B-B14F-4D97-AF65-F5344CB8AC3E}">
        <p14:creationId xmlns:p14="http://schemas.microsoft.com/office/powerpoint/2010/main" val="2391389527"/>
      </p:ext>
    </p:extLst>
  </p:cSld>
  <p:clrMapOvr>
    <a:masterClrMapping/>
  </p:clrMapOvr>
  <p:extLst>
    <p:ext uri="{DCECCB84-F9BA-43D5-87BE-67443E8EF086}">
      <p15:sldGuideLst xmlns:p15="http://schemas.microsoft.com/office/powerpoint/2012/main"/>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theme" Target="../theme/theme1.xml"/><Relationship Id="rId26" Type="http://schemas.openxmlformats.org/officeDocument/2006/relationships/image" Target="../media/image1.sv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6" name="Seitenzahl">
            <a:extLst>
              <a:ext uri="{FF2B5EF4-FFF2-40B4-BE49-F238E27FC236}">
                <a16:creationId xmlns:a16="http://schemas.microsoft.com/office/drawing/2014/main" id="{65398FD5-9BF3-28FF-7DED-0D9B073604A6}"/>
              </a:ext>
              <a:ext uri="{C183D7F6-B498-43B3-948B-1728B52AA6E4}">
                <adec:decorative xmlns:adec="http://schemas.microsoft.com/office/drawing/2017/decorative" val="0"/>
              </a:ext>
            </a:extLst>
          </p:cNvPr>
          <p:cNvSpPr>
            <a:spLocks noGrp="1"/>
          </p:cNvSpPr>
          <p:nvPr>
            <p:ph type="sldNum" sz="quarter" idx="4"/>
          </p:nvPr>
        </p:nvSpPr>
        <p:spPr bwMode="gray">
          <a:xfrm>
            <a:off x="10992000" y="6439500"/>
            <a:ext cx="504000" cy="144000"/>
          </a:xfrm>
          <a:prstGeom prst="rect">
            <a:avLst/>
          </a:prstGeom>
        </p:spPr>
        <p:txBody>
          <a:bodyPr vert="horz" lIns="0" tIns="0" rIns="0" bIns="0" rtlCol="0" anchor="ctr"/>
          <a:lstStyle>
            <a:lvl1pPr algn="r">
              <a:defRPr sz="800" b="0">
                <a:solidFill>
                  <a:schemeClr val="tx1"/>
                </a:solidFill>
              </a:defRPr>
            </a:lvl1pPr>
          </a:lstStyle>
          <a:p>
            <a:fld id="{D836C0FE-70CA-4950-82D6-CF602CC2B770}" type="slidenum">
              <a:rPr lang="de-DE" smtClean="0"/>
              <a:pPr/>
              <a:t>‹Nr.›</a:t>
            </a:fld>
            <a:endParaRPr lang="de-DE" dirty="0"/>
          </a:p>
        </p:txBody>
      </p:sp>
      <p:sp>
        <p:nvSpPr>
          <p:cNvPr id="2" name="Titelplatzhalter">
            <a:extLst>
              <a:ext uri="{FF2B5EF4-FFF2-40B4-BE49-F238E27FC236}">
                <a16:creationId xmlns:a16="http://schemas.microsoft.com/office/drawing/2014/main" id="{7342B4B8-4BA9-1581-A621-9357C5FCC0CE}"/>
              </a:ext>
            </a:extLst>
          </p:cNvPr>
          <p:cNvSpPr>
            <a:spLocks noGrp="1"/>
          </p:cNvSpPr>
          <p:nvPr>
            <p:ph type="title"/>
          </p:nvPr>
        </p:nvSpPr>
        <p:spPr bwMode="gray">
          <a:xfrm>
            <a:off x="695325" y="693000"/>
            <a:ext cx="9360675" cy="792000"/>
          </a:xfrm>
          <a:prstGeom prst="rect">
            <a:avLst/>
          </a:prstGeom>
        </p:spPr>
        <p:txBody>
          <a:bodyPr vert="horz" lIns="0" tIns="0" rIns="0" bIns="0" rtlCol="0" anchor="t" anchorCtr="0">
            <a:noAutofit/>
          </a:bodyPr>
          <a:lstStyle/>
          <a:p>
            <a:r>
              <a:rPr lang="de-DE" dirty="0"/>
              <a:t>Titelmasterformat durch Klicken bearbeiten</a:t>
            </a:r>
          </a:p>
        </p:txBody>
      </p:sp>
      <p:sp>
        <p:nvSpPr>
          <p:cNvPr id="3" name="Textplatzhalter">
            <a:extLst>
              <a:ext uri="{FF2B5EF4-FFF2-40B4-BE49-F238E27FC236}">
                <a16:creationId xmlns:a16="http://schemas.microsoft.com/office/drawing/2014/main" id="{EF175F3C-62B0-3BD8-C2DE-1A89AD85A9F7}"/>
              </a:ext>
            </a:extLst>
          </p:cNvPr>
          <p:cNvSpPr>
            <a:spLocks noGrp="1"/>
          </p:cNvSpPr>
          <p:nvPr>
            <p:ph type="body" idx="1"/>
          </p:nvPr>
        </p:nvSpPr>
        <p:spPr bwMode="gray">
          <a:xfrm>
            <a:off x="695325" y="1845000"/>
            <a:ext cx="10801350" cy="4319264"/>
          </a:xfrm>
          <a:prstGeom prst="rect">
            <a:avLst/>
          </a:prstGeom>
        </p:spPr>
        <p:txBody>
          <a:bodyPr vert="horz" lIns="0" tIns="0" rIns="0" bIns="0" rtlCol="0">
            <a:noAutofit/>
          </a:bodyPr>
          <a:lstStyle/>
          <a:p>
            <a:pPr lvl="0"/>
            <a:r>
              <a:rPr lang="de-DE" dirty="0"/>
              <a:t>Das ist ein Fließtext. Nutzen Sie die Schaltflächen „Listenebene erhöhen“ bzw. „verringern“ (auf der Registerlasche „Start“), um die vordefinierten Textformatierungen anzusteuern.</a:t>
            </a:r>
          </a:p>
          <a:p>
            <a:pPr lvl="1"/>
            <a:r>
              <a:rPr lang="de-DE" dirty="0"/>
              <a:t>Zweite Ebene</a:t>
            </a:r>
          </a:p>
          <a:p>
            <a:pPr lvl="2"/>
            <a:r>
              <a:rPr lang="de-DE" dirty="0"/>
              <a:t>Dritte Ebene</a:t>
            </a:r>
          </a:p>
          <a:p>
            <a:pPr lvl="3"/>
            <a:r>
              <a:rPr lang="de-DE" dirty="0"/>
              <a:t>Vierte Ebene</a:t>
            </a:r>
          </a:p>
          <a:p>
            <a:pPr lvl="4"/>
            <a:r>
              <a:rPr lang="de-DE" dirty="0"/>
              <a:t>Fünfte Ebene</a:t>
            </a:r>
          </a:p>
          <a:p>
            <a:pPr lvl="5"/>
            <a:r>
              <a:rPr lang="de-DE" dirty="0"/>
              <a:t>Sechste Ebene</a:t>
            </a:r>
          </a:p>
          <a:p>
            <a:pPr lvl="6"/>
            <a:r>
              <a:rPr lang="de-DE" dirty="0"/>
              <a:t>Siebte Ebene</a:t>
            </a:r>
          </a:p>
          <a:p>
            <a:pPr lvl="7"/>
            <a:r>
              <a:rPr lang="de-DE" dirty="0"/>
              <a:t>Achte Ebene</a:t>
            </a:r>
          </a:p>
          <a:p>
            <a:pPr lvl="8"/>
            <a:r>
              <a:rPr lang="de-DE" dirty="0"/>
              <a:t>Neunte Ebene</a:t>
            </a:r>
          </a:p>
        </p:txBody>
      </p:sp>
      <p:sp>
        <p:nvSpPr>
          <p:cNvPr id="4" name="Datum">
            <a:extLst>
              <a:ext uri="{FF2B5EF4-FFF2-40B4-BE49-F238E27FC236}">
                <a16:creationId xmlns:a16="http://schemas.microsoft.com/office/drawing/2014/main" id="{2B378339-9E79-231D-A5AF-97105D3C5200}"/>
              </a:ext>
              <a:ext uri="{C183D7F6-B498-43B3-948B-1728B52AA6E4}">
                <adec:decorative xmlns:adec="http://schemas.microsoft.com/office/drawing/2017/decorative" val="1"/>
              </a:ext>
            </a:extLst>
          </p:cNvPr>
          <p:cNvSpPr>
            <a:spLocks noGrp="1"/>
          </p:cNvSpPr>
          <p:nvPr>
            <p:ph type="dt" sz="half" idx="2"/>
          </p:nvPr>
        </p:nvSpPr>
        <p:spPr bwMode="gray">
          <a:xfrm>
            <a:off x="696000" y="6439500"/>
            <a:ext cx="792000" cy="144000"/>
          </a:xfrm>
          <a:prstGeom prst="rect">
            <a:avLst/>
          </a:prstGeom>
        </p:spPr>
        <p:txBody>
          <a:bodyPr vert="horz" lIns="0" tIns="0" rIns="0" bIns="0" rtlCol="0" anchor="ctr"/>
          <a:lstStyle>
            <a:lvl1pPr algn="l">
              <a:defRPr sz="800">
                <a:solidFill>
                  <a:schemeClr val="tx1"/>
                </a:solidFill>
              </a:defRPr>
            </a:lvl1pPr>
          </a:lstStyle>
          <a:p>
            <a:fld id="{B91A688C-07E3-40B6-AA7A-CB292645DD3B}" type="datetime1">
              <a:rPr lang="en-US" smtClean="0"/>
              <a:t>6/9/2026</a:t>
            </a:fld>
            <a:endParaRPr lang="de-DE" dirty="0"/>
          </a:p>
        </p:txBody>
      </p:sp>
      <p:sp>
        <p:nvSpPr>
          <p:cNvPr id="5" name="Fußzeile">
            <a:extLst>
              <a:ext uri="{FF2B5EF4-FFF2-40B4-BE49-F238E27FC236}">
                <a16:creationId xmlns:a16="http://schemas.microsoft.com/office/drawing/2014/main" id="{ADFC89BB-31A4-FB0C-2C15-0120E1FE9686}"/>
              </a:ext>
              <a:ext uri="{C183D7F6-B498-43B3-948B-1728B52AA6E4}">
                <adec:decorative xmlns:adec="http://schemas.microsoft.com/office/drawing/2017/decorative" val="1"/>
              </a:ext>
            </a:extLst>
          </p:cNvPr>
          <p:cNvSpPr>
            <a:spLocks noGrp="1"/>
          </p:cNvSpPr>
          <p:nvPr>
            <p:ph type="ftr" sz="quarter" idx="3"/>
          </p:nvPr>
        </p:nvSpPr>
        <p:spPr bwMode="gray">
          <a:xfrm>
            <a:off x="1560000" y="6439500"/>
            <a:ext cx="9360000" cy="144000"/>
          </a:xfrm>
          <a:prstGeom prst="rect">
            <a:avLst/>
          </a:prstGeom>
        </p:spPr>
        <p:txBody>
          <a:bodyPr vert="horz" lIns="0" tIns="0" rIns="0" bIns="0" rtlCol="0" anchor="ctr"/>
          <a:lstStyle>
            <a:lvl1pPr algn="l">
              <a:defRPr sz="800">
                <a:solidFill>
                  <a:schemeClr val="tx1"/>
                </a:solidFill>
              </a:defRPr>
            </a:lvl1pPr>
          </a:lstStyle>
          <a:p>
            <a:r>
              <a:rPr lang="en-US"/>
              <a:t>Firstname Lastname:  Thesis Title </a:t>
            </a:r>
            <a:endParaRPr lang="de-DE" dirty="0"/>
          </a:p>
        </p:txBody>
      </p:sp>
      <p:grpSp>
        <p:nvGrpSpPr>
          <p:cNvPr id="57" name="Gruppieren 56">
            <a:extLst>
              <a:ext uri="{FF2B5EF4-FFF2-40B4-BE49-F238E27FC236}">
                <a16:creationId xmlns:a16="http://schemas.microsoft.com/office/drawing/2014/main" id="{70E6F260-5B6B-E6BA-7AE8-C81A29C8C1CE}"/>
              </a:ext>
              <a:ext uri="{C183D7F6-B498-43B3-948B-1728B52AA6E4}">
                <adec:decorative xmlns:adec="http://schemas.microsoft.com/office/drawing/2017/decorative" val="1"/>
              </a:ext>
            </a:extLst>
          </p:cNvPr>
          <p:cNvGrpSpPr/>
          <p:nvPr userDrawn="1"/>
        </p:nvGrpSpPr>
        <p:grpSpPr bwMode="gray">
          <a:xfrm>
            <a:off x="-168000" y="693000"/>
            <a:ext cx="72000" cy="5472000"/>
            <a:chOff x="-168000" y="693000"/>
            <a:chExt cx="72000" cy="5472000"/>
          </a:xfrm>
        </p:grpSpPr>
        <p:cxnSp>
          <p:nvCxnSpPr>
            <p:cNvPr id="58" name="Gerader Verbinder 57">
              <a:extLst>
                <a:ext uri="{FF2B5EF4-FFF2-40B4-BE49-F238E27FC236}">
                  <a16:creationId xmlns:a16="http://schemas.microsoft.com/office/drawing/2014/main" id="{9CE92DE1-673B-26F8-5C3A-038AF76C45EA}"/>
                </a:ext>
              </a:extLst>
            </p:cNvPr>
            <p:cNvCxnSpPr>
              <a:cxnSpLocks/>
            </p:cNvCxnSpPr>
            <p:nvPr userDrawn="1"/>
          </p:nvCxnSpPr>
          <p:spPr bwMode="gray">
            <a:xfrm>
              <a:off x="-168000" y="1845000"/>
              <a:ext cx="72000"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cxnSp>
          <p:nvCxnSpPr>
            <p:cNvPr id="59" name="Gerader Verbinder 58">
              <a:extLst>
                <a:ext uri="{FF2B5EF4-FFF2-40B4-BE49-F238E27FC236}">
                  <a16:creationId xmlns:a16="http://schemas.microsoft.com/office/drawing/2014/main" id="{2CCFAADA-1A7F-A8B8-E1B1-83852B2604B3}"/>
                </a:ext>
              </a:extLst>
            </p:cNvPr>
            <p:cNvCxnSpPr>
              <a:cxnSpLocks/>
            </p:cNvCxnSpPr>
            <p:nvPr userDrawn="1"/>
          </p:nvCxnSpPr>
          <p:spPr bwMode="gray">
            <a:xfrm>
              <a:off x="-168000" y="6165000"/>
              <a:ext cx="72000"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cxnSp>
          <p:nvCxnSpPr>
            <p:cNvPr id="60" name="Gerader Verbinder 59">
              <a:extLst>
                <a:ext uri="{FF2B5EF4-FFF2-40B4-BE49-F238E27FC236}">
                  <a16:creationId xmlns:a16="http://schemas.microsoft.com/office/drawing/2014/main" id="{2FDB1CBD-B743-8109-6C60-DB9675A8178E}"/>
                </a:ext>
              </a:extLst>
            </p:cNvPr>
            <p:cNvCxnSpPr>
              <a:cxnSpLocks/>
            </p:cNvCxnSpPr>
            <p:nvPr userDrawn="1"/>
          </p:nvCxnSpPr>
          <p:spPr bwMode="gray">
            <a:xfrm>
              <a:off x="-168000" y="693000"/>
              <a:ext cx="72000"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grpSp>
        <p:nvGrpSpPr>
          <p:cNvPr id="61" name="Gruppieren 60">
            <a:extLst>
              <a:ext uri="{FF2B5EF4-FFF2-40B4-BE49-F238E27FC236}">
                <a16:creationId xmlns:a16="http://schemas.microsoft.com/office/drawing/2014/main" id="{7175DF0B-645D-8CFE-1723-CB46F027CD1D}"/>
              </a:ext>
              <a:ext uri="{C183D7F6-B498-43B3-948B-1728B52AA6E4}">
                <adec:decorative xmlns:adec="http://schemas.microsoft.com/office/drawing/2017/decorative" val="1"/>
              </a:ext>
            </a:extLst>
          </p:cNvPr>
          <p:cNvGrpSpPr/>
          <p:nvPr userDrawn="1"/>
        </p:nvGrpSpPr>
        <p:grpSpPr bwMode="gray">
          <a:xfrm>
            <a:off x="696000" y="-171000"/>
            <a:ext cx="10800000" cy="72000"/>
            <a:chOff x="696000" y="-171000"/>
            <a:chExt cx="10800000" cy="72000"/>
          </a:xfrm>
        </p:grpSpPr>
        <p:cxnSp>
          <p:nvCxnSpPr>
            <p:cNvPr id="62" name="Gerader Verbinder 61">
              <a:extLst>
                <a:ext uri="{FF2B5EF4-FFF2-40B4-BE49-F238E27FC236}">
                  <a16:creationId xmlns:a16="http://schemas.microsoft.com/office/drawing/2014/main" id="{F70F7F1A-06A7-BE9B-CA4E-4F13B09E5D9E}"/>
                </a:ext>
              </a:extLst>
            </p:cNvPr>
            <p:cNvCxnSpPr>
              <a:cxnSpLocks/>
            </p:cNvCxnSpPr>
            <p:nvPr userDrawn="1"/>
          </p:nvCxnSpPr>
          <p:spPr bwMode="gray">
            <a:xfrm>
              <a:off x="696000" y="-171000"/>
              <a:ext cx="0" cy="720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cxnSp>
          <p:nvCxnSpPr>
            <p:cNvPr id="63" name="Gerader Verbinder 62">
              <a:extLst>
                <a:ext uri="{FF2B5EF4-FFF2-40B4-BE49-F238E27FC236}">
                  <a16:creationId xmlns:a16="http://schemas.microsoft.com/office/drawing/2014/main" id="{1D2C61E1-60F0-20D8-92CD-DABDFA5A03EA}"/>
                </a:ext>
              </a:extLst>
            </p:cNvPr>
            <p:cNvCxnSpPr>
              <a:cxnSpLocks/>
            </p:cNvCxnSpPr>
            <p:nvPr userDrawn="1"/>
          </p:nvCxnSpPr>
          <p:spPr bwMode="gray">
            <a:xfrm>
              <a:off x="11496000" y="-171000"/>
              <a:ext cx="0" cy="720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cxnSp>
          <p:nvCxnSpPr>
            <p:cNvPr id="64" name="Gerader Verbinder 63">
              <a:extLst>
                <a:ext uri="{FF2B5EF4-FFF2-40B4-BE49-F238E27FC236}">
                  <a16:creationId xmlns:a16="http://schemas.microsoft.com/office/drawing/2014/main" id="{05107475-8CCC-88DC-7EC1-9974CB7A041E}"/>
                </a:ext>
              </a:extLst>
            </p:cNvPr>
            <p:cNvCxnSpPr>
              <a:cxnSpLocks/>
            </p:cNvCxnSpPr>
            <p:nvPr userDrawn="1"/>
          </p:nvCxnSpPr>
          <p:spPr bwMode="gray">
            <a:xfrm>
              <a:off x="2135560" y="-171000"/>
              <a:ext cx="0" cy="720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cxnSp>
          <p:nvCxnSpPr>
            <p:cNvPr id="65" name="Gerader Verbinder 64">
              <a:extLst>
                <a:ext uri="{FF2B5EF4-FFF2-40B4-BE49-F238E27FC236}">
                  <a16:creationId xmlns:a16="http://schemas.microsoft.com/office/drawing/2014/main" id="{90FD98A2-DADB-CF34-9CEA-BE457997C712}"/>
                </a:ext>
              </a:extLst>
            </p:cNvPr>
            <p:cNvCxnSpPr>
              <a:cxnSpLocks/>
            </p:cNvCxnSpPr>
            <p:nvPr userDrawn="1"/>
          </p:nvCxnSpPr>
          <p:spPr bwMode="gray">
            <a:xfrm>
              <a:off x="2567664" y="-171000"/>
              <a:ext cx="0" cy="720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cxnSp>
          <p:nvCxnSpPr>
            <p:cNvPr id="66" name="Gerader Verbinder 65">
              <a:extLst>
                <a:ext uri="{FF2B5EF4-FFF2-40B4-BE49-F238E27FC236}">
                  <a16:creationId xmlns:a16="http://schemas.microsoft.com/office/drawing/2014/main" id="{E21EB5D8-DDEB-2249-B195-4ED838937C74}"/>
                </a:ext>
              </a:extLst>
            </p:cNvPr>
            <p:cNvCxnSpPr>
              <a:cxnSpLocks/>
            </p:cNvCxnSpPr>
            <p:nvPr userDrawn="1"/>
          </p:nvCxnSpPr>
          <p:spPr bwMode="gray">
            <a:xfrm>
              <a:off x="4007763" y="-171000"/>
              <a:ext cx="0" cy="720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cxnSp>
          <p:nvCxnSpPr>
            <p:cNvPr id="67" name="Gerader Verbinder 66">
              <a:extLst>
                <a:ext uri="{FF2B5EF4-FFF2-40B4-BE49-F238E27FC236}">
                  <a16:creationId xmlns:a16="http://schemas.microsoft.com/office/drawing/2014/main" id="{1E9BF006-29C8-C40B-7D2D-6D3D8A6F7C09}"/>
                </a:ext>
              </a:extLst>
            </p:cNvPr>
            <p:cNvCxnSpPr>
              <a:cxnSpLocks/>
            </p:cNvCxnSpPr>
            <p:nvPr userDrawn="1"/>
          </p:nvCxnSpPr>
          <p:spPr bwMode="gray">
            <a:xfrm>
              <a:off x="4439872" y="-171000"/>
              <a:ext cx="0" cy="720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cxnSp>
          <p:nvCxnSpPr>
            <p:cNvPr id="68" name="Gerader Verbinder 67">
              <a:extLst>
                <a:ext uri="{FF2B5EF4-FFF2-40B4-BE49-F238E27FC236}">
                  <a16:creationId xmlns:a16="http://schemas.microsoft.com/office/drawing/2014/main" id="{CC4EBA89-B7C8-BC11-E261-E52950B5A709}"/>
                </a:ext>
              </a:extLst>
            </p:cNvPr>
            <p:cNvCxnSpPr>
              <a:cxnSpLocks/>
            </p:cNvCxnSpPr>
            <p:nvPr userDrawn="1"/>
          </p:nvCxnSpPr>
          <p:spPr bwMode="gray">
            <a:xfrm>
              <a:off x="5879976" y="-171000"/>
              <a:ext cx="0" cy="720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cxnSp>
          <p:nvCxnSpPr>
            <p:cNvPr id="69" name="Gerader Verbinder 68">
              <a:extLst>
                <a:ext uri="{FF2B5EF4-FFF2-40B4-BE49-F238E27FC236}">
                  <a16:creationId xmlns:a16="http://schemas.microsoft.com/office/drawing/2014/main" id="{4084141B-5223-2745-80DB-D9A20AEF7FC1}"/>
                </a:ext>
              </a:extLst>
            </p:cNvPr>
            <p:cNvCxnSpPr>
              <a:cxnSpLocks/>
            </p:cNvCxnSpPr>
            <p:nvPr userDrawn="1"/>
          </p:nvCxnSpPr>
          <p:spPr bwMode="gray">
            <a:xfrm>
              <a:off x="6312080" y="-171000"/>
              <a:ext cx="0" cy="720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cxnSp>
          <p:nvCxnSpPr>
            <p:cNvPr id="70" name="Gerader Verbinder 69">
              <a:extLst>
                <a:ext uri="{FF2B5EF4-FFF2-40B4-BE49-F238E27FC236}">
                  <a16:creationId xmlns:a16="http://schemas.microsoft.com/office/drawing/2014/main" id="{EEE455F4-4B7A-824A-1085-4854FE501E98}"/>
                </a:ext>
              </a:extLst>
            </p:cNvPr>
            <p:cNvCxnSpPr>
              <a:cxnSpLocks/>
            </p:cNvCxnSpPr>
            <p:nvPr userDrawn="1"/>
          </p:nvCxnSpPr>
          <p:spPr bwMode="gray">
            <a:xfrm>
              <a:off x="7752184" y="-171000"/>
              <a:ext cx="0" cy="720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cxnSp>
          <p:nvCxnSpPr>
            <p:cNvPr id="71" name="Gerader Verbinder 70">
              <a:extLst>
                <a:ext uri="{FF2B5EF4-FFF2-40B4-BE49-F238E27FC236}">
                  <a16:creationId xmlns:a16="http://schemas.microsoft.com/office/drawing/2014/main" id="{BA29A306-195C-8694-3DC1-5FBE80F0C697}"/>
                </a:ext>
              </a:extLst>
            </p:cNvPr>
            <p:cNvCxnSpPr>
              <a:cxnSpLocks/>
            </p:cNvCxnSpPr>
            <p:nvPr userDrawn="1"/>
          </p:nvCxnSpPr>
          <p:spPr bwMode="gray">
            <a:xfrm>
              <a:off x="8184000" y="-171000"/>
              <a:ext cx="0" cy="720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cxnSp>
          <p:nvCxnSpPr>
            <p:cNvPr id="72" name="Gerader Verbinder 71">
              <a:extLst>
                <a:ext uri="{FF2B5EF4-FFF2-40B4-BE49-F238E27FC236}">
                  <a16:creationId xmlns:a16="http://schemas.microsoft.com/office/drawing/2014/main" id="{25DC1055-E4A8-2F1E-BDAE-36F9E763476A}"/>
                </a:ext>
              </a:extLst>
            </p:cNvPr>
            <p:cNvCxnSpPr>
              <a:cxnSpLocks/>
            </p:cNvCxnSpPr>
            <p:nvPr userDrawn="1"/>
          </p:nvCxnSpPr>
          <p:spPr bwMode="gray">
            <a:xfrm>
              <a:off x="9624392" y="-171000"/>
              <a:ext cx="0" cy="720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cxnSp>
          <p:nvCxnSpPr>
            <p:cNvPr id="73" name="Gerader Verbinder 72">
              <a:extLst>
                <a:ext uri="{FF2B5EF4-FFF2-40B4-BE49-F238E27FC236}">
                  <a16:creationId xmlns:a16="http://schemas.microsoft.com/office/drawing/2014/main" id="{24FEEFB3-B615-2AC5-0708-72A2CE09D5D2}"/>
                </a:ext>
              </a:extLst>
            </p:cNvPr>
            <p:cNvCxnSpPr>
              <a:cxnSpLocks/>
            </p:cNvCxnSpPr>
            <p:nvPr userDrawn="1"/>
          </p:nvCxnSpPr>
          <p:spPr bwMode="gray">
            <a:xfrm>
              <a:off x="10056496" y="-171000"/>
              <a:ext cx="0" cy="720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pic>
        <p:nvPicPr>
          <p:cNvPr id="8" name="Logo">
            <a:extLst>
              <a:ext uri="{FF2B5EF4-FFF2-40B4-BE49-F238E27FC236}">
                <a16:creationId xmlns:a16="http://schemas.microsoft.com/office/drawing/2014/main" id="{628A09EA-4660-9CA7-424A-93A279803446}"/>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6"/>
              </a:ext>
            </a:extLst>
          </a:blip>
          <a:stretch>
            <a:fillRect/>
          </a:stretch>
        </p:blipFill>
        <p:spPr bwMode="gray">
          <a:xfrm>
            <a:off x="10992001" y="483651"/>
            <a:ext cx="504000" cy="516956"/>
          </a:xfrm>
          <a:prstGeom prst="rect">
            <a:avLst/>
          </a:prstGeom>
        </p:spPr>
      </p:pic>
    </p:spTree>
    <p:extLst>
      <p:ext uri="{BB962C8B-B14F-4D97-AF65-F5344CB8AC3E}">
        <p14:creationId xmlns:p14="http://schemas.microsoft.com/office/powerpoint/2010/main" val="2449632651"/>
      </p:ext>
    </p:extLst>
  </p:cSld>
  <p:clrMap bg1="lt1" tx1="dk1" bg2="lt2" tx2="dk2" accent1="accent1" accent2="accent2" accent3="accent3" accent4="accent4" accent5="accent5" accent6="accent6" hlink="hlink" folHlink="folHlink"/>
  <p:sldLayoutIdLst>
    <p:sldLayoutId id="2147483660" r:id="rId1"/>
    <p:sldLayoutId id="2147483649" r:id="rId2"/>
    <p:sldLayoutId id="2147483661" r:id="rId3"/>
    <p:sldLayoutId id="2147483662" r:id="rId4"/>
    <p:sldLayoutId id="2147483651" r:id="rId5"/>
    <p:sldLayoutId id="2147483650" r:id="rId6"/>
    <p:sldLayoutId id="2147483686" r:id="rId7"/>
    <p:sldLayoutId id="2147483652" r:id="rId8"/>
    <p:sldLayoutId id="2147483654" r:id="rId9"/>
    <p:sldLayoutId id="2147483655" r:id="rId10"/>
    <p:sldLayoutId id="2147483687" r:id="rId11"/>
    <p:sldLayoutId id="2147483688" r:id="rId12"/>
    <p:sldLayoutId id="2147483690" r:id="rId13"/>
    <p:sldLayoutId id="2147483692" r:id="rId14"/>
    <p:sldLayoutId id="2147483689" r:id="rId15"/>
    <p:sldLayoutId id="2147483691" r:id="rId16"/>
    <p:sldLayoutId id="2147483693" r:id="rId17"/>
    <p:sldLayoutId id="2147483694" r:id="rId18"/>
    <p:sldLayoutId id="2147483695" r:id="rId19"/>
    <p:sldLayoutId id="2147483696" r:id="rId20"/>
    <p:sldLayoutId id="2147483697" r:id="rId21"/>
    <p:sldLayoutId id="2147483698" r:id="rId22"/>
    <p:sldLayoutId id="2147483699" r:id="rId23"/>
    <p:sldLayoutId id="2147483700" r:id="rId24"/>
  </p:sldLayoutIdLst>
  <p:hf hdr="0"/>
  <p:txStyles>
    <p:titleStyle>
      <a:lvl1pPr algn="l" defTabSz="914400" rtl="0" eaLnBrk="1" latinLnBrk="0" hangingPunct="1">
        <a:lnSpc>
          <a:spcPct val="90000"/>
        </a:lnSpc>
        <a:spcBef>
          <a:spcPct val="0"/>
        </a:spcBef>
        <a:buNone/>
        <a:defRPr sz="2800" b="1" kern="1200" spc="0" baseline="0">
          <a:solidFill>
            <a:schemeClr val="tx1"/>
          </a:solidFill>
          <a:latin typeface="+mj-lt"/>
          <a:ea typeface="+mj-ea"/>
          <a:cs typeface="+mj-cs"/>
        </a:defRPr>
      </a:lvl1pPr>
    </p:titleStyle>
    <p:bodyStyle>
      <a:lvl1pPr marL="0" indent="0" algn="l" defTabSz="914400" rtl="0" eaLnBrk="1" latinLnBrk="0" hangingPunct="1">
        <a:lnSpc>
          <a:spcPct val="120000"/>
        </a:lnSpc>
        <a:spcBef>
          <a:spcPts val="1000"/>
        </a:spcBef>
        <a:spcAft>
          <a:spcPts val="300"/>
        </a:spcAft>
        <a:buFontTx/>
        <a:buNone/>
        <a:defRPr sz="1600" kern="1200">
          <a:solidFill>
            <a:schemeClr val="tx1"/>
          </a:solidFill>
          <a:latin typeface="+mn-lt"/>
          <a:ea typeface="+mn-ea"/>
          <a:cs typeface="+mn-cs"/>
        </a:defRPr>
      </a:lvl1pPr>
      <a:lvl2pPr marL="0" indent="0" algn="l" defTabSz="914400" rtl="0" eaLnBrk="1" latinLnBrk="0" hangingPunct="1">
        <a:lnSpc>
          <a:spcPct val="120000"/>
        </a:lnSpc>
        <a:spcBef>
          <a:spcPts val="1400"/>
        </a:spcBef>
        <a:buFontTx/>
        <a:buNone/>
        <a:defRPr sz="1800" b="1" kern="1200">
          <a:solidFill>
            <a:schemeClr val="bg2"/>
          </a:solidFill>
          <a:latin typeface="+mj-lt"/>
          <a:ea typeface="+mn-ea"/>
          <a:cs typeface="+mn-cs"/>
        </a:defRPr>
      </a:lvl2pPr>
      <a:lvl3pPr marL="180000" indent="-180000" algn="l" defTabSz="914400" rtl="0" eaLnBrk="1" latinLnBrk="0" hangingPunct="1">
        <a:lnSpc>
          <a:spcPct val="120000"/>
        </a:lnSpc>
        <a:spcBef>
          <a:spcPts val="800"/>
        </a:spcBef>
        <a:buFont typeface="Arial" panose="020B0604020202020204" pitchFamily="34" charset="0"/>
        <a:buChar char="•"/>
        <a:defRPr sz="1600" kern="1200">
          <a:solidFill>
            <a:schemeClr val="tx1"/>
          </a:solidFill>
          <a:latin typeface="+mn-lt"/>
          <a:ea typeface="+mn-ea"/>
          <a:cs typeface="+mn-cs"/>
        </a:defRPr>
      </a:lvl3pPr>
      <a:lvl4pPr marL="360000" indent="-180000" algn="l" defTabSz="914400" rtl="0" eaLnBrk="1" latinLnBrk="0" hangingPunct="1">
        <a:lnSpc>
          <a:spcPct val="120000"/>
        </a:lnSpc>
        <a:spcBef>
          <a:spcPts val="800"/>
        </a:spcBef>
        <a:buFont typeface="Arial" panose="020B0604020202020204" pitchFamily="34" charset="0"/>
        <a:buChar char="•"/>
        <a:defRPr sz="1600" kern="1200">
          <a:solidFill>
            <a:schemeClr val="tx1"/>
          </a:solidFill>
          <a:latin typeface="+mn-lt"/>
          <a:ea typeface="+mn-ea"/>
          <a:cs typeface="+mn-cs"/>
        </a:defRPr>
      </a:lvl4pPr>
      <a:lvl5pPr marL="0" indent="0" algn="l" defTabSz="914400" rtl="0" eaLnBrk="1" latinLnBrk="0" hangingPunct="1">
        <a:lnSpc>
          <a:spcPct val="120000"/>
        </a:lnSpc>
        <a:spcBef>
          <a:spcPts val="600"/>
        </a:spcBef>
        <a:spcAft>
          <a:spcPts val="300"/>
        </a:spcAft>
        <a:buFontTx/>
        <a:buNone/>
        <a:defRPr sz="1200" kern="1200">
          <a:solidFill>
            <a:schemeClr val="tx1"/>
          </a:solidFill>
          <a:latin typeface="+mn-lt"/>
          <a:ea typeface="+mn-ea"/>
          <a:cs typeface="+mn-cs"/>
        </a:defRPr>
      </a:lvl5pPr>
      <a:lvl6pPr marL="0" indent="0" algn="l" defTabSz="914400" rtl="0" eaLnBrk="1" latinLnBrk="0" hangingPunct="1">
        <a:lnSpc>
          <a:spcPct val="120000"/>
        </a:lnSpc>
        <a:spcBef>
          <a:spcPts val="1200"/>
        </a:spcBef>
        <a:buFontTx/>
        <a:buNone/>
        <a:defRPr sz="1400" b="1" kern="1200">
          <a:solidFill>
            <a:schemeClr val="bg2"/>
          </a:solidFill>
          <a:latin typeface="+mj-lt"/>
          <a:ea typeface="+mn-ea"/>
          <a:cs typeface="+mn-cs"/>
        </a:defRPr>
      </a:lvl6pPr>
      <a:lvl7pPr marL="144000" indent="-144000" algn="l" defTabSz="914400" rtl="0" eaLnBrk="1" latinLnBrk="0" hangingPunct="1">
        <a:lnSpc>
          <a:spcPct val="120000"/>
        </a:lnSpc>
        <a:spcBef>
          <a:spcPts val="600"/>
        </a:spcBef>
        <a:buFont typeface="Arial" panose="020B0604020202020204" pitchFamily="34" charset="0"/>
        <a:buChar char="•"/>
        <a:defRPr sz="1200" kern="1200">
          <a:solidFill>
            <a:schemeClr val="tx1"/>
          </a:solidFill>
          <a:latin typeface="+mn-lt"/>
          <a:ea typeface="+mn-ea"/>
          <a:cs typeface="+mn-cs"/>
        </a:defRPr>
      </a:lvl7pPr>
      <a:lvl8pPr marL="288000" indent="-144000" algn="l" defTabSz="914400" rtl="0" eaLnBrk="1" latinLnBrk="0" hangingPunct="1">
        <a:lnSpc>
          <a:spcPct val="120000"/>
        </a:lnSpc>
        <a:spcBef>
          <a:spcPts val="600"/>
        </a:spcBef>
        <a:buFont typeface="Arial" panose="020B0604020202020204" pitchFamily="34" charset="0"/>
        <a:buChar char="•"/>
        <a:defRPr sz="1200" kern="1200">
          <a:solidFill>
            <a:schemeClr val="tx1"/>
          </a:solidFill>
          <a:latin typeface="+mn-lt"/>
          <a:ea typeface="+mn-ea"/>
          <a:cs typeface="+mn-cs"/>
        </a:defRPr>
      </a:lvl8pPr>
      <a:lvl9pPr marL="288000" indent="-144000" algn="l" defTabSz="914400" rtl="0" eaLnBrk="1" latinLnBrk="0" hangingPunct="1">
        <a:lnSpc>
          <a:spcPct val="120000"/>
        </a:lnSpc>
        <a:spcBef>
          <a:spcPts val="600"/>
        </a:spcBef>
        <a:buFont typeface="Arial" panose="020B0604020202020204" pitchFamily="34" charset="0"/>
        <a:buChar char="•"/>
        <a:defRPr sz="12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platzhalter 7">
            <a:extLst>
              <a:ext uri="{FF2B5EF4-FFF2-40B4-BE49-F238E27FC236}">
                <a16:creationId xmlns:a16="http://schemas.microsoft.com/office/drawing/2014/main" id="{B55CDD0F-871C-3A57-9F8B-7C5F4283134E}"/>
              </a:ext>
            </a:extLst>
          </p:cNvPr>
          <p:cNvSpPr>
            <a:spLocks noGrp="1"/>
          </p:cNvSpPr>
          <p:nvPr>
            <p:ph type="body" sz="quarter" idx="14"/>
          </p:nvPr>
        </p:nvSpPr>
        <p:spPr>
          <a:xfrm>
            <a:off x="1955540" y="2276872"/>
            <a:ext cx="8280920" cy="3816424"/>
          </a:xfrm>
        </p:spPr>
        <p:txBody>
          <a:bodyPr/>
          <a:lstStyle/>
          <a:p>
            <a:pPr algn="ctr"/>
            <a:r>
              <a:rPr lang="en-US" dirty="0"/>
              <a:t>Fingerprint-Based Caching for </a:t>
            </a:r>
            <a:br>
              <a:rPr lang="en-US" dirty="0"/>
            </a:br>
            <a:r>
              <a:rPr lang="en-US" dirty="0"/>
              <a:t>Leave-One-Subject-Out Cross-Validation</a:t>
            </a:r>
            <a:br>
              <a:rPr lang="de-DE" dirty="0"/>
            </a:br>
            <a:r>
              <a:rPr lang="de-DE" sz="2400" dirty="0"/>
              <a:t>(</a:t>
            </a:r>
            <a:r>
              <a:rPr lang="en-US" sz="2400" dirty="0"/>
              <a:t>Eliminating Redundant Computation </a:t>
            </a:r>
            <a:br>
              <a:rPr lang="en-US" sz="2400" dirty="0"/>
            </a:br>
            <a:r>
              <a:rPr lang="en-US" sz="2400" dirty="0"/>
              <a:t>in Iterative ML Experimentation </a:t>
            </a:r>
            <a:br>
              <a:rPr lang="en-US" sz="2400" dirty="0"/>
            </a:br>
            <a:r>
              <a:rPr lang="en-US" sz="2400" dirty="0"/>
              <a:t>on EEG Sleep Staging</a:t>
            </a:r>
            <a:r>
              <a:rPr lang="de-DE" sz="2400" dirty="0"/>
              <a:t>)</a:t>
            </a:r>
          </a:p>
          <a:p>
            <a:pPr algn="ctr"/>
            <a:r>
              <a:rPr sz="1600" b="1">
                <a:solidFill>
                  <a:srgbClr val="FF9E1B"/>
                </a:solidFill>
              </a:rPr>
              <a:t>▸  Post-hoc per-fold model inspection</a:t>
            </a:r>
            <a:endParaRPr lang="de-DE" dirty="0"/>
          </a:p>
          <a:p>
            <a:pPr algn="ctr"/>
            <a:r>
              <a:rPr sz="1600" b="1">
                <a:solidFill>
                  <a:srgbClr val="FF9E1B"/>
                </a:solidFill>
              </a:rPr>
              <a:t>▸  ML specialist + clinician: outlier review at zero extra cost</a:t>
            </a:r>
            <a:endParaRPr lang="de-DE" dirty="0"/>
          </a:p>
          <a:p>
            <a:pPr algn="ctr"/>
            <a:r>
              <a:rPr lang="de-DE" sz="1800" b="0" dirty="0"/>
              <a:t>Lennart Gorzel</a:t>
            </a:r>
            <a:br>
              <a:rPr lang="de-DE" sz="1800" b="0" dirty="0"/>
            </a:br>
            <a:r>
              <a:rPr lang="de-DE" sz="1800" b="0" dirty="0"/>
              <a:t>52418474</a:t>
            </a:r>
          </a:p>
          <a:p>
            <a:pPr algn="ctr"/>
            <a:r>
              <a:rPr lang="de-DE" sz="1800" b="0" dirty="0"/>
              <a:t>Bachelor Thesis</a:t>
            </a:r>
          </a:p>
        </p:txBody>
      </p:sp>
    </p:spTree>
    <p:extLst>
      <p:ext uri="{BB962C8B-B14F-4D97-AF65-F5344CB8AC3E}">
        <p14:creationId xmlns:p14="http://schemas.microsoft.com/office/powerpoint/2010/main" val="106466018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CFD1A5-F176-C352-0DF6-58CCBE7710EC}"/>
              </a:ext>
            </a:extLst>
          </p:cNvPr>
          <p:cNvSpPr>
            <a:spLocks noGrp="1"/>
          </p:cNvSpPr>
          <p:nvPr>
            <p:ph type="title"/>
          </p:nvPr>
        </p:nvSpPr>
        <p:spPr/>
        <p:txBody>
          <a:bodyPr/>
          <a:lstStyle/>
          <a:p>
            <a:r>
              <a:rPr lang="de-DE" dirty="0"/>
              <a:t>Outline</a:t>
            </a:r>
            <a:endParaRPr lang="en-US" dirty="0"/>
          </a:p>
        </p:txBody>
      </p:sp>
      <p:sp>
        <p:nvSpPr>
          <p:cNvPr id="3" name="Content Placeholder 2">
            <a:extLst>
              <a:ext uri="{FF2B5EF4-FFF2-40B4-BE49-F238E27FC236}">
                <a16:creationId xmlns:a16="http://schemas.microsoft.com/office/drawing/2014/main" id="{152BDC7F-75C3-1D19-016D-BF85EFEBEDA8}"/>
              </a:ext>
            </a:extLst>
          </p:cNvPr>
          <p:cNvSpPr>
            <a:spLocks noGrp="1"/>
          </p:cNvSpPr>
          <p:nvPr>
            <p:ph idx="1"/>
          </p:nvPr>
        </p:nvSpPr>
        <p:spPr/>
        <p:txBody>
          <a:bodyPr wrap="square"/>
          <a:lstStyle/>
          <a:p>
            <a:pPr marL="285750" indent="-285750">
              <a:spcBef>
                <a:spcPts val="800"/>
              </a:spcBef>
              <a:spcAft>
                <a:spcPts val="400"/>
              </a:spcAft>
              <a:buFont typeface="Arial" panose="020B0604020202020204" pitchFamily="34" charset="0"/>
              <a:buChar char="•"/>
            </a:pPr>
            <a:r>
              <a:rPr sz="2400" b="0"/>
              <a:t>Motivation &amp; Research Questions</a:t>
            </a:r>
          </a:p>
          <a:p>
            <a:pPr>
              <a:spcBef>
                <a:spcPts val="800"/>
              </a:spcBef>
              <a:spcAft>
                <a:spcPts val="400"/>
              </a:spcAft>
            </a:pPr>
            <a:r>
              <a:rPr sz="2400" b="0"/>
              <a:t>State of the Art</a:t>
            </a:r>
          </a:p>
          <a:p>
            <a:pPr>
              <a:spcBef>
                <a:spcPts val="800"/>
              </a:spcBef>
              <a:spcAft>
                <a:spcPts val="400"/>
              </a:spcAft>
            </a:pPr>
            <a:r>
              <a:rPr sz="2400" b="0"/>
              <a:t>Model — The Fingerprint</a:t>
            </a:r>
          </a:p>
          <a:p>
            <a:pPr>
              <a:spcBef>
                <a:spcPts val="800"/>
              </a:spcBef>
              <a:spcAft>
                <a:spcPts val="400"/>
              </a:spcAft>
            </a:pPr>
            <a:r>
              <a:rPr sz="2400" b="0"/>
              <a:t>Implementation</a:t>
            </a:r>
          </a:p>
          <a:p>
            <a:pPr>
              <a:spcBef>
                <a:spcPts val="800"/>
              </a:spcBef>
              <a:spcAft>
                <a:spcPts val="400"/>
              </a:spcAft>
            </a:pPr>
            <a:r>
              <a:rPr sz="2400" b="0"/>
              <a:t>Results</a:t>
            </a:r>
          </a:p>
          <a:p>
            <a:pPr>
              <a:spcBef>
                <a:spcPts val="800"/>
              </a:spcBef>
              <a:spcAft>
                <a:spcPts val="400"/>
              </a:spcAft>
            </a:pPr>
            <a:r>
              <a:rPr sz="2400" b="0"/>
              <a:t>Conclusion</a:t>
            </a:r>
          </a:p>
        </p:txBody>
      </p:sp>
      <p:sp>
        <p:nvSpPr>
          <p:cNvPr id="5" name="Slide Number Placeholder 4">
            <a:extLst>
              <a:ext uri="{FF2B5EF4-FFF2-40B4-BE49-F238E27FC236}">
                <a16:creationId xmlns:a16="http://schemas.microsoft.com/office/drawing/2014/main" id="{4C616D31-19AB-D7B0-098E-3638F0ACC187}"/>
              </a:ext>
            </a:extLst>
          </p:cNvPr>
          <p:cNvSpPr>
            <a:spLocks noGrp="1"/>
          </p:cNvSpPr>
          <p:nvPr>
            <p:ph type="sldNum" sz="quarter" idx="12"/>
          </p:nvPr>
        </p:nvSpPr>
        <p:spPr/>
        <p:txBody>
          <a:bodyPr/>
          <a:lstStyle/>
          <a:p>
            <a:fld id="{D836C0FE-70CA-4950-82D6-CF602CC2B770}" type="slidenum">
              <a:rPr lang="de-DE" smtClean="0"/>
              <a:t>2</a:t>
            </a:fld>
            <a:endParaRPr lang="de-DE" dirty="0"/>
          </a:p>
        </p:txBody>
      </p:sp>
      <p:sp>
        <p:nvSpPr>
          <p:cNvPr id="6" name="Footer Placeholder 5">
            <a:extLst>
              <a:ext uri="{FF2B5EF4-FFF2-40B4-BE49-F238E27FC236}">
                <a16:creationId xmlns:a16="http://schemas.microsoft.com/office/drawing/2014/main" id="{7584B50F-E00D-1BFB-0031-1F12466BF809}"/>
              </a:ext>
            </a:extLst>
          </p:cNvPr>
          <p:cNvSpPr>
            <a:spLocks noGrp="1"/>
          </p:cNvSpPr>
          <p:nvPr>
            <p:ph type="ftr" sz="quarter" idx="11"/>
          </p:nvPr>
        </p:nvSpPr>
        <p:spPr/>
        <p:txBody>
          <a:bodyPr/>
          <a:lstStyle/>
          <a:p>
            <a:r>
              <a:rPr lang="en-US" dirty="0"/>
              <a:t>Lennart Gorzel Fingerprint-Based Caching for Leave-One-Subject-Out Cross-Validation</a:t>
            </a:r>
            <a:endParaRPr lang="de-DE" dirty="0"/>
          </a:p>
        </p:txBody>
      </p:sp>
      <p:sp>
        <p:nvSpPr>
          <p:cNvPr id="7" name="Date Placeholder 6">
            <a:extLst>
              <a:ext uri="{FF2B5EF4-FFF2-40B4-BE49-F238E27FC236}">
                <a16:creationId xmlns:a16="http://schemas.microsoft.com/office/drawing/2014/main" id="{FA31004C-1A0C-97AE-2904-8D07D2A7B35A}"/>
              </a:ext>
            </a:extLst>
          </p:cNvPr>
          <p:cNvSpPr>
            <a:spLocks noGrp="1"/>
          </p:cNvSpPr>
          <p:nvPr>
            <p:ph type="dt" sz="half" idx="10"/>
          </p:nvPr>
        </p:nvSpPr>
        <p:spPr/>
        <p:txBody>
          <a:bodyPr/>
          <a:lstStyle/>
          <a:p>
            <a:fld id="{5432C355-2C04-4127-840B-AECB702C8FCD}" type="datetime1">
              <a:rPr lang="en-US" smtClean="0"/>
              <a:t>6/9/2026</a:t>
            </a:fld>
            <a:endParaRPr lang="de-DE" dirty="0"/>
          </a:p>
        </p:txBody>
      </p:sp>
    </p:spTree>
    <p:extLst>
      <p:ext uri="{BB962C8B-B14F-4D97-AF65-F5344CB8AC3E}">
        <p14:creationId xmlns:p14="http://schemas.microsoft.com/office/powerpoint/2010/main" val="167931027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68FF7D-24CA-E21A-8876-3BD147159702}"/>
              </a:ext>
            </a:extLst>
          </p:cNvPr>
          <p:cNvSpPr>
            <a:spLocks noGrp="1"/>
          </p:cNvSpPr>
          <p:nvPr>
            <p:ph type="title"/>
          </p:nvPr>
        </p:nvSpPr>
        <p:spPr>
          <a:xfrm>
            <a:off x="686386" y="746140"/>
            <a:ext cx="8928100" cy="792000"/>
          </a:xfrm>
        </p:spPr>
        <p:txBody>
          <a:bodyPr/>
          <a:lstStyle/>
          <a:p>
            <a:r>
              <a:rPr lang="de-DE" dirty="0"/>
              <a:t>Motivation</a:t>
            </a:r>
            <a:endParaRPr lang="en-US" dirty="0"/>
          </a:p>
        </p:txBody>
      </p:sp>
      <p:sp>
        <p:nvSpPr>
          <p:cNvPr id="3" name="Content Placeholder 2">
            <a:extLst>
              <a:ext uri="{FF2B5EF4-FFF2-40B4-BE49-F238E27FC236}">
                <a16:creationId xmlns:a16="http://schemas.microsoft.com/office/drawing/2014/main" id="{61D818FD-F4EF-BF1D-027A-6BCA6DE2EB58}"/>
              </a:ext>
            </a:extLst>
          </p:cNvPr>
          <p:cNvSpPr>
            <a:spLocks noGrp="1"/>
          </p:cNvSpPr>
          <p:nvPr>
            <p:ph idx="1"/>
          </p:nvPr>
        </p:nvSpPr>
        <p:spPr>
          <a:xfrm>
            <a:off x="685800" y="2560320"/>
            <a:ext cx="5120640" cy="3108960"/>
          </a:xfrm>
        </p:spPr>
        <p:txBody>
          <a:bodyPr wrap="square"/>
          <a:lstStyle/>
          <a:p>
            <a:pPr>
              <a:spcBef>
                <a:spcPts val="800"/>
              </a:spcBef>
              <a:spcAft>
                <a:spcPts val="400"/>
              </a:spcAft>
            </a:pPr>
            <a:r>
              <a:rPr sz="1800" b="1">
                <a:solidFill>
                  <a:srgbClr val="FF9E1B"/>
                </a:solidFill>
              </a:rPr>
              <a:t>Why it's hard</a:t>
            </a:r>
            <a:endParaRPr lang="de-DE" b="1" dirty="0"/>
          </a:p>
          <a:p>
            <a:pPr lvl="1">
              <a:spcAft>
                <a:spcPts val="400"/>
              </a:spcAft>
            </a:pPr>
            <a:r>
              <a:rPr sz="1600" b="0"/>
              <a:t>Sleep EEG · BOAS dataset · 128 subjects</a:t>
            </a:r>
          </a:p>
          <a:p>
            <a:pPr lvl="1">
              <a:spcAft>
                <a:spcPts val="400"/>
              </a:spcAft>
            </a:pPr>
            <a:r>
              <a:rPr sz="1600" b="0"/>
              <a:t>LOSO = gold standard in medical ML</a:t>
            </a:r>
          </a:p>
          <a:p>
            <a:pPr lvl="1">
              <a:spcAft>
                <a:spcPts val="400"/>
              </a:spcAft>
            </a:pPr>
            <a:r>
              <a:rPr sz="1600" b="0"/>
              <a:t>Subject-independent → 1 model per held-out subject</a:t>
            </a:r>
          </a:p>
          <a:p>
            <a:pPr lvl="1">
              <a:spcAft>
                <a:spcPts val="400"/>
              </a:spcAft>
            </a:pPr>
            <a:r>
              <a:rPr sz="1600" b="0"/>
              <a:t>Change one parameter → recompute all folds</a:t>
            </a:r>
          </a:p>
        </p:txBody>
      </p:sp>
      <p:sp>
        <p:nvSpPr>
          <p:cNvPr id="5" name="Slide Number Placeholder 4">
            <a:extLst>
              <a:ext uri="{FF2B5EF4-FFF2-40B4-BE49-F238E27FC236}">
                <a16:creationId xmlns:a16="http://schemas.microsoft.com/office/drawing/2014/main" id="{6512CD49-B9C5-E480-3E35-9659FC7574D0}"/>
              </a:ext>
            </a:extLst>
          </p:cNvPr>
          <p:cNvSpPr>
            <a:spLocks noGrp="1"/>
          </p:cNvSpPr>
          <p:nvPr>
            <p:ph type="sldNum" sz="quarter" idx="12"/>
          </p:nvPr>
        </p:nvSpPr>
        <p:spPr/>
        <p:txBody>
          <a:bodyPr/>
          <a:lstStyle/>
          <a:p>
            <a:fld id="{D836C0FE-70CA-4950-82D6-CF602CC2B770}" type="slidenum">
              <a:rPr lang="de-DE" smtClean="0"/>
              <a:t>3</a:t>
            </a:fld>
            <a:endParaRPr lang="de-DE" dirty="0"/>
          </a:p>
        </p:txBody>
      </p:sp>
      <p:sp>
        <p:nvSpPr>
          <p:cNvPr id="6" name="Footer Placeholder 5">
            <a:extLst>
              <a:ext uri="{FF2B5EF4-FFF2-40B4-BE49-F238E27FC236}">
                <a16:creationId xmlns:a16="http://schemas.microsoft.com/office/drawing/2014/main" id="{C5F30C81-C90A-2B26-06FF-F1530B6329EC}"/>
              </a:ext>
            </a:extLst>
          </p:cNvPr>
          <p:cNvSpPr>
            <a:spLocks noGrp="1"/>
          </p:cNvSpPr>
          <p:nvPr>
            <p:ph type="ftr" sz="quarter" idx="11"/>
          </p:nvPr>
        </p:nvSpPr>
        <p:spPr/>
        <p:txBody>
          <a:bodyPr/>
          <a:lstStyle/>
          <a:p>
            <a:r>
              <a:rPr lang="en-US" dirty="0"/>
              <a:t>Lennart Gorzel Fingerprint-Based Caching for Leave-One-Subject-Out Cross-Validation</a:t>
            </a:r>
            <a:endParaRPr lang="de-DE" dirty="0"/>
          </a:p>
        </p:txBody>
      </p:sp>
      <p:sp>
        <p:nvSpPr>
          <p:cNvPr id="7" name="Date Placeholder 6">
            <a:extLst>
              <a:ext uri="{FF2B5EF4-FFF2-40B4-BE49-F238E27FC236}">
                <a16:creationId xmlns:a16="http://schemas.microsoft.com/office/drawing/2014/main" id="{7A9F2C4C-0D65-F25B-7D25-01C489728885}"/>
              </a:ext>
            </a:extLst>
          </p:cNvPr>
          <p:cNvSpPr>
            <a:spLocks noGrp="1"/>
          </p:cNvSpPr>
          <p:nvPr>
            <p:ph type="dt" sz="half" idx="10"/>
          </p:nvPr>
        </p:nvSpPr>
        <p:spPr/>
        <p:txBody>
          <a:bodyPr/>
          <a:lstStyle/>
          <a:p>
            <a:fld id="{8F1CE275-DEAB-481B-8EDA-D98F481EEFC8}" type="datetime1">
              <a:rPr lang="en-US" smtClean="0"/>
              <a:t>6/9/2026</a:t>
            </a:fld>
            <a:endParaRPr lang="de-DE" dirty="0"/>
          </a:p>
        </p:txBody>
      </p:sp>
      <p:sp>
        <p:nvSpPr>
          <p:cNvPr id="8" name="TextBox 7"/>
          <p:cNvSpPr txBox="1"/>
          <p:nvPr/>
        </p:nvSpPr>
        <p:spPr>
          <a:xfrm>
            <a:off x="685800" y="1463040"/>
            <a:ext cx="10835640" cy="777240"/>
          </a:xfrm>
          <a:prstGeom prst="rect">
            <a:avLst/>
          </a:prstGeom>
          <a:noFill/>
        </p:spPr>
        <p:txBody>
          <a:bodyPr wrap="square" anchor="ctr">
            <a:spAutoFit/>
          </a:bodyPr>
          <a:lstStyle/>
          <a:p>
            <a:pPr algn="ctr"/>
            <a:r>
              <a:rPr sz="2400" b="1">
                <a:solidFill>
                  <a:srgbClr val="262B2F"/>
                </a:solidFill>
              </a:rPr>
              <a:t>18 models × 128 subjects = </a:t>
            </a:r>
            <a:r>
              <a:rPr sz="2400" b="1">
                <a:solidFill>
                  <a:srgbClr val="FF9E1B"/>
                </a:solidFill>
              </a:rPr>
              <a:t>2,304 trainings → ~21 h / sweep</a:t>
            </a:r>
          </a:p>
        </p:txBody>
      </p:sp>
      <p:sp>
        <p:nvSpPr>
          <p:cNvPr id="9" name="Rectangle 8"/>
          <p:cNvSpPr/>
          <p:nvPr/>
        </p:nvSpPr>
        <p:spPr>
          <a:xfrm>
            <a:off x="822960" y="2331720"/>
            <a:ext cx="10561320" cy="25400"/>
          </a:xfrm>
          <a:prstGeom prst="rect">
            <a:avLst/>
          </a:prstGeom>
          <a:solidFill>
            <a:srgbClr val="FF9E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2560320"/>
            <a:ext cx="5212080" cy="3108960"/>
          </a:xfrm>
          <a:prstGeom prst="rect">
            <a:avLst/>
          </a:prstGeom>
          <a:noFill/>
        </p:spPr>
        <p:txBody>
          <a:bodyPr wrap="square">
            <a:spAutoFit/>
          </a:bodyPr>
          <a:lstStyle/>
          <a:p>
            <a:pPr>
              <a:spcBef>
                <a:spcPts val="800"/>
              </a:spcBef>
              <a:spcAft>
                <a:spcPts val="400"/>
              </a:spcAft>
            </a:pPr>
            <a:r>
              <a:rPr sz="1800" b="1">
                <a:solidFill>
                  <a:srgbClr val="FF9E1B"/>
                </a:solidFill>
              </a:rPr>
              <a:t>Research Questions</a:t>
            </a:r>
          </a:p>
          <a:p>
            <a:pPr lvl="1">
              <a:spcAft>
                <a:spcPts val="400"/>
              </a:spcAft>
            </a:pPr>
            <a:r>
              <a:rPr sz="1600" b="0"/>
              <a:t>RQ1 — Speedup &amp; hit rate?</a:t>
            </a:r>
          </a:p>
          <a:p>
            <a:pPr lvl="1">
              <a:spcAft>
                <a:spcPts val="400"/>
              </a:spcAft>
            </a:pPr>
            <a:r>
              <a:rPr sz="1600" b="0"/>
              <a:t>RQ2 — Bitwise-identical?</a:t>
            </a:r>
          </a:p>
          <a:p>
            <a:pPr lvl="1">
              <a:spcAft>
                <a:spcPts val="400"/>
              </a:spcAft>
            </a:pPr>
            <a:r>
              <a:rPr sz="1600" b="0"/>
              <a:t>RQ3 — Scaling with N?</a:t>
            </a:r>
          </a:p>
          <a:p>
            <a:pPr lvl="1">
              <a:spcAft>
                <a:spcPts val="400"/>
              </a:spcAft>
            </a:pPr>
            <a:r>
              <a:rPr sz="1600" b="0"/>
              <a:t>RQ4 — Storage-efficient (η)?</a:t>
            </a:r>
          </a:p>
        </p:txBody>
      </p:sp>
    </p:spTree>
    <p:extLst>
      <p:ext uri="{BB962C8B-B14F-4D97-AF65-F5344CB8AC3E}">
        <p14:creationId xmlns:p14="http://schemas.microsoft.com/office/powerpoint/2010/main" val="98003696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B6D343-E712-416D-18DB-BECD1C8BAFAE}"/>
              </a:ext>
            </a:extLst>
          </p:cNvPr>
          <p:cNvSpPr>
            <a:spLocks noGrp="1"/>
          </p:cNvSpPr>
          <p:nvPr>
            <p:ph type="title"/>
          </p:nvPr>
        </p:nvSpPr>
        <p:spPr/>
        <p:txBody>
          <a:bodyPr/>
          <a:lstStyle/>
          <a:p>
            <a:r>
              <a:t>State of the Art</a:t>
            </a:r>
          </a:p>
        </p:txBody>
      </p:sp>
      <p:sp>
        <p:nvSpPr>
          <p:cNvPr id="3" name="Content Placeholder 2">
            <a:extLst>
              <a:ext uri="{FF2B5EF4-FFF2-40B4-BE49-F238E27FC236}">
                <a16:creationId xmlns:a16="http://schemas.microsoft.com/office/drawing/2014/main" id="{FD25B200-BD9D-029A-0536-C8B073B952D7}"/>
              </a:ext>
            </a:extLst>
          </p:cNvPr>
          <p:cNvSpPr>
            <a:spLocks noGrp="1"/>
          </p:cNvSpPr>
          <p:nvPr>
            <p:ph idx="1"/>
          </p:nvPr>
        </p:nvSpPr>
        <p:spPr>
          <a:xfrm>
            <a:off x="695325" y="1417320"/>
            <a:ext cx="8928100" cy="548640"/>
          </a:xfrm>
        </p:spPr>
        <p:txBody>
          <a:bodyPr wrap="square"/>
          <a:lstStyle/>
          <a:p>
            <a:pPr marL="285750" indent="-285750">
              <a:spcBef>
                <a:spcPts val="800"/>
              </a:spcBef>
              <a:spcAft>
                <a:spcPts val="400"/>
              </a:spcAft>
              <a:buFont typeface="Arial" panose="020B0604020202020204" pitchFamily="34" charset="0"/>
              <a:buChar char="•"/>
            </a:pPr>
            <a:r>
              <a:rPr sz="2000" b="1"/>
              <a:t>Every ingredient already exists — nobody combines them.</a:t>
            </a:r>
            <a:endParaRPr lang="de-DE" dirty="0"/>
          </a:p>
        </p:txBody>
      </p:sp>
      <p:sp>
        <p:nvSpPr>
          <p:cNvPr id="5" name="TextBox 4">
            <a:extLst>
              <a:ext uri="{FF2B5EF4-FFF2-40B4-BE49-F238E27FC236}">
                <a16:creationId xmlns:a16="http://schemas.microsoft.com/office/drawing/2014/main" id="{BDE7E788-628A-C131-4D42-FFD37C26A687}"/>
              </a:ext>
            </a:extLst>
          </p:cNvPr>
          <p:cNvSpPr txBox="1"/>
          <p:nvPr/>
        </p:nvSpPr>
        <p:spPr>
          <a:xfrm>
            <a:off x="839416" y="5373216"/>
            <a:ext cx="9560074" cy="338554"/>
          </a:xfrm>
          <a:prstGeom prst="rect">
            <a:avLst/>
          </a:prstGeom>
          <a:noFill/>
        </p:spPr>
        <p:txBody>
          <a:bodyPr wrap="square">
            <a:spAutoFit/>
          </a:bodyPr>
          <a:lstStyle/>
          <a:p>
            <a:r>
              <a:rPr sz="1100" i="1">
                <a:solidFill>
                  <a:srgbClr val="768692"/>
                </a:solidFill>
              </a:rPr>
              <a:t>D. Kreuzberger, N. Kühl, S. Hirschl, “Machine Learning Operations (MLOps): Overview, Definition, and Architecture,” IEEE Access, vol. 11, 2023.</a:t>
            </a:r>
          </a:p>
        </p:txBody>
      </p:sp>
      <p:sp>
        <p:nvSpPr>
          <p:cNvPr id="6" name="Slide Number Placeholder 5">
            <a:extLst>
              <a:ext uri="{FF2B5EF4-FFF2-40B4-BE49-F238E27FC236}">
                <a16:creationId xmlns:a16="http://schemas.microsoft.com/office/drawing/2014/main" id="{DE359CCB-A840-E9F8-9B0F-D3A43ECF6A01}"/>
              </a:ext>
            </a:extLst>
          </p:cNvPr>
          <p:cNvSpPr>
            <a:spLocks noGrp="1"/>
          </p:cNvSpPr>
          <p:nvPr>
            <p:ph type="sldNum" sz="quarter" idx="12"/>
          </p:nvPr>
        </p:nvSpPr>
        <p:spPr/>
        <p:txBody>
          <a:bodyPr/>
          <a:lstStyle/>
          <a:p>
            <a:fld id="{D836C0FE-70CA-4950-82D6-CF602CC2B770}" type="slidenum">
              <a:rPr lang="de-DE" smtClean="0"/>
              <a:t>4</a:t>
            </a:fld>
            <a:endParaRPr lang="de-DE" dirty="0"/>
          </a:p>
        </p:txBody>
      </p:sp>
      <p:sp>
        <p:nvSpPr>
          <p:cNvPr id="7" name="Footer Placeholder 6">
            <a:extLst>
              <a:ext uri="{FF2B5EF4-FFF2-40B4-BE49-F238E27FC236}">
                <a16:creationId xmlns:a16="http://schemas.microsoft.com/office/drawing/2014/main" id="{CB265C9E-7045-F001-FB1D-0558EA0A4482}"/>
              </a:ext>
            </a:extLst>
          </p:cNvPr>
          <p:cNvSpPr>
            <a:spLocks noGrp="1"/>
          </p:cNvSpPr>
          <p:nvPr>
            <p:ph type="ftr" sz="quarter" idx="11"/>
          </p:nvPr>
        </p:nvSpPr>
        <p:spPr/>
        <p:txBody>
          <a:bodyPr/>
          <a:lstStyle/>
          <a:p>
            <a:r>
              <a:rPr lang="en-US" dirty="0"/>
              <a:t>Lennart Gorzel Fingerprint-Based Caching for Leave-One-Subject-Out Cross-Validation</a:t>
            </a:r>
            <a:endParaRPr lang="de-DE" dirty="0"/>
          </a:p>
        </p:txBody>
      </p:sp>
      <p:sp>
        <p:nvSpPr>
          <p:cNvPr id="8" name="Date Placeholder 7">
            <a:extLst>
              <a:ext uri="{FF2B5EF4-FFF2-40B4-BE49-F238E27FC236}">
                <a16:creationId xmlns:a16="http://schemas.microsoft.com/office/drawing/2014/main" id="{A1675BF1-D67B-E57D-23E7-5BEF1050A86F}"/>
              </a:ext>
            </a:extLst>
          </p:cNvPr>
          <p:cNvSpPr>
            <a:spLocks noGrp="1"/>
          </p:cNvSpPr>
          <p:nvPr>
            <p:ph type="dt" sz="half" idx="10"/>
          </p:nvPr>
        </p:nvSpPr>
        <p:spPr/>
        <p:txBody>
          <a:bodyPr/>
          <a:lstStyle/>
          <a:p>
            <a:fld id="{3502482C-12FD-4A38-AB7D-4E215C3B8084}" type="datetime1">
              <a:rPr lang="en-US" smtClean="0"/>
              <a:t>6/9/2026</a:t>
            </a:fld>
            <a:endParaRPr lang="de-DE" dirty="0"/>
          </a:p>
        </p:txBody>
      </p:sp>
      <p:graphicFrame>
        <p:nvGraphicFramePr>
          <p:cNvPr id="9" name="Table 8"/>
          <p:cNvGraphicFramePr>
            <a:graphicFrameLocks noGrp="1"/>
          </p:cNvGraphicFramePr>
          <p:nvPr/>
        </p:nvGraphicFramePr>
        <p:xfrm>
          <a:off x="822960" y="2148840"/>
          <a:ext cx="10515600" cy="2834640"/>
        </p:xfrm>
        <a:graphic>
          <a:graphicData uri="http://schemas.openxmlformats.org/drawingml/2006/table">
            <a:tbl>
              <a:tblPr bandRow="1">
                <a:tableStyleId>{5C22544A-7EE6-4342-B048-85BDC9FD1C3A}</a:tableStyleId>
              </a:tblPr>
              <a:tblGrid>
                <a:gridCol w="4754880"/>
                <a:gridCol w="5760720"/>
              </a:tblGrid>
              <a:tr h="472440">
                <a:tc>
                  <a:txBody>
                    <a:bodyPr wrap="square"/>
                    <a:lstStyle/>
                    <a:p>
                      <a:r>
                        <a:rPr sz="1700" b="1">
                          <a:solidFill>
                            <a:srgbClr val="FFFFFF"/>
                          </a:solidFill>
                          <a:latin typeface="Arial"/>
                        </a:rPr>
                        <a:t>Capability</a:t>
                      </a:r>
                    </a:p>
                  </a:txBody>
                  <a:tcPr anchor="ctr" marT="38100" marB="38100">
                    <a:solidFill>
                      <a:srgbClr val="FF9E1B"/>
                    </a:solidFill>
                  </a:tcPr>
                </a:tc>
                <a:tc>
                  <a:txBody>
                    <a:bodyPr wrap="square"/>
                    <a:lstStyle/>
                    <a:p>
                      <a:r>
                        <a:rPr sz="1700" b="1">
                          <a:solidFill>
                            <a:srgbClr val="FFFFFF"/>
                          </a:solidFill>
                          <a:latin typeface="Arial"/>
                        </a:rPr>
                        <a:t>Tools</a:t>
                      </a:r>
                    </a:p>
                  </a:txBody>
                  <a:tcPr anchor="ctr" marT="38100" marB="38100">
                    <a:solidFill>
                      <a:srgbClr val="FF9E1B"/>
                    </a:solidFill>
                  </a:tcPr>
                </a:tc>
              </a:tr>
              <a:tr h="472440">
                <a:tc>
                  <a:txBody>
                    <a:bodyPr wrap="square"/>
                    <a:lstStyle/>
                    <a:p>
                      <a:r>
                        <a:rPr sz="1700">
                          <a:solidFill>
                            <a:srgbClr val="262B2F"/>
                          </a:solidFill>
                          <a:latin typeface="Arial"/>
                        </a:rPr>
                        <a:t>Experiment tracking</a:t>
                      </a:r>
                    </a:p>
                  </a:txBody>
                  <a:tcPr anchor="ctr" marT="38100" marB="38100">
                    <a:solidFill>
                      <a:srgbClr val="FFFFFF"/>
                    </a:solidFill>
                  </a:tcPr>
                </a:tc>
                <a:tc>
                  <a:txBody>
                    <a:bodyPr wrap="square"/>
                    <a:lstStyle/>
                    <a:p>
                      <a:r>
                        <a:rPr sz="1700">
                          <a:solidFill>
                            <a:srgbClr val="262B2F"/>
                          </a:solidFill>
                          <a:latin typeface="Arial"/>
                        </a:rPr>
                        <a:t>MLflow, W&amp;B</a:t>
                      </a:r>
                    </a:p>
                  </a:txBody>
                  <a:tcPr anchor="ctr" marT="38100" marB="38100">
                    <a:solidFill>
                      <a:srgbClr val="FFFFFF"/>
                    </a:solidFill>
                  </a:tcPr>
                </a:tc>
              </a:tr>
              <a:tr h="472440">
                <a:tc>
                  <a:txBody>
                    <a:bodyPr wrap="square"/>
                    <a:lstStyle/>
                    <a:p>
                      <a:r>
                        <a:rPr sz="1700">
                          <a:solidFill>
                            <a:srgbClr val="262B2F"/>
                          </a:solidFill>
                          <a:latin typeface="Arial"/>
                        </a:rPr>
                        <a:t>Pipeline caching</a:t>
                      </a:r>
                    </a:p>
                  </a:txBody>
                  <a:tcPr anchor="ctr" marT="38100" marB="38100">
                    <a:solidFill>
                      <a:srgbClr val="FFFFFF"/>
                    </a:solidFill>
                  </a:tcPr>
                </a:tc>
                <a:tc>
                  <a:txBody>
                    <a:bodyPr wrap="square"/>
                    <a:lstStyle/>
                    <a:p>
                      <a:r>
                        <a:rPr sz="1700">
                          <a:solidFill>
                            <a:srgbClr val="262B2F"/>
                          </a:solidFill>
                          <a:latin typeface="Arial"/>
                        </a:rPr>
                        <a:t>DVC, ZenML</a:t>
                      </a:r>
                    </a:p>
                  </a:txBody>
                  <a:tcPr anchor="ctr" marT="38100" marB="38100">
                    <a:solidFill>
                      <a:srgbClr val="FFFFFF"/>
                    </a:solidFill>
                  </a:tcPr>
                </a:tc>
              </a:tr>
              <a:tr h="472440">
                <a:tc>
                  <a:txBody>
                    <a:bodyPr wrap="square"/>
                    <a:lstStyle/>
                    <a:p>
                      <a:r>
                        <a:rPr sz="1700">
                          <a:solidFill>
                            <a:srgbClr val="262B2F"/>
                          </a:solidFill>
                          <a:latin typeface="Arial"/>
                        </a:rPr>
                        <a:t>Config fingerprinting</a:t>
                      </a:r>
                    </a:p>
                  </a:txBody>
                  <a:tcPr anchor="ctr" marT="38100" marB="38100">
                    <a:solidFill>
                      <a:srgbClr val="FFFFFF"/>
                    </a:solidFill>
                  </a:tcPr>
                </a:tc>
                <a:tc>
                  <a:txBody>
                    <a:bodyPr wrap="square"/>
                    <a:lstStyle/>
                    <a:p>
                      <a:r>
                        <a:rPr sz="1700">
                          <a:solidFill>
                            <a:srgbClr val="262B2F"/>
                          </a:solidFill>
                          <a:latin typeface="Arial"/>
                        </a:rPr>
                        <a:t>DVC (MD5), ZenML (SHA-256)</a:t>
                      </a:r>
                    </a:p>
                  </a:txBody>
                  <a:tcPr anchor="ctr" marT="38100" marB="38100">
                    <a:solidFill>
                      <a:srgbClr val="FFFFFF"/>
                    </a:solidFill>
                  </a:tcPr>
                </a:tc>
              </a:tr>
              <a:tr h="472440">
                <a:tc>
                  <a:txBody>
                    <a:bodyPr wrap="square"/>
                    <a:lstStyle/>
                    <a:p>
                      <a:r>
                        <a:rPr sz="1700">
                          <a:solidFill>
                            <a:srgbClr val="262B2F"/>
                          </a:solidFill>
                          <a:latin typeface="Arial"/>
                        </a:rPr>
                        <a:t>LOSO splitting</a:t>
                      </a:r>
                    </a:p>
                  </a:txBody>
                  <a:tcPr anchor="ctr" marT="38100" marB="38100">
                    <a:solidFill>
                      <a:srgbClr val="FFFFFF"/>
                    </a:solidFill>
                  </a:tcPr>
                </a:tc>
                <a:tc>
                  <a:txBody>
                    <a:bodyPr wrap="square"/>
                    <a:lstStyle/>
                    <a:p>
                      <a:r>
                        <a:rPr sz="1700">
                          <a:solidFill>
                            <a:srgbClr val="262B2F"/>
                          </a:solidFill>
                          <a:latin typeface="Arial"/>
                        </a:rPr>
                        <a:t>scikit-learn</a:t>
                      </a:r>
                    </a:p>
                  </a:txBody>
                  <a:tcPr anchor="ctr" marT="38100" marB="38100">
                    <a:solidFill>
                      <a:srgbClr val="FFFFFF"/>
                    </a:solidFill>
                  </a:tcPr>
                </a:tc>
              </a:tr>
              <a:tr h="472440">
                <a:tc>
                  <a:txBody>
                    <a:bodyPr wrap="square"/>
                    <a:lstStyle/>
                    <a:p>
                      <a:r>
                        <a:rPr sz="1700" b="1">
                          <a:solidFill>
                            <a:srgbClr val="262B2F"/>
                          </a:solidFill>
                          <a:latin typeface="Arial"/>
                        </a:rPr>
                        <a:t>Combination + held-out subject</a:t>
                      </a:r>
                    </a:p>
                  </a:txBody>
                  <a:tcPr anchor="ctr" marT="38100" marB="38100">
                    <a:solidFill>
                      <a:srgbClr val="FFE3C1"/>
                    </a:solidFill>
                  </a:tcPr>
                </a:tc>
                <a:tc>
                  <a:txBody>
                    <a:bodyPr wrap="square"/>
                    <a:lstStyle/>
                    <a:p>
                      <a:r>
                        <a:rPr sz="1700" b="1">
                          <a:solidFill>
                            <a:srgbClr val="FF9E1B"/>
                          </a:solidFill>
                          <a:latin typeface="Arial"/>
                        </a:rPr>
                        <a:t>— none —</a:t>
                      </a:r>
                    </a:p>
                  </a:txBody>
                  <a:tcPr anchor="ctr" marT="38100" marB="38100">
                    <a:solidFill>
                      <a:srgbClr val="FFE3C1"/>
                    </a:solidFill>
                  </a:tcPr>
                </a:tc>
              </a:tr>
            </a:tbl>
          </a:graphicData>
        </a:graphic>
      </p:graphicFrame>
    </p:spTree>
    <p:extLst>
      <p:ext uri="{BB962C8B-B14F-4D97-AF65-F5344CB8AC3E}">
        <p14:creationId xmlns:p14="http://schemas.microsoft.com/office/powerpoint/2010/main" val="35928662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59B7F1-601D-DDE4-3C1E-8C122962E73E}"/>
              </a:ext>
            </a:extLst>
          </p:cNvPr>
          <p:cNvSpPr>
            <a:spLocks noGrp="1"/>
          </p:cNvSpPr>
          <p:nvPr>
            <p:ph type="title"/>
          </p:nvPr>
        </p:nvSpPr>
        <p:spPr/>
        <p:txBody>
          <a:bodyPr/>
          <a:lstStyle/>
          <a:p>
            <a:r>
              <a:t>Model — The Fingerprint</a:t>
            </a:r>
          </a:p>
        </p:txBody>
      </p:sp>
      <p:sp>
        <p:nvSpPr>
          <p:cNvPr id="3" name="Content Placeholder 2">
            <a:extLst>
              <a:ext uri="{FF2B5EF4-FFF2-40B4-BE49-F238E27FC236}">
                <a16:creationId xmlns:a16="http://schemas.microsoft.com/office/drawing/2014/main" id="{1F73331C-9C87-3A56-611A-717203442CFA}"/>
              </a:ext>
            </a:extLst>
          </p:cNvPr>
          <p:cNvSpPr>
            <a:spLocks noGrp="1"/>
          </p:cNvSpPr>
          <p:nvPr>
            <p:ph idx="1"/>
          </p:nvPr>
        </p:nvSpPr>
        <p:spPr>
          <a:xfrm>
            <a:off x="685800" y="1554480"/>
            <a:ext cx="10789920" cy="3566160"/>
          </a:xfrm>
        </p:spPr>
        <p:txBody>
          <a:bodyPr wrap="square"/>
          <a:lstStyle/>
          <a:p>
            <a:pPr marL="285750" indent="-285750">
              <a:spcBef>
                <a:spcPts val="800"/>
              </a:spcBef>
              <a:spcAft>
                <a:spcPts val="400"/>
              </a:spcAft>
              <a:buFont typeface="Arial" panose="020B0604020202020204" pitchFamily="34" charset="0"/>
              <a:buChar char="•"/>
            </a:pPr>
            <a:r>
              <a:rPr sz="1800" b="1">
                <a:solidFill>
                  <a:srgbClr val="FF9E1B"/>
                </a:solidFill>
              </a:rPr>
              <a:t>Idea: every computation gets an identity</a:t>
            </a:r>
            <a:endParaRPr lang="de-DE" dirty="0"/>
          </a:p>
          <a:p>
            <a:pPr lvl="1">
              <a:spcAft>
                <a:spcPts val="400"/>
              </a:spcAft>
            </a:pPr>
            <a:r>
              <a:rPr sz="1600" b="0"/>
              <a:t>Fingerprint = SHA-256(all inputs)</a:t>
            </a:r>
          </a:p>
          <a:p>
            <a:pPr lvl="1">
              <a:spcAft>
                <a:spcPts val="400"/>
              </a:spcAft>
            </a:pPr>
            <a:r>
              <a:rPr sz="1600" b="0"/>
              <a:t>Inputs: seed, code, params, features</a:t>
            </a:r>
          </a:p>
          <a:p>
            <a:pPr lvl="1">
              <a:spcAft>
                <a:spcPts val="400"/>
              </a:spcAft>
            </a:pPr>
            <a:r>
              <a:rPr sz="1600" b="0"/>
              <a:t>Plus the held-out subject ID</a:t>
            </a:r>
          </a:p>
          <a:p>
            <a:pPr>
              <a:spcBef>
                <a:spcPts val="800"/>
              </a:spcBef>
              <a:spcAft>
                <a:spcPts val="400"/>
              </a:spcAft>
            </a:pPr>
            <a:r>
              <a:rPr sz="1800" b="1">
                <a:solidFill>
                  <a:srgbClr val="FF9E1B"/>
                </a:solidFill>
              </a:rPr>
              <a:t>Behaviour</a:t>
            </a:r>
          </a:p>
          <a:p>
            <a:pPr lvl="1">
              <a:spcAft>
                <a:spcPts val="400"/>
              </a:spcAft>
            </a:pPr>
            <a:r>
              <a:rPr sz="1600" b="0"/>
              <a:t>Same config → same key → reuse</a:t>
            </a:r>
          </a:p>
          <a:p>
            <a:pPr lvl="1">
              <a:spcAft>
                <a:spcPts val="400"/>
              </a:spcAft>
            </a:pPr>
            <a:r>
              <a:rPr sz="1600" b="0"/>
              <a:t>Change anything → new key → recompute</a:t>
            </a:r>
          </a:p>
          <a:p>
            <a:pPr>
              <a:spcBef>
                <a:spcPts val="800"/>
              </a:spcBef>
              <a:spcAft>
                <a:spcPts val="400"/>
              </a:spcAft>
            </a:pPr>
            <a:r>
              <a:rPr sz="1800" b="1">
                <a:solidFill>
                  <a:srgbClr val="FF9E1B"/>
                </a:solidFill>
              </a:rPr>
              <a:t>Why not generic caching?</a:t>
            </a:r>
          </a:p>
          <a:p>
            <a:pPr lvl="1">
              <a:spcAft>
                <a:spcPts val="400"/>
              </a:spcAft>
            </a:pPr>
            <a:r>
              <a:rPr sz="1600" b="0"/>
              <a:t>No fold identity → wrong-subject hit is silent</a:t>
            </a:r>
          </a:p>
        </p:txBody>
      </p:sp>
      <p:sp>
        <p:nvSpPr>
          <p:cNvPr id="5" name="Slide Number Placeholder 4">
            <a:extLst>
              <a:ext uri="{FF2B5EF4-FFF2-40B4-BE49-F238E27FC236}">
                <a16:creationId xmlns:a16="http://schemas.microsoft.com/office/drawing/2014/main" id="{A9088F7B-D4F9-2188-7A05-07306F574F0D}"/>
              </a:ext>
            </a:extLst>
          </p:cNvPr>
          <p:cNvSpPr>
            <a:spLocks noGrp="1"/>
          </p:cNvSpPr>
          <p:nvPr>
            <p:ph type="sldNum" sz="quarter" idx="12"/>
          </p:nvPr>
        </p:nvSpPr>
        <p:spPr/>
        <p:txBody>
          <a:bodyPr/>
          <a:lstStyle/>
          <a:p>
            <a:fld id="{D836C0FE-70CA-4950-82D6-CF602CC2B770}" type="slidenum">
              <a:rPr lang="de-DE" smtClean="0"/>
              <a:t>5</a:t>
            </a:fld>
            <a:endParaRPr lang="de-DE" dirty="0"/>
          </a:p>
        </p:txBody>
      </p:sp>
      <p:sp>
        <p:nvSpPr>
          <p:cNvPr id="6" name="Footer Placeholder 5">
            <a:extLst>
              <a:ext uri="{FF2B5EF4-FFF2-40B4-BE49-F238E27FC236}">
                <a16:creationId xmlns:a16="http://schemas.microsoft.com/office/drawing/2014/main" id="{66888E83-31D9-3726-3472-8BD2CB2458DA}"/>
              </a:ext>
            </a:extLst>
          </p:cNvPr>
          <p:cNvSpPr>
            <a:spLocks noGrp="1"/>
          </p:cNvSpPr>
          <p:nvPr>
            <p:ph type="ftr" sz="quarter" idx="11"/>
          </p:nvPr>
        </p:nvSpPr>
        <p:spPr/>
        <p:txBody>
          <a:bodyPr/>
          <a:lstStyle/>
          <a:p>
            <a:r>
              <a:rPr lang="en-US" dirty="0"/>
              <a:t>Lennart Gorzel Fingerprint-Based Caching for Leave-One-Subject-Out Cross-Validation</a:t>
            </a:r>
            <a:endParaRPr lang="de-DE" dirty="0"/>
          </a:p>
        </p:txBody>
      </p:sp>
      <p:sp>
        <p:nvSpPr>
          <p:cNvPr id="7" name="Date Placeholder 6">
            <a:extLst>
              <a:ext uri="{FF2B5EF4-FFF2-40B4-BE49-F238E27FC236}">
                <a16:creationId xmlns:a16="http://schemas.microsoft.com/office/drawing/2014/main" id="{BA76A76D-E972-7CF6-BCB5-2F772C54F699}"/>
              </a:ext>
            </a:extLst>
          </p:cNvPr>
          <p:cNvSpPr>
            <a:spLocks noGrp="1"/>
          </p:cNvSpPr>
          <p:nvPr>
            <p:ph type="dt" sz="half" idx="10"/>
          </p:nvPr>
        </p:nvSpPr>
        <p:spPr/>
        <p:txBody>
          <a:bodyPr/>
          <a:lstStyle/>
          <a:p>
            <a:fld id="{71913426-C297-42D7-93DC-E969B33D92B8}" type="datetime1">
              <a:rPr lang="en-US" smtClean="0"/>
              <a:t>6/9/2026</a:t>
            </a:fld>
            <a:endParaRPr lang="de-DE" dirty="0"/>
          </a:p>
        </p:txBody>
      </p:sp>
      <p:sp>
        <p:nvSpPr>
          <p:cNvPr id="8" name="TextBox 7"/>
          <p:cNvSpPr txBox="1"/>
          <p:nvPr/>
        </p:nvSpPr>
        <p:spPr>
          <a:xfrm>
            <a:off x="822960" y="5440680"/>
            <a:ext cx="10515600" cy="822960"/>
          </a:xfrm>
          <a:prstGeom prst="rect">
            <a:avLst/>
          </a:prstGeom>
          <a:solidFill>
            <a:srgbClr val="F2F3F4"/>
          </a:solidFill>
          <a:ln w="12700">
            <a:solidFill>
              <a:srgbClr val="FF9E1B"/>
            </a:solidFill>
          </a:ln>
        </p:spPr>
        <p:txBody>
          <a:bodyPr wrap="square" anchor="ctr" lIns="182880">
            <a:spAutoFit/>
          </a:bodyPr>
          <a:lstStyle/>
          <a:p>
            <a:r>
              <a:rPr sz="1600">
                <a:solidFill>
                  <a:srgbClr val="262B2F"/>
                </a:solidFill>
                <a:latin typeface="Consolas"/>
              </a:rPr>
              <a:t>cache_key = SHA-256(seed, code, params, features) + </a:t>
            </a:r>
            <a:r>
              <a:rPr sz="1600" b="1">
                <a:solidFill>
                  <a:srgbClr val="FF9E1B"/>
                </a:solidFill>
                <a:latin typeface="Consolas"/>
              </a:rPr>
              <a:t>held_out_subject</a:t>
            </a:r>
          </a:p>
        </p:txBody>
      </p:sp>
    </p:spTree>
    <p:extLst>
      <p:ext uri="{BB962C8B-B14F-4D97-AF65-F5344CB8AC3E}">
        <p14:creationId xmlns:p14="http://schemas.microsoft.com/office/powerpoint/2010/main" val="194868572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573941-A72F-6E13-FE90-FBAA4453BD7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5638AEA-7993-1B34-67E1-19C3EB06D18E}"/>
              </a:ext>
            </a:extLst>
          </p:cNvPr>
          <p:cNvSpPr>
            <a:spLocks noGrp="1"/>
          </p:cNvSpPr>
          <p:nvPr>
            <p:ph type="title"/>
          </p:nvPr>
        </p:nvSpPr>
        <p:spPr/>
        <p:txBody>
          <a:bodyPr/>
          <a:lstStyle/>
          <a:p>
            <a:r>
              <a:t>Implementation</a:t>
            </a:r>
          </a:p>
        </p:txBody>
      </p:sp>
      <p:sp>
        <p:nvSpPr>
          <p:cNvPr id="3" name="Content Placeholder 2">
            <a:extLst>
              <a:ext uri="{FF2B5EF4-FFF2-40B4-BE49-F238E27FC236}">
                <a16:creationId xmlns:a16="http://schemas.microsoft.com/office/drawing/2014/main" id="{611F01D7-A7C6-8C3F-CA05-BA2A667F9620}"/>
              </a:ext>
            </a:extLst>
          </p:cNvPr>
          <p:cNvSpPr>
            <a:spLocks noGrp="1"/>
          </p:cNvSpPr>
          <p:nvPr>
            <p:ph idx="1"/>
          </p:nvPr>
        </p:nvSpPr>
        <p:spPr>
          <a:xfrm>
            <a:off x="685800" y="1554480"/>
            <a:ext cx="4206240" cy="4389120"/>
          </a:xfrm>
        </p:spPr>
        <p:txBody>
          <a:bodyPr wrap="square"/>
          <a:lstStyle/>
          <a:p>
            <a:pPr marL="285750" indent="-285750">
              <a:spcBef>
                <a:spcPts val="800"/>
              </a:spcBef>
              <a:spcAft>
                <a:spcPts val="400"/>
              </a:spcAft>
              <a:buFont typeface="Arial" panose="020B0604020202020204" pitchFamily="34" charset="0"/>
              <a:buChar char="•"/>
            </a:pPr>
            <a:r>
              <a:rPr sz="1800" b="1">
                <a:solidFill>
                  <a:srgbClr val="FF9E1B"/>
                </a:solidFill>
              </a:rPr>
              <a:t>Two-layer cache</a:t>
            </a:r>
            <a:endParaRPr lang="de-DE" dirty="0"/>
          </a:p>
          <a:p>
            <a:pPr lvl="1">
              <a:spcAft>
                <a:spcPts val="400"/>
              </a:spcAft>
            </a:pPr>
            <a:r>
              <a:rPr sz="1600" b="0"/>
              <a:t>Layer 1: features — always valid</a:t>
            </a:r>
          </a:p>
          <a:p>
            <a:pPr lvl="1">
              <a:spcAft>
                <a:spcPts val="400"/>
              </a:spcAft>
            </a:pPr>
            <a:r>
              <a:rPr sz="1600" b="0"/>
              <a:t>Layer 2: models — fingerprint-keyed</a:t>
            </a:r>
          </a:p>
          <a:p>
            <a:pPr>
              <a:spcBef>
                <a:spcPts val="800"/>
              </a:spcBef>
              <a:spcAft>
                <a:spcPts val="400"/>
              </a:spcAft>
            </a:pPr>
            <a:r>
              <a:rPr sz="1800" b="1">
                <a:solidFill>
                  <a:srgbClr val="FF9E1B"/>
                </a:solidFill>
              </a:rPr>
              <a:t>Flow</a:t>
            </a:r>
          </a:p>
          <a:p>
            <a:pPr lvl="1">
              <a:spcAft>
                <a:spcPts val="400"/>
              </a:spcAft>
            </a:pPr>
            <a:r>
              <a:rPr sz="1600" b="0"/>
              <a:t>Miss → train → store → reuse</a:t>
            </a:r>
          </a:p>
          <a:p>
            <a:pPr lvl="1">
              <a:spcAft>
                <a:spcPts val="400"/>
              </a:spcAft>
            </a:pPr>
            <a:r>
              <a:rPr sz="1600" b="0"/>
              <a:t>Validated: zero hash collisions</a:t>
            </a:r>
          </a:p>
        </p:txBody>
      </p:sp>
      <p:sp>
        <p:nvSpPr>
          <p:cNvPr id="5" name="Slide Number Placeholder 4">
            <a:extLst>
              <a:ext uri="{FF2B5EF4-FFF2-40B4-BE49-F238E27FC236}">
                <a16:creationId xmlns:a16="http://schemas.microsoft.com/office/drawing/2014/main" id="{FC1289B0-CF79-5D75-6D02-2DE6B3A5A8BF}"/>
              </a:ext>
            </a:extLst>
          </p:cNvPr>
          <p:cNvSpPr>
            <a:spLocks noGrp="1"/>
          </p:cNvSpPr>
          <p:nvPr>
            <p:ph type="sldNum" sz="quarter" idx="12"/>
          </p:nvPr>
        </p:nvSpPr>
        <p:spPr/>
        <p:txBody>
          <a:bodyPr/>
          <a:lstStyle/>
          <a:p>
            <a:fld id="{D836C0FE-70CA-4950-82D6-CF602CC2B770}" type="slidenum">
              <a:rPr lang="de-DE" smtClean="0"/>
              <a:t>6</a:t>
            </a:fld>
            <a:endParaRPr lang="de-DE" dirty="0"/>
          </a:p>
        </p:txBody>
      </p:sp>
      <p:sp>
        <p:nvSpPr>
          <p:cNvPr id="6" name="Footer Placeholder 5">
            <a:extLst>
              <a:ext uri="{FF2B5EF4-FFF2-40B4-BE49-F238E27FC236}">
                <a16:creationId xmlns:a16="http://schemas.microsoft.com/office/drawing/2014/main" id="{A3DB9A9C-0960-1A65-11DD-D1E40223868C}"/>
              </a:ext>
            </a:extLst>
          </p:cNvPr>
          <p:cNvSpPr>
            <a:spLocks noGrp="1"/>
          </p:cNvSpPr>
          <p:nvPr>
            <p:ph type="ftr" sz="quarter" idx="11"/>
          </p:nvPr>
        </p:nvSpPr>
        <p:spPr/>
        <p:txBody>
          <a:bodyPr/>
          <a:lstStyle/>
          <a:p>
            <a:r>
              <a:rPr lang="en-US" dirty="0"/>
              <a:t>Lennart Gorzel Fingerprint-Based Caching for Leave-One-Subject-Out Cross-Validation</a:t>
            </a:r>
            <a:endParaRPr lang="de-DE" dirty="0"/>
          </a:p>
        </p:txBody>
      </p:sp>
      <p:sp>
        <p:nvSpPr>
          <p:cNvPr id="7" name="Date Placeholder 6">
            <a:extLst>
              <a:ext uri="{FF2B5EF4-FFF2-40B4-BE49-F238E27FC236}">
                <a16:creationId xmlns:a16="http://schemas.microsoft.com/office/drawing/2014/main" id="{E213F8F3-92F9-5270-F035-2609F1C2C23B}"/>
              </a:ext>
            </a:extLst>
          </p:cNvPr>
          <p:cNvSpPr>
            <a:spLocks noGrp="1"/>
          </p:cNvSpPr>
          <p:nvPr>
            <p:ph type="dt" sz="half" idx="10"/>
          </p:nvPr>
        </p:nvSpPr>
        <p:spPr/>
        <p:txBody>
          <a:bodyPr/>
          <a:lstStyle/>
          <a:p>
            <a:fld id="{71913426-C297-42D7-93DC-E969B33D92B8}" type="datetime1">
              <a:rPr lang="en-US" smtClean="0"/>
              <a:t>6/9/2026</a:t>
            </a:fld>
            <a:endParaRPr lang="de-DE" dirty="0"/>
          </a:p>
        </p:txBody>
      </p:sp>
      <p:pic>
        <p:nvPicPr>
          <p:cNvPr id="8" name="Picture 7" descr="pipeline.png"/>
          <p:cNvPicPr>
            <a:picLocks noChangeAspect="1"/>
          </p:cNvPicPr>
          <p:nvPr/>
        </p:nvPicPr>
        <p:blipFill>
          <a:blip r:embed="rId2"/>
          <a:stretch>
            <a:fillRect/>
          </a:stretch>
        </p:blipFill>
        <p:spPr>
          <a:xfrm>
            <a:off x="5074920" y="2018035"/>
            <a:ext cx="6492240" cy="3187689"/>
          </a:xfrm>
          <a:prstGeom prst="rect">
            <a:avLst/>
          </a:prstGeom>
        </p:spPr>
      </p:pic>
      <p:sp>
        <p:nvSpPr>
          <p:cNvPr id="9" name="TextBox 8"/>
          <p:cNvSpPr txBox="1"/>
          <p:nvPr/>
        </p:nvSpPr>
        <p:spPr>
          <a:xfrm>
            <a:off x="5074920" y="5669280"/>
            <a:ext cx="6492240" cy="365760"/>
          </a:xfrm>
          <a:prstGeom prst="rect">
            <a:avLst/>
          </a:prstGeom>
          <a:noFill/>
        </p:spPr>
        <p:txBody>
          <a:bodyPr wrap="square">
            <a:spAutoFit/>
          </a:bodyPr>
          <a:lstStyle/>
          <a:p>
            <a:pPr algn="ctr"/>
            <a:r>
              <a:rPr sz="1200" i="1">
                <a:solidFill>
                  <a:srgbClr val="768692"/>
                </a:solidFill>
              </a:rPr>
              <a:t>LOSO experiment loop: fingerprint → cache check → train only on miss</a:t>
            </a:r>
          </a:p>
        </p:txBody>
      </p:sp>
    </p:spTree>
    <p:extLst>
      <p:ext uri="{BB962C8B-B14F-4D97-AF65-F5344CB8AC3E}">
        <p14:creationId xmlns:p14="http://schemas.microsoft.com/office/powerpoint/2010/main" val="133515919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7F7F03-2D71-08ED-F2B3-F022A5A4D31E}"/>
              </a:ext>
            </a:extLst>
          </p:cNvPr>
          <p:cNvSpPr>
            <a:spLocks noGrp="1"/>
          </p:cNvSpPr>
          <p:nvPr>
            <p:ph type="title"/>
          </p:nvPr>
        </p:nvSpPr>
        <p:spPr/>
        <p:txBody>
          <a:bodyPr/>
          <a:lstStyle/>
          <a:p>
            <a:r>
              <a:t>Results — Speed &amp; Trust</a:t>
            </a:r>
          </a:p>
        </p:txBody>
      </p:sp>
      <p:sp>
        <p:nvSpPr>
          <p:cNvPr id="3" name="Content Placeholder 2">
            <a:extLst>
              <a:ext uri="{FF2B5EF4-FFF2-40B4-BE49-F238E27FC236}">
                <a16:creationId xmlns:a16="http://schemas.microsoft.com/office/drawing/2014/main" id="{24150405-712F-3E31-23E7-1E9F75DE7519}"/>
              </a:ext>
            </a:extLst>
          </p:cNvPr>
          <p:cNvSpPr>
            <a:spLocks noGrp="1"/>
          </p:cNvSpPr>
          <p:nvPr>
            <p:ph idx="1"/>
          </p:nvPr>
        </p:nvSpPr>
        <p:spPr>
          <a:xfrm>
            <a:off x="685800" y="1554480"/>
            <a:ext cx="4480560" cy="4389120"/>
          </a:xfrm>
        </p:spPr>
        <p:txBody>
          <a:bodyPr wrap="square"/>
          <a:lstStyle/>
          <a:p>
            <a:pPr marL="285750" indent="-285750">
              <a:spcBef>
                <a:spcPts val="800"/>
              </a:spcBef>
              <a:spcAft>
                <a:spcPts val="400"/>
              </a:spcAft>
              <a:buFont typeface="Arial" panose="020B0604020202020204" pitchFamily="34" charset="0"/>
              <a:buChar char="•"/>
            </a:pPr>
            <a:r>
              <a:rPr sz="1800" b="1">
                <a:solidFill>
                  <a:srgbClr val="FF9E1B"/>
                </a:solidFill>
              </a:rPr>
              <a:t>Speed</a:t>
            </a:r>
          </a:p>
          <a:p>
            <a:pPr lvl="1">
              <a:spcAft>
                <a:spcPts val="400"/>
              </a:spcAft>
            </a:pPr>
            <a:r>
              <a:rPr sz="1600" b="0"/>
              <a:t>XGBoost: median 54×, peak 202×</a:t>
            </a:r>
          </a:p>
          <a:p>
            <a:pPr lvl="1">
              <a:spcAft>
                <a:spcPts val="400"/>
              </a:spcAft>
            </a:pPr>
            <a:r>
              <a:rPr sz="1600" b="0"/>
              <a:t>3,816 s → 18.9 s</a:t>
            </a:r>
          </a:p>
          <a:p>
            <a:pPr lvl="1">
              <a:spcAft>
                <a:spcPts val="400"/>
              </a:spcAft>
            </a:pPr>
            <a:r>
              <a:rPr sz="1600" b="0"/>
              <a:t>Feature cache: 227×</a:t>
            </a:r>
          </a:p>
          <a:p>
            <a:pPr>
              <a:spcBef>
                <a:spcPts val="800"/>
              </a:spcBef>
              <a:spcAft>
                <a:spcPts val="400"/>
              </a:spcAft>
            </a:pPr>
            <a:r>
              <a:rPr sz="1800" b="1">
                <a:solidFill>
                  <a:srgbClr val="FF9E1B"/>
                </a:solidFill>
              </a:rPr>
              <a:t>Trust</a:t>
            </a:r>
          </a:p>
          <a:p>
            <a:pPr lvl="1">
              <a:spcAft>
                <a:spcPts val="400"/>
              </a:spcAft>
            </a:pPr>
            <a:r>
              <a:rPr sz="1600" b="0"/>
              <a:t>100% hit rate — 2,304 / 2,304</a:t>
            </a:r>
          </a:p>
          <a:p>
            <a:pPr lvl="1">
              <a:spcAft>
                <a:spcPts val="400"/>
              </a:spcAft>
            </a:pPr>
            <a:r>
              <a:rPr sz="1600" b="0"/>
              <a:t>100% identical predictions</a:t>
            </a:r>
          </a:p>
          <a:p>
            <a:pPr lvl="1">
              <a:spcAft>
                <a:spcPts val="400"/>
              </a:spcAft>
            </a:pPr>
            <a:r>
              <a:rPr sz="1600" b="0"/>
              <a:t>85.5% accuracy, κ = 0.74</a:t>
            </a:r>
          </a:p>
        </p:txBody>
      </p:sp>
      <p:sp>
        <p:nvSpPr>
          <p:cNvPr id="5" name="Slide Number Placeholder 4">
            <a:extLst>
              <a:ext uri="{FF2B5EF4-FFF2-40B4-BE49-F238E27FC236}">
                <a16:creationId xmlns:a16="http://schemas.microsoft.com/office/drawing/2014/main" id="{BE1CFA53-C57C-8648-E4F3-FFDFD2E753CE}"/>
              </a:ext>
            </a:extLst>
          </p:cNvPr>
          <p:cNvSpPr>
            <a:spLocks noGrp="1"/>
          </p:cNvSpPr>
          <p:nvPr>
            <p:ph type="sldNum" sz="quarter" idx="12"/>
          </p:nvPr>
        </p:nvSpPr>
        <p:spPr/>
        <p:txBody>
          <a:bodyPr/>
          <a:lstStyle/>
          <a:p>
            <a:fld id="{D836C0FE-70CA-4950-82D6-CF602CC2B770}" type="slidenum">
              <a:rPr lang="de-DE" smtClean="0"/>
              <a:t>7</a:t>
            </a:fld>
            <a:endParaRPr lang="de-DE" dirty="0"/>
          </a:p>
        </p:txBody>
      </p:sp>
      <p:sp>
        <p:nvSpPr>
          <p:cNvPr id="6" name="Footer Placeholder 5">
            <a:extLst>
              <a:ext uri="{FF2B5EF4-FFF2-40B4-BE49-F238E27FC236}">
                <a16:creationId xmlns:a16="http://schemas.microsoft.com/office/drawing/2014/main" id="{C588F12B-693B-5A89-72AC-C0F7E13A3981}"/>
              </a:ext>
            </a:extLst>
          </p:cNvPr>
          <p:cNvSpPr>
            <a:spLocks noGrp="1"/>
          </p:cNvSpPr>
          <p:nvPr>
            <p:ph type="ftr" sz="quarter" idx="11"/>
          </p:nvPr>
        </p:nvSpPr>
        <p:spPr/>
        <p:txBody>
          <a:bodyPr/>
          <a:lstStyle/>
          <a:p>
            <a:r>
              <a:rPr lang="en-US" dirty="0"/>
              <a:t>Lennart Gorzel Fingerprint-Based Caching for Leave-One-Subject-Out Cross-Validation</a:t>
            </a:r>
            <a:endParaRPr lang="de-DE" dirty="0"/>
          </a:p>
        </p:txBody>
      </p:sp>
      <p:sp>
        <p:nvSpPr>
          <p:cNvPr id="7" name="Date Placeholder 6">
            <a:extLst>
              <a:ext uri="{FF2B5EF4-FFF2-40B4-BE49-F238E27FC236}">
                <a16:creationId xmlns:a16="http://schemas.microsoft.com/office/drawing/2014/main" id="{5FAC6DDB-9D10-A61E-6D70-89CE941C4212}"/>
              </a:ext>
            </a:extLst>
          </p:cNvPr>
          <p:cNvSpPr>
            <a:spLocks noGrp="1"/>
          </p:cNvSpPr>
          <p:nvPr>
            <p:ph type="dt" sz="half" idx="10"/>
          </p:nvPr>
        </p:nvSpPr>
        <p:spPr/>
        <p:txBody>
          <a:bodyPr/>
          <a:lstStyle/>
          <a:p>
            <a:fld id="{15AEB612-F19D-41F6-8873-721850E62818}" type="datetime1">
              <a:rPr lang="en-US" smtClean="0"/>
              <a:t>6/9/2026</a:t>
            </a:fld>
            <a:endParaRPr lang="de-DE" dirty="0"/>
          </a:p>
        </p:txBody>
      </p:sp>
      <p:pic>
        <p:nvPicPr>
          <p:cNvPr id="8" name="Picture 7" descr="speedup.png"/>
          <p:cNvPicPr>
            <a:picLocks noChangeAspect="1"/>
          </p:cNvPicPr>
          <p:nvPr/>
        </p:nvPicPr>
        <p:blipFill>
          <a:blip r:embed="rId2"/>
          <a:stretch>
            <a:fillRect/>
          </a:stretch>
        </p:blipFill>
        <p:spPr>
          <a:xfrm>
            <a:off x="5349240" y="1640420"/>
            <a:ext cx="6217920" cy="3942918"/>
          </a:xfrm>
          <a:prstGeom prst="rect">
            <a:avLst/>
          </a:prstGeom>
        </p:spPr>
      </p:pic>
      <p:sp>
        <p:nvSpPr>
          <p:cNvPr id="9" name="TextBox 8"/>
          <p:cNvSpPr txBox="1"/>
          <p:nvPr/>
        </p:nvSpPr>
        <p:spPr>
          <a:xfrm>
            <a:off x="5349240" y="5669280"/>
            <a:ext cx="6217920" cy="365760"/>
          </a:xfrm>
          <a:prstGeom prst="rect">
            <a:avLst/>
          </a:prstGeom>
          <a:noFill/>
        </p:spPr>
        <p:txBody>
          <a:bodyPr wrap="square">
            <a:spAutoFit/>
          </a:bodyPr>
          <a:lstStyle/>
          <a:p>
            <a:pPr algn="ctr"/>
            <a:r>
              <a:rPr sz="1200" i="1">
                <a:solidFill>
                  <a:srgbClr val="768692"/>
                </a:solidFill>
              </a:rPr>
              <a:t>Cold vs. warm wall-clock per configuration (log scale)</a:t>
            </a:r>
          </a:p>
        </p:txBody>
      </p:sp>
    </p:spTree>
    <p:extLst>
      <p:ext uri="{BB962C8B-B14F-4D97-AF65-F5344CB8AC3E}">
        <p14:creationId xmlns:p14="http://schemas.microsoft.com/office/powerpoint/2010/main" val="264679389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E8EFA5-54B8-0A12-D3B3-2D96674EA50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B27AE4A-F583-7934-D4E9-0E7CC1BFE14C}"/>
              </a:ext>
            </a:extLst>
          </p:cNvPr>
          <p:cNvSpPr>
            <a:spLocks noGrp="1"/>
          </p:cNvSpPr>
          <p:nvPr>
            <p:ph type="title"/>
          </p:nvPr>
        </p:nvSpPr>
        <p:spPr/>
        <p:txBody>
          <a:bodyPr/>
          <a:lstStyle/>
          <a:p>
            <a:r>
              <a:t>Results — Viability &amp; Scaling</a:t>
            </a:r>
          </a:p>
        </p:txBody>
      </p:sp>
      <p:sp>
        <p:nvSpPr>
          <p:cNvPr id="3" name="Content Placeholder 2">
            <a:extLst>
              <a:ext uri="{FF2B5EF4-FFF2-40B4-BE49-F238E27FC236}">
                <a16:creationId xmlns:a16="http://schemas.microsoft.com/office/drawing/2014/main" id="{FD56367A-69FA-5816-6125-287191BF2B47}"/>
              </a:ext>
            </a:extLst>
          </p:cNvPr>
          <p:cNvSpPr>
            <a:spLocks noGrp="1"/>
          </p:cNvSpPr>
          <p:nvPr>
            <p:ph idx="1"/>
          </p:nvPr>
        </p:nvSpPr>
        <p:spPr>
          <a:xfrm>
            <a:off x="685800" y="1554480"/>
            <a:ext cx="4480560" cy="4389120"/>
          </a:xfrm>
        </p:spPr>
        <p:txBody>
          <a:bodyPr wrap="square"/>
          <a:lstStyle/>
          <a:p>
            <a:pPr marL="285750" indent="-285750">
              <a:spcBef>
                <a:spcPts val="800"/>
              </a:spcBef>
              <a:spcAft>
                <a:spcPts val="400"/>
              </a:spcAft>
              <a:buFont typeface="Arial" panose="020B0604020202020204" pitchFamily="34" charset="0"/>
              <a:buChar char="•"/>
            </a:pPr>
            <a:r>
              <a:rPr sz="1800" b="1">
                <a:solidFill>
                  <a:srgbClr val="FF9E1B"/>
                </a:solidFill>
              </a:rPr>
              <a:t>Viability</a:t>
            </a:r>
          </a:p>
          <a:p>
            <a:pPr lvl="1">
              <a:spcAft>
                <a:spcPts val="400"/>
              </a:spcAft>
            </a:pPr>
            <a:r>
              <a:rPr sz="1600" b="0"/>
              <a:t>15 models: 11 viable, 4 not</a:t>
            </a:r>
          </a:p>
          <a:p>
            <a:pPr lvl="1">
              <a:spcAft>
                <a:spcPts val="400"/>
              </a:spcAft>
            </a:pPr>
            <a:r>
              <a:rPr sz="1600" b="0"/>
              <a:t>η (eta) = seconds saved / MB</a:t>
            </a:r>
          </a:p>
          <a:p>
            <a:pPr lvl="1">
              <a:spcAft>
                <a:spcPts val="400"/>
              </a:spcAft>
            </a:pPr>
            <a:r>
              <a:rPr sz="1600" b="0"/>
              <a:t>Threshold from empirical gap — not arbitrary</a:t>
            </a:r>
          </a:p>
          <a:p>
            <a:pPr lvl="1">
              <a:spcAft>
                <a:spcPts val="400"/>
              </a:spcAft>
            </a:pPr>
            <a:r>
              <a:rPr sz="1600" b="0"/>
              <a:t>Above the line → worth caching</a:t>
            </a:r>
          </a:p>
          <a:p>
            <a:pPr>
              <a:spcBef>
                <a:spcPts val="800"/>
              </a:spcBef>
              <a:spcAft>
                <a:spcPts val="400"/>
              </a:spcAft>
            </a:pPr>
            <a:r>
              <a:rPr sz="1800" b="1">
                <a:solidFill>
                  <a:srgbClr val="FF9E1B"/>
                </a:solidFill>
              </a:rPr>
              <a:t>Cost &amp; Scaling</a:t>
            </a:r>
          </a:p>
          <a:p>
            <a:pPr lvl="1">
              <a:spcAft>
                <a:spcPts val="400"/>
              </a:spcAft>
            </a:pPr>
            <a:r>
              <a:rPr sz="1600" b="0"/>
              <a:t>XGBoost 1.5 MB (viable)</a:t>
            </a:r>
          </a:p>
          <a:p>
            <a:pPr lvl="1">
              <a:spcAft>
                <a:spcPts val="400"/>
              </a:spcAft>
            </a:pPr>
            <a:r>
              <a:rPr sz="1600" b="0"/>
              <a:t>RF 18.5 GB (not viable)</a:t>
            </a:r>
          </a:p>
          <a:p>
            <a:pPr lvl="1">
              <a:spcAft>
                <a:spcPts val="400"/>
              </a:spcAft>
            </a:pPr>
            <a:r>
              <a:rPr sz="1600" b="0"/>
              <a:t>SVM-RBF: 9× → 201× with scale</a:t>
            </a:r>
          </a:p>
        </p:txBody>
      </p:sp>
      <p:sp>
        <p:nvSpPr>
          <p:cNvPr id="5" name="Slide Number Placeholder 4">
            <a:extLst>
              <a:ext uri="{FF2B5EF4-FFF2-40B4-BE49-F238E27FC236}">
                <a16:creationId xmlns:a16="http://schemas.microsoft.com/office/drawing/2014/main" id="{9C3C9F2B-128F-C481-8FFE-273FF73AD750}"/>
              </a:ext>
            </a:extLst>
          </p:cNvPr>
          <p:cNvSpPr>
            <a:spLocks noGrp="1"/>
          </p:cNvSpPr>
          <p:nvPr>
            <p:ph type="sldNum" sz="quarter" idx="12"/>
          </p:nvPr>
        </p:nvSpPr>
        <p:spPr/>
        <p:txBody>
          <a:bodyPr/>
          <a:lstStyle/>
          <a:p>
            <a:fld id="{D836C0FE-70CA-4950-82D6-CF602CC2B770}" type="slidenum">
              <a:rPr lang="de-DE" smtClean="0"/>
              <a:t>8</a:t>
            </a:fld>
            <a:endParaRPr lang="de-DE" dirty="0"/>
          </a:p>
        </p:txBody>
      </p:sp>
      <p:sp>
        <p:nvSpPr>
          <p:cNvPr id="6" name="Footer Placeholder 5">
            <a:extLst>
              <a:ext uri="{FF2B5EF4-FFF2-40B4-BE49-F238E27FC236}">
                <a16:creationId xmlns:a16="http://schemas.microsoft.com/office/drawing/2014/main" id="{74466476-6469-9579-B2D2-D9426441C178}"/>
              </a:ext>
            </a:extLst>
          </p:cNvPr>
          <p:cNvSpPr>
            <a:spLocks noGrp="1"/>
          </p:cNvSpPr>
          <p:nvPr>
            <p:ph type="ftr" sz="quarter" idx="11"/>
          </p:nvPr>
        </p:nvSpPr>
        <p:spPr/>
        <p:txBody>
          <a:bodyPr/>
          <a:lstStyle/>
          <a:p>
            <a:r>
              <a:rPr lang="en-US" dirty="0"/>
              <a:t>Lennart Gorzel Fingerprint-Based Caching for Leave-One-Subject-Out Cross-Validation</a:t>
            </a:r>
            <a:endParaRPr lang="de-DE" dirty="0"/>
          </a:p>
        </p:txBody>
      </p:sp>
      <p:sp>
        <p:nvSpPr>
          <p:cNvPr id="7" name="Date Placeholder 6">
            <a:extLst>
              <a:ext uri="{FF2B5EF4-FFF2-40B4-BE49-F238E27FC236}">
                <a16:creationId xmlns:a16="http://schemas.microsoft.com/office/drawing/2014/main" id="{63342A63-9220-7FB2-C5DF-19D5771B0B70}"/>
              </a:ext>
            </a:extLst>
          </p:cNvPr>
          <p:cNvSpPr>
            <a:spLocks noGrp="1"/>
          </p:cNvSpPr>
          <p:nvPr>
            <p:ph type="dt" sz="half" idx="10"/>
          </p:nvPr>
        </p:nvSpPr>
        <p:spPr/>
        <p:txBody>
          <a:bodyPr/>
          <a:lstStyle/>
          <a:p>
            <a:fld id="{15AEB612-F19D-41F6-8873-721850E62818}" type="datetime1">
              <a:rPr lang="en-US" smtClean="0"/>
              <a:t>6/9/2026</a:t>
            </a:fld>
            <a:endParaRPr lang="de-DE" dirty="0"/>
          </a:p>
        </p:txBody>
      </p:sp>
      <p:pic>
        <p:nvPicPr>
          <p:cNvPr id="8" name="Picture 7" descr="efficiency.png"/>
          <p:cNvPicPr>
            <a:picLocks noChangeAspect="1"/>
          </p:cNvPicPr>
          <p:nvPr/>
        </p:nvPicPr>
        <p:blipFill>
          <a:blip r:embed="rId2"/>
          <a:stretch>
            <a:fillRect/>
          </a:stretch>
        </p:blipFill>
        <p:spPr>
          <a:xfrm>
            <a:off x="5349240" y="1779872"/>
            <a:ext cx="6217920" cy="3664014"/>
          </a:xfrm>
          <a:prstGeom prst="rect">
            <a:avLst/>
          </a:prstGeom>
        </p:spPr>
      </p:pic>
      <p:sp>
        <p:nvSpPr>
          <p:cNvPr id="9" name="TextBox 8"/>
          <p:cNvSpPr txBox="1"/>
          <p:nvPr/>
        </p:nvSpPr>
        <p:spPr>
          <a:xfrm>
            <a:off x="5349240" y="5669280"/>
            <a:ext cx="6217920" cy="365760"/>
          </a:xfrm>
          <a:prstGeom prst="rect">
            <a:avLst/>
          </a:prstGeom>
          <a:noFill/>
        </p:spPr>
        <p:txBody>
          <a:bodyPr wrap="square">
            <a:spAutoFit/>
          </a:bodyPr>
          <a:lstStyle/>
          <a:p>
            <a:pPr algn="ctr"/>
            <a:r>
              <a:rPr sz="1200" i="1">
                <a:solidFill>
                  <a:srgbClr val="768692"/>
                </a:solidFill>
              </a:rPr>
              <a:t>Compute saved vs. storage cost; dashed line = viability boundary</a:t>
            </a:r>
          </a:p>
        </p:txBody>
      </p:sp>
    </p:spTree>
    <p:extLst>
      <p:ext uri="{BB962C8B-B14F-4D97-AF65-F5344CB8AC3E}">
        <p14:creationId xmlns:p14="http://schemas.microsoft.com/office/powerpoint/2010/main" val="234218429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FE4339-F216-B283-07CD-A48C828A7AF4}"/>
              </a:ext>
            </a:extLst>
          </p:cNvPr>
          <p:cNvSpPr>
            <a:spLocks noGrp="1"/>
          </p:cNvSpPr>
          <p:nvPr>
            <p:ph type="title"/>
          </p:nvPr>
        </p:nvSpPr>
        <p:spPr/>
        <p:txBody>
          <a:bodyPr/>
          <a:lstStyle/>
          <a:p>
            <a:r>
              <a:rPr lang="de-DE" dirty="0" err="1"/>
              <a:t>Conclusion</a:t>
            </a:r>
            <a:endParaRPr lang="en-US" dirty="0"/>
          </a:p>
        </p:txBody>
      </p:sp>
      <p:sp>
        <p:nvSpPr>
          <p:cNvPr id="3" name="Content Placeholder 2">
            <a:extLst>
              <a:ext uri="{FF2B5EF4-FFF2-40B4-BE49-F238E27FC236}">
                <a16:creationId xmlns:a16="http://schemas.microsoft.com/office/drawing/2014/main" id="{0248E10D-607E-7F45-03CA-D493263312D4}"/>
              </a:ext>
            </a:extLst>
          </p:cNvPr>
          <p:cNvSpPr>
            <a:spLocks noGrp="1"/>
          </p:cNvSpPr>
          <p:nvPr>
            <p:ph idx="1"/>
          </p:nvPr>
        </p:nvSpPr>
        <p:spPr/>
        <p:txBody>
          <a:bodyPr wrap="square"/>
          <a:lstStyle/>
          <a:p>
            <a:pPr marL="285750" indent="-285750">
              <a:spcBef>
                <a:spcPts val="800"/>
              </a:spcBef>
              <a:spcAft>
                <a:spcPts val="400"/>
              </a:spcAft>
              <a:buFont typeface="Arial" panose="020B0604020202020204" pitchFamily="34" charset="0"/>
              <a:buChar char="•"/>
            </a:pPr>
            <a:r>
              <a:rPr sz="1700" b="1">
                <a:solidFill>
                  <a:srgbClr val="FF9E1B"/>
                </a:solidFill>
              </a:rPr>
              <a:t>Contributions</a:t>
            </a:r>
            <a:endParaRPr lang="de-DE" dirty="0"/>
          </a:p>
          <a:p>
            <a:pPr lvl="1">
              <a:spcAft>
                <a:spcPts val="400"/>
              </a:spcAft>
            </a:pPr>
            <a:r>
              <a:rPr sz="1500" b="0"/>
              <a:t>Fold-aware fingerprint → no contamination</a:t>
            </a:r>
          </a:p>
          <a:p>
            <a:pPr lvl="1">
              <a:spcAft>
                <a:spcPts val="400"/>
              </a:spcAft>
            </a:pPr>
            <a:r>
              <a:rPr sz="1500" b="0"/>
              <a:t>Order-of-magnitude speedup, reproducible</a:t>
            </a:r>
          </a:p>
          <a:p>
            <a:pPr lvl="1">
              <a:spcAft>
                <a:spcPts val="400"/>
              </a:spcAft>
            </a:pPr>
            <a:r>
              <a:rPr sz="1500" b="0"/>
              <a:t>Every fold's model preserved → inspect post-hoc</a:t>
            </a:r>
          </a:p>
          <a:p>
            <a:pPr lvl="1">
              <a:spcAft>
                <a:spcPts val="400"/>
              </a:spcAft>
            </a:pPr>
            <a:r>
              <a:rPr sz="1500" b="0"/>
              <a:t>Outlier flagged → pull model, inspect feature weights</a:t>
            </a:r>
          </a:p>
          <a:p>
            <a:pPr>
              <a:spcBef>
                <a:spcPts val="800"/>
              </a:spcBef>
              <a:spcAft>
                <a:spcPts val="400"/>
              </a:spcAft>
            </a:pPr>
            <a:r>
              <a:rPr sz="1700" b="1">
                <a:solidFill>
                  <a:srgbClr val="FF9E1B"/>
                </a:solidFill>
              </a:rPr>
              <a:t>Research Questions — Answered</a:t>
            </a:r>
          </a:p>
          <a:p>
            <a:pPr lvl="1">
              <a:spcAft>
                <a:spcPts val="400"/>
              </a:spcAft>
            </a:pPr>
            <a:r>
              <a:rPr sz="1500" b="0"/>
              <a:t>RQ1 ✓  median 54×, 100% hit rate, 2,304/2,304</a:t>
            </a:r>
          </a:p>
          <a:p>
            <a:pPr lvl="1">
              <a:spcAft>
                <a:spcPts val="400"/>
              </a:spcAft>
            </a:pPr>
            <a:r>
              <a:rPr sz="1500" b="0"/>
              <a:t>RQ2 ✓  100% bitwise-identical, zero collisions</a:t>
            </a:r>
          </a:p>
          <a:p>
            <a:pPr lvl="1">
              <a:spcAft>
                <a:spcPts val="400"/>
              </a:spcAft>
            </a:pPr>
            <a:r>
              <a:rPr sz="1500" b="0"/>
              <a:t>RQ3 ✓  speedup grows: SVM 9× → 201×</a:t>
            </a:r>
          </a:p>
          <a:p>
            <a:pPr lvl="1">
              <a:spcAft>
                <a:spcPts val="400"/>
              </a:spcAft>
            </a:pPr>
            <a:r>
              <a:rPr sz="1500" b="0"/>
              <a:t>RQ4 ✓  11/15 viable; η separates clusters by ~3 orders</a:t>
            </a:r>
          </a:p>
        </p:txBody>
      </p:sp>
      <p:sp>
        <p:nvSpPr>
          <p:cNvPr id="5" name="Slide Number Placeholder 4">
            <a:extLst>
              <a:ext uri="{FF2B5EF4-FFF2-40B4-BE49-F238E27FC236}">
                <a16:creationId xmlns:a16="http://schemas.microsoft.com/office/drawing/2014/main" id="{EC013FC8-FD04-ACDB-EE34-F1E32EBDD4EB}"/>
              </a:ext>
            </a:extLst>
          </p:cNvPr>
          <p:cNvSpPr>
            <a:spLocks noGrp="1"/>
          </p:cNvSpPr>
          <p:nvPr>
            <p:ph type="sldNum" sz="quarter" idx="12"/>
          </p:nvPr>
        </p:nvSpPr>
        <p:spPr/>
        <p:txBody>
          <a:bodyPr/>
          <a:lstStyle/>
          <a:p>
            <a:fld id="{D836C0FE-70CA-4950-82D6-CF602CC2B770}" type="slidenum">
              <a:rPr lang="de-DE" smtClean="0"/>
              <a:t>9</a:t>
            </a:fld>
            <a:endParaRPr lang="de-DE" dirty="0"/>
          </a:p>
        </p:txBody>
      </p:sp>
      <p:sp>
        <p:nvSpPr>
          <p:cNvPr id="6" name="Footer Placeholder 5">
            <a:extLst>
              <a:ext uri="{FF2B5EF4-FFF2-40B4-BE49-F238E27FC236}">
                <a16:creationId xmlns:a16="http://schemas.microsoft.com/office/drawing/2014/main" id="{CDF247FA-E638-48DF-60EB-5D23E3C1B625}"/>
              </a:ext>
            </a:extLst>
          </p:cNvPr>
          <p:cNvSpPr>
            <a:spLocks noGrp="1"/>
          </p:cNvSpPr>
          <p:nvPr>
            <p:ph type="ftr" sz="quarter" idx="11"/>
          </p:nvPr>
        </p:nvSpPr>
        <p:spPr/>
        <p:txBody>
          <a:bodyPr/>
          <a:lstStyle/>
          <a:p>
            <a:r>
              <a:rPr lang="en-US" dirty="0"/>
              <a:t>Lennart Gorzel Fingerprint-Based Caching for Leave-One-Subject-Out Cross-Validation</a:t>
            </a:r>
            <a:endParaRPr lang="de-DE" dirty="0"/>
          </a:p>
        </p:txBody>
      </p:sp>
      <p:sp>
        <p:nvSpPr>
          <p:cNvPr id="7" name="Date Placeholder 6">
            <a:extLst>
              <a:ext uri="{FF2B5EF4-FFF2-40B4-BE49-F238E27FC236}">
                <a16:creationId xmlns:a16="http://schemas.microsoft.com/office/drawing/2014/main" id="{AE55ED0A-D6F3-B76B-386F-3F7D9D22D2D5}"/>
              </a:ext>
            </a:extLst>
          </p:cNvPr>
          <p:cNvSpPr>
            <a:spLocks noGrp="1"/>
          </p:cNvSpPr>
          <p:nvPr>
            <p:ph type="dt" sz="half" idx="10"/>
          </p:nvPr>
        </p:nvSpPr>
        <p:spPr/>
        <p:txBody>
          <a:bodyPr/>
          <a:lstStyle/>
          <a:p>
            <a:fld id="{4900ED49-DBEC-42B2-A219-5281160C4AC7}" type="datetime1">
              <a:rPr lang="en-US" smtClean="0"/>
              <a:t>6/9/2026</a:t>
            </a:fld>
            <a:endParaRPr lang="de-DE" dirty="0"/>
          </a:p>
        </p:txBody>
      </p:sp>
    </p:spTree>
    <p:extLst>
      <p:ext uri="{BB962C8B-B14F-4D97-AF65-F5344CB8AC3E}">
        <p14:creationId xmlns:p14="http://schemas.microsoft.com/office/powerpoint/2010/main" val="316727123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3DE5D94F-8829-7A55-4592-BFB67D3692AA}"/>
              </a:ext>
            </a:extLst>
          </p:cNvPr>
          <p:cNvSpPr>
            <a:spLocks noGrp="1"/>
          </p:cNvSpPr>
          <p:nvPr>
            <p:ph type="sldNum" sz="quarter" idx="12"/>
          </p:nvPr>
        </p:nvSpPr>
        <p:spPr/>
        <p:txBody>
          <a:bodyPr/>
          <a:lstStyle/>
          <a:p>
            <a:fld id="{D836C0FE-70CA-4950-82D6-CF602CC2B770}" type="slidenum">
              <a:rPr lang="de-DE" smtClean="0"/>
              <a:t>10</a:t>
            </a:fld>
            <a:endParaRPr lang="de-DE" dirty="0"/>
          </a:p>
        </p:txBody>
      </p:sp>
      <p:sp>
        <p:nvSpPr>
          <p:cNvPr id="3" name="Title 2">
            <a:extLst>
              <a:ext uri="{FF2B5EF4-FFF2-40B4-BE49-F238E27FC236}">
                <a16:creationId xmlns:a16="http://schemas.microsoft.com/office/drawing/2014/main" id="{7DE246DE-663B-36A1-51AA-202A0F892787}"/>
              </a:ext>
            </a:extLst>
          </p:cNvPr>
          <p:cNvSpPr>
            <a:spLocks noGrp="1"/>
          </p:cNvSpPr>
          <p:nvPr>
            <p:ph type="title"/>
          </p:nvPr>
        </p:nvSpPr>
        <p:spPr>
          <a:xfrm>
            <a:off x="2927648" y="2057106"/>
            <a:ext cx="4896544" cy="792000"/>
          </a:xfrm>
        </p:spPr>
        <p:txBody>
          <a:bodyPr/>
          <a:lstStyle/>
          <a:p>
            <a:r>
              <a:rPr lang="en-US" sz="4000" dirty="0"/>
              <a:t>THANK YOU</a:t>
            </a:r>
          </a:p>
        </p:txBody>
      </p:sp>
      <p:sp>
        <p:nvSpPr>
          <p:cNvPr id="4" name="Content Placeholder 3">
            <a:extLst>
              <a:ext uri="{FF2B5EF4-FFF2-40B4-BE49-F238E27FC236}">
                <a16:creationId xmlns:a16="http://schemas.microsoft.com/office/drawing/2014/main" id="{29754CC9-96EB-54E7-58E6-1346DA1048BF}"/>
              </a:ext>
            </a:extLst>
          </p:cNvPr>
          <p:cNvSpPr>
            <a:spLocks noGrp="1"/>
          </p:cNvSpPr>
          <p:nvPr>
            <p:ph idx="1"/>
          </p:nvPr>
        </p:nvSpPr>
        <p:spPr>
          <a:xfrm>
            <a:off x="3071664" y="3501008"/>
            <a:ext cx="3096344" cy="648221"/>
          </a:xfrm>
        </p:spPr>
        <p:txBody>
          <a:bodyPr/>
          <a:lstStyle/>
          <a:p>
            <a:r>
              <a:rPr lang="de-DE" sz="2800" dirty="0"/>
              <a:t>Any Questions? </a:t>
            </a:r>
            <a:endParaRPr lang="en-US" sz="2800" dirty="0"/>
          </a:p>
        </p:txBody>
      </p:sp>
      <p:sp>
        <p:nvSpPr>
          <p:cNvPr id="5" name="Date Placeholder 4">
            <a:extLst>
              <a:ext uri="{FF2B5EF4-FFF2-40B4-BE49-F238E27FC236}">
                <a16:creationId xmlns:a16="http://schemas.microsoft.com/office/drawing/2014/main" id="{202BF403-B219-9B49-5651-A6CDCA80A35E}"/>
              </a:ext>
            </a:extLst>
          </p:cNvPr>
          <p:cNvSpPr>
            <a:spLocks noGrp="1"/>
          </p:cNvSpPr>
          <p:nvPr>
            <p:ph type="dt" sz="half" idx="10"/>
          </p:nvPr>
        </p:nvSpPr>
        <p:spPr/>
        <p:txBody>
          <a:bodyPr/>
          <a:lstStyle/>
          <a:p>
            <a:fld id="{2A09CE31-9316-4BF9-8DA9-E4F37514F421}" type="datetime1">
              <a:rPr lang="en-US" smtClean="0"/>
              <a:t>6/9/2026</a:t>
            </a:fld>
            <a:endParaRPr lang="de-DE" dirty="0"/>
          </a:p>
        </p:txBody>
      </p:sp>
      <p:sp>
        <p:nvSpPr>
          <p:cNvPr id="6" name="Footer Placeholder 5">
            <a:extLst>
              <a:ext uri="{FF2B5EF4-FFF2-40B4-BE49-F238E27FC236}">
                <a16:creationId xmlns:a16="http://schemas.microsoft.com/office/drawing/2014/main" id="{DCB9EF05-E53E-25F7-2C46-1336F97BCFC9}"/>
              </a:ext>
            </a:extLst>
          </p:cNvPr>
          <p:cNvSpPr>
            <a:spLocks noGrp="1"/>
          </p:cNvSpPr>
          <p:nvPr>
            <p:ph type="ftr" sz="quarter" idx="11"/>
          </p:nvPr>
        </p:nvSpPr>
        <p:spPr/>
        <p:txBody>
          <a:bodyPr/>
          <a:lstStyle/>
          <a:p>
            <a:r>
              <a:rPr lang="en-US" dirty="0"/>
              <a:t>Lennart Gorzel Fingerprint-Based Caching for Leave-One-Subject-Out Cross-Validation</a:t>
            </a:r>
            <a:endParaRPr lang="de-DE" dirty="0"/>
          </a:p>
        </p:txBody>
      </p:sp>
    </p:spTree>
    <p:extLst>
      <p:ext uri="{BB962C8B-B14F-4D97-AF65-F5344CB8AC3E}">
        <p14:creationId xmlns:p14="http://schemas.microsoft.com/office/powerpoint/2010/main" val="351370510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EAC963-B7F8-E2A6-222C-CB10A5C9C33D}"/>
              </a:ext>
            </a:extLst>
          </p:cNvPr>
          <p:cNvSpPr>
            <a:spLocks noGrp="1"/>
          </p:cNvSpPr>
          <p:nvPr>
            <p:ph type="title"/>
          </p:nvPr>
        </p:nvSpPr>
        <p:spPr/>
        <p:txBody>
          <a:bodyPr/>
          <a:lstStyle/>
          <a:p>
            <a:r>
              <a:t>Backup — Material</a:t>
            </a:r>
          </a:p>
        </p:txBody>
      </p:sp>
      <p:sp>
        <p:nvSpPr>
          <p:cNvPr id="3" name="Content Placeholder 2">
            <a:extLst>
              <a:ext uri="{FF2B5EF4-FFF2-40B4-BE49-F238E27FC236}">
                <a16:creationId xmlns:a16="http://schemas.microsoft.com/office/drawing/2014/main" id="{FEA872F5-BDC3-25C4-7837-1AE29FBB9063}"/>
              </a:ext>
            </a:extLst>
          </p:cNvPr>
          <p:cNvSpPr>
            <a:spLocks noGrp="1"/>
          </p:cNvSpPr>
          <p:nvPr>
            <p:ph idx="1"/>
          </p:nvPr>
        </p:nvSpPr>
        <p:spPr/>
        <p:txBody>
          <a:bodyPr wrap="square"/>
          <a:lstStyle/>
          <a:p>
            <a:pPr marL="285750" indent="-285750">
              <a:spcBef>
                <a:spcPts val="800"/>
              </a:spcBef>
              <a:spcAft>
                <a:spcPts val="400"/>
              </a:spcAft>
              <a:buFont typeface="Arial" panose="020B0604020202020204" pitchFamily="34" charset="0"/>
              <a:buChar char="•"/>
            </a:pPr>
            <a:r>
              <a:rPr sz="2000" b="1">
                <a:solidFill>
                  <a:srgbClr val="FF9E1B"/>
                </a:solidFill>
              </a:rPr>
              <a:t>The following slides support likely questions</a:t>
            </a:r>
          </a:p>
          <a:p>
            <a:pPr lvl="1">
              <a:spcAft>
                <a:spcPts val="400"/>
              </a:spcAft>
            </a:pPr>
            <a:r>
              <a:rPr sz="1800" b="0"/>
              <a:t>B1 — Full 9-config cache results (XGB + RF)</a:t>
            </a:r>
          </a:p>
          <a:p>
            <a:pPr lvl="1">
              <a:spcAft>
                <a:spcPts val="400"/>
              </a:spcAft>
            </a:pPr>
            <a:r>
              <a:rPr sz="1800" b="0"/>
              <a:t>B2 — η ranking, all 15 models</a:t>
            </a:r>
          </a:p>
          <a:p>
            <a:pPr lvl="1">
              <a:spcAft>
                <a:spcPts val="400"/>
              </a:spcAft>
            </a:pPr>
            <a:r>
              <a:rPr sz="1800" b="0"/>
              <a:t>B3 — Confusion matrix (N1 weakness)</a:t>
            </a:r>
          </a:p>
          <a:p>
            <a:pPr lvl="1">
              <a:spcAft>
                <a:spcPts val="400"/>
              </a:spcAft>
            </a:pPr>
            <a:r>
              <a:rPr sz="1800" b="0"/>
              <a:t>B4 — Global vs. per-fold selection (leakage)</a:t>
            </a:r>
          </a:p>
        </p:txBody>
      </p:sp>
      <p:sp>
        <p:nvSpPr>
          <p:cNvPr id="5" name="Slide Number Placeholder 4">
            <a:extLst>
              <a:ext uri="{FF2B5EF4-FFF2-40B4-BE49-F238E27FC236}">
                <a16:creationId xmlns:a16="http://schemas.microsoft.com/office/drawing/2014/main" id="{086F2067-747A-CF89-32B4-CDB85D6E6380}"/>
              </a:ext>
            </a:extLst>
          </p:cNvPr>
          <p:cNvSpPr>
            <a:spLocks noGrp="1"/>
          </p:cNvSpPr>
          <p:nvPr>
            <p:ph type="sldNum" sz="quarter" idx="12"/>
          </p:nvPr>
        </p:nvSpPr>
        <p:spPr/>
        <p:txBody>
          <a:bodyPr/>
          <a:lstStyle/>
          <a:p>
            <a:fld id="{D836C0FE-70CA-4950-82D6-CF602CC2B770}" type="slidenum">
              <a:rPr lang="de-DE" smtClean="0"/>
              <a:t>11</a:t>
            </a:fld>
            <a:endParaRPr lang="de-DE" dirty="0"/>
          </a:p>
        </p:txBody>
      </p:sp>
      <p:sp>
        <p:nvSpPr>
          <p:cNvPr id="6" name="Footer Placeholder 5">
            <a:extLst>
              <a:ext uri="{FF2B5EF4-FFF2-40B4-BE49-F238E27FC236}">
                <a16:creationId xmlns:a16="http://schemas.microsoft.com/office/drawing/2014/main" id="{F5EB9FFD-FD4B-F1E1-DF91-340B30F3F117}"/>
              </a:ext>
            </a:extLst>
          </p:cNvPr>
          <p:cNvSpPr>
            <a:spLocks noGrp="1"/>
          </p:cNvSpPr>
          <p:nvPr>
            <p:ph type="ftr" sz="quarter" idx="11"/>
          </p:nvPr>
        </p:nvSpPr>
        <p:spPr/>
        <p:txBody>
          <a:bodyPr/>
          <a:lstStyle/>
          <a:p>
            <a:r>
              <a:rPr lang="en-US" dirty="0"/>
              <a:t>Lennart Gorzel Fingerprint-Based Caching for Leave-One-Subject-Out Cross-Validation</a:t>
            </a:r>
            <a:endParaRPr lang="de-DE" dirty="0"/>
          </a:p>
        </p:txBody>
      </p:sp>
      <p:sp>
        <p:nvSpPr>
          <p:cNvPr id="7" name="Date Placeholder 6">
            <a:extLst>
              <a:ext uri="{FF2B5EF4-FFF2-40B4-BE49-F238E27FC236}">
                <a16:creationId xmlns:a16="http://schemas.microsoft.com/office/drawing/2014/main" id="{DF21DD3F-5C2C-BE83-7793-836D5098B780}"/>
              </a:ext>
            </a:extLst>
          </p:cNvPr>
          <p:cNvSpPr>
            <a:spLocks noGrp="1"/>
          </p:cNvSpPr>
          <p:nvPr>
            <p:ph type="dt" sz="half" idx="10"/>
          </p:nvPr>
        </p:nvSpPr>
        <p:spPr/>
        <p:txBody>
          <a:bodyPr/>
          <a:lstStyle/>
          <a:p>
            <a:fld id="{310F5A52-0074-4F38-8685-91157C589AF1}" type="datetime1">
              <a:rPr lang="en-US" smtClean="0"/>
              <a:t>6/9/2026</a:t>
            </a:fld>
            <a:endParaRPr lang="de-DE" dirty="0"/>
          </a:p>
        </p:txBody>
      </p:sp>
    </p:spTree>
    <p:extLst>
      <p:ext uri="{BB962C8B-B14F-4D97-AF65-F5344CB8AC3E}">
        <p14:creationId xmlns:p14="http://schemas.microsoft.com/office/powerpoint/2010/main" val="2719296134"/>
      </p:ext>
    </p:extLst>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Backup — Full Cache Results (128-fold LOSO)</a:t>
            </a:r>
          </a:p>
        </p:txBody>
      </p:sp>
      <p:sp>
        <p:nvSpPr>
          <p:cNvPr id="3" name="TextBox 2"/>
          <p:cNvSpPr txBox="1"/>
          <p:nvPr/>
        </p:nvSpPr>
        <p:spPr>
          <a:xfrm>
            <a:off x="822960" y="1371600"/>
            <a:ext cx="10515600" cy="274320"/>
          </a:xfrm>
          <a:prstGeom prst="rect">
            <a:avLst/>
          </a:prstGeom>
          <a:noFill/>
        </p:spPr>
        <p:txBody>
          <a:bodyPr wrap="none">
            <a:spAutoFit/>
          </a:bodyPr>
          <a:lstStyle/>
          <a:p>
            <a:r>
              <a:rPr sz="1400" b="1">
                <a:solidFill>
                  <a:srgbClr val="FF9E1B"/>
                </a:solidFill>
              </a:rPr>
              <a:t>XGBoost — median 54×, ~185 MB  (best: 202×, 3816 s → 18.9 s)</a:t>
            </a:r>
          </a:p>
        </p:txBody>
      </p:sp>
      <p:graphicFrame>
        <p:nvGraphicFramePr>
          <p:cNvPr id="4" name="Table 3"/>
          <p:cNvGraphicFramePr>
            <a:graphicFrameLocks noGrp="1"/>
          </p:cNvGraphicFramePr>
          <p:nvPr/>
        </p:nvGraphicFramePr>
        <p:xfrm>
          <a:off x="822960" y="1664208"/>
          <a:ext cx="10515600" cy="2057400"/>
        </p:xfrm>
        <a:graphic>
          <a:graphicData uri="http://schemas.openxmlformats.org/drawingml/2006/table">
            <a:tbl>
              <a:tblPr firstRow="1" bandRow="1">
                <a:tableStyleId>{5C22544A-7EE6-4342-B048-85BDC9FD1C3A}</a:tableStyleId>
              </a:tblPr>
              <a:tblGrid>
                <a:gridCol w="3383280"/>
                <a:gridCol w="1783080"/>
                <a:gridCol w="1783080"/>
                <a:gridCol w="1783080"/>
                <a:gridCol w="1783080"/>
              </a:tblGrid>
              <a:tr h="205740">
                <a:tc>
                  <a:txBody>
                    <a:bodyPr wrap="square"/>
                    <a:lstStyle/>
                    <a:p>
                      <a:r>
                        <a:rPr sz="1000" b="1">
                          <a:solidFill>
                            <a:srgbClr val="FFFFFF"/>
                          </a:solidFill>
                          <a:latin typeface="Arial"/>
                        </a:rPr>
                        <a:t>Config</a:t>
                      </a:r>
                    </a:p>
                  </a:txBody>
                  <a:tcPr anchor="ctr" marT="12700" marB="12700" marL="63500" marR="63500">
                    <a:solidFill>
                      <a:srgbClr val="FF9E1B"/>
                    </a:solidFill>
                  </a:tcPr>
                </a:tc>
                <a:tc>
                  <a:txBody>
                    <a:bodyPr wrap="square"/>
                    <a:lstStyle/>
                    <a:p>
                      <a:r>
                        <a:rPr sz="1000" b="1">
                          <a:solidFill>
                            <a:srgbClr val="FFFFFF"/>
                          </a:solidFill>
                          <a:latin typeface="Arial"/>
                        </a:rPr>
                        <a:t>Cold (s)</a:t>
                      </a:r>
                    </a:p>
                  </a:txBody>
                  <a:tcPr anchor="ctr" marT="12700" marB="12700" marL="63500" marR="63500">
                    <a:solidFill>
                      <a:srgbClr val="FF9E1B"/>
                    </a:solidFill>
                  </a:tcPr>
                </a:tc>
                <a:tc>
                  <a:txBody>
                    <a:bodyPr wrap="square"/>
                    <a:lstStyle/>
                    <a:p>
                      <a:r>
                        <a:rPr sz="1000" b="1">
                          <a:solidFill>
                            <a:srgbClr val="FFFFFF"/>
                          </a:solidFill>
                          <a:latin typeface="Arial"/>
                        </a:rPr>
                        <a:t>Warm (s)</a:t>
                      </a:r>
                    </a:p>
                  </a:txBody>
                  <a:tcPr anchor="ctr" marT="12700" marB="12700" marL="63500" marR="63500">
                    <a:solidFill>
                      <a:srgbClr val="FF9E1B"/>
                    </a:solidFill>
                  </a:tcPr>
                </a:tc>
                <a:tc>
                  <a:txBody>
                    <a:bodyPr wrap="square"/>
                    <a:lstStyle/>
                    <a:p>
                      <a:r>
                        <a:rPr sz="1000" b="1">
                          <a:solidFill>
                            <a:srgbClr val="FFFFFF"/>
                          </a:solidFill>
                          <a:latin typeface="Arial"/>
                        </a:rPr>
                        <a:t>Speedup</a:t>
                      </a:r>
                    </a:p>
                  </a:txBody>
                  <a:tcPr anchor="ctr" marT="12700" marB="12700" marL="63500" marR="63500">
                    <a:solidFill>
                      <a:srgbClr val="FF9E1B"/>
                    </a:solidFill>
                  </a:tcPr>
                </a:tc>
                <a:tc>
                  <a:txBody>
                    <a:bodyPr wrap="square"/>
                    <a:lstStyle/>
                    <a:p>
                      <a:r>
                        <a:rPr sz="1000" b="1">
                          <a:solidFill>
                            <a:srgbClr val="FFFFFF"/>
                          </a:solidFill>
                          <a:latin typeface="Arial"/>
                        </a:rPr>
                        <a:t>Cache</a:t>
                      </a:r>
                    </a:p>
                  </a:txBody>
                  <a:tcPr anchor="ctr" marT="12700" marB="12700" marL="63500" marR="63500">
                    <a:solidFill>
                      <a:srgbClr val="FF9E1B"/>
                    </a:solidFill>
                  </a:tcPr>
                </a:tc>
              </a:tr>
              <a:tr h="205740">
                <a:tc>
                  <a:txBody>
                    <a:bodyPr wrap="square"/>
                    <a:lstStyle/>
                    <a:p>
                      <a:r>
                        <a:rPr sz="1000">
                          <a:solidFill>
                            <a:srgbClr val="262B2F"/>
                          </a:solidFill>
                          <a:latin typeface="Arial"/>
                        </a:rPr>
                        <a:t>corr=0.75, k=30</a:t>
                      </a:r>
                    </a:p>
                  </a:txBody>
                  <a:tcPr anchor="ctr" marT="12700" marB="12700" marL="63500" marR="63500">
                    <a:solidFill>
                      <a:srgbClr val="FFFFFF"/>
                    </a:solidFill>
                  </a:tcPr>
                </a:tc>
                <a:tc>
                  <a:txBody>
                    <a:bodyPr wrap="square"/>
                    <a:lstStyle/>
                    <a:p>
                      <a:r>
                        <a:rPr sz="1000">
                          <a:solidFill>
                            <a:srgbClr val="262B2F"/>
                          </a:solidFill>
                          <a:latin typeface="Arial"/>
                        </a:rPr>
                        <a:t>1053.4</a:t>
                      </a:r>
                    </a:p>
                  </a:txBody>
                  <a:tcPr anchor="ctr" marT="12700" marB="12700" marL="63500" marR="63500">
                    <a:solidFill>
                      <a:srgbClr val="FFFFFF"/>
                    </a:solidFill>
                  </a:tcPr>
                </a:tc>
                <a:tc>
                  <a:txBody>
                    <a:bodyPr wrap="square"/>
                    <a:lstStyle/>
                    <a:p>
                      <a:r>
                        <a:rPr sz="1000">
                          <a:solidFill>
                            <a:srgbClr val="262B2F"/>
                          </a:solidFill>
                          <a:latin typeface="Arial"/>
                        </a:rPr>
                        <a:t>26.4</a:t>
                      </a:r>
                    </a:p>
                  </a:txBody>
                  <a:tcPr anchor="ctr" marT="12700" marB="12700" marL="63500" marR="63500">
                    <a:solidFill>
                      <a:srgbClr val="FFFFFF"/>
                    </a:solidFill>
                  </a:tcPr>
                </a:tc>
                <a:tc>
                  <a:txBody>
                    <a:bodyPr wrap="square"/>
                    <a:lstStyle/>
                    <a:p>
                      <a:r>
                        <a:rPr sz="1000">
                          <a:solidFill>
                            <a:srgbClr val="262B2F"/>
                          </a:solidFill>
                          <a:latin typeface="Arial"/>
                        </a:rPr>
                        <a:t>39.9×</a:t>
                      </a:r>
                    </a:p>
                  </a:txBody>
                  <a:tcPr anchor="ctr" marT="12700" marB="12700" marL="63500" marR="63500">
                    <a:solidFill>
                      <a:srgbClr val="FFFFFF"/>
                    </a:solidFill>
                  </a:tcPr>
                </a:tc>
                <a:tc>
                  <a:txBody>
                    <a:bodyPr wrap="square"/>
                    <a:lstStyle/>
                    <a:p>
                      <a:r>
                        <a:rPr sz="1000">
                          <a:solidFill>
                            <a:srgbClr val="262B2F"/>
                          </a:solidFill>
                          <a:latin typeface="Arial"/>
                        </a:rPr>
                        <a:t>186 MB</a:t>
                      </a:r>
                    </a:p>
                  </a:txBody>
                  <a:tcPr anchor="ctr" marT="12700" marB="12700" marL="63500" marR="63500">
                    <a:solidFill>
                      <a:srgbClr val="FFFFFF"/>
                    </a:solidFill>
                  </a:tcPr>
                </a:tc>
              </a:tr>
              <a:tr h="205740">
                <a:tc>
                  <a:txBody>
                    <a:bodyPr wrap="square"/>
                    <a:lstStyle/>
                    <a:p>
                      <a:r>
                        <a:rPr sz="1000">
                          <a:solidFill>
                            <a:srgbClr val="262B2F"/>
                          </a:solidFill>
                          <a:latin typeface="Arial"/>
                        </a:rPr>
                        <a:t>corr=0.75, k=50</a:t>
                      </a:r>
                    </a:p>
                  </a:txBody>
                  <a:tcPr anchor="ctr" marT="12700" marB="12700" marL="63500" marR="63500">
                    <a:solidFill>
                      <a:srgbClr val="FFFFFF"/>
                    </a:solidFill>
                  </a:tcPr>
                </a:tc>
                <a:tc>
                  <a:txBody>
                    <a:bodyPr wrap="square"/>
                    <a:lstStyle/>
                    <a:p>
                      <a:r>
                        <a:rPr sz="1000">
                          <a:solidFill>
                            <a:srgbClr val="262B2F"/>
                          </a:solidFill>
                          <a:latin typeface="Arial"/>
                        </a:rPr>
                        <a:t>1447.4</a:t>
                      </a:r>
                    </a:p>
                  </a:txBody>
                  <a:tcPr anchor="ctr" marT="12700" marB="12700" marL="63500" marR="63500">
                    <a:solidFill>
                      <a:srgbClr val="FFFFFF"/>
                    </a:solidFill>
                  </a:tcPr>
                </a:tc>
                <a:tc>
                  <a:txBody>
                    <a:bodyPr wrap="square"/>
                    <a:lstStyle/>
                    <a:p>
                      <a:r>
                        <a:rPr sz="1000">
                          <a:solidFill>
                            <a:srgbClr val="262B2F"/>
                          </a:solidFill>
                          <a:latin typeface="Arial"/>
                        </a:rPr>
                        <a:t>27.2</a:t>
                      </a:r>
                    </a:p>
                  </a:txBody>
                  <a:tcPr anchor="ctr" marT="12700" marB="12700" marL="63500" marR="63500">
                    <a:solidFill>
                      <a:srgbClr val="FFFFFF"/>
                    </a:solidFill>
                  </a:tcPr>
                </a:tc>
                <a:tc>
                  <a:txBody>
                    <a:bodyPr wrap="square"/>
                    <a:lstStyle/>
                    <a:p>
                      <a:r>
                        <a:rPr sz="1000">
                          <a:solidFill>
                            <a:srgbClr val="262B2F"/>
                          </a:solidFill>
                          <a:latin typeface="Arial"/>
                        </a:rPr>
                        <a:t>53.3×</a:t>
                      </a:r>
                    </a:p>
                  </a:txBody>
                  <a:tcPr anchor="ctr" marT="12700" marB="12700" marL="63500" marR="63500">
                    <a:solidFill>
                      <a:srgbClr val="FFFFFF"/>
                    </a:solidFill>
                  </a:tcPr>
                </a:tc>
                <a:tc>
                  <a:txBody>
                    <a:bodyPr wrap="square"/>
                    <a:lstStyle/>
                    <a:p>
                      <a:r>
                        <a:rPr sz="1000">
                          <a:solidFill>
                            <a:srgbClr val="262B2F"/>
                          </a:solidFill>
                          <a:latin typeface="Arial"/>
                        </a:rPr>
                        <a:t>189 MB</a:t>
                      </a:r>
                    </a:p>
                  </a:txBody>
                  <a:tcPr anchor="ctr" marT="12700" marB="12700" marL="63500" marR="63500">
                    <a:solidFill>
                      <a:srgbClr val="FFFFFF"/>
                    </a:solidFill>
                  </a:tcPr>
                </a:tc>
              </a:tr>
              <a:tr h="205740">
                <a:tc>
                  <a:txBody>
                    <a:bodyPr wrap="square"/>
                    <a:lstStyle/>
                    <a:p>
                      <a:r>
                        <a:rPr sz="1000">
                          <a:solidFill>
                            <a:srgbClr val="262B2F"/>
                          </a:solidFill>
                          <a:latin typeface="Arial"/>
                        </a:rPr>
                        <a:t>corr=0.75, k=None</a:t>
                      </a:r>
                    </a:p>
                  </a:txBody>
                  <a:tcPr anchor="ctr" marT="12700" marB="12700" marL="63500" marR="63500">
                    <a:solidFill>
                      <a:srgbClr val="FFFFFF"/>
                    </a:solidFill>
                  </a:tcPr>
                </a:tc>
                <a:tc>
                  <a:txBody>
                    <a:bodyPr wrap="square"/>
                    <a:lstStyle/>
                    <a:p>
                      <a:r>
                        <a:rPr sz="1000">
                          <a:solidFill>
                            <a:srgbClr val="262B2F"/>
                          </a:solidFill>
                          <a:latin typeface="Arial"/>
                        </a:rPr>
                        <a:t>1440.3</a:t>
                      </a:r>
                    </a:p>
                  </a:txBody>
                  <a:tcPr anchor="ctr" marT="12700" marB="12700" marL="63500" marR="63500">
                    <a:solidFill>
                      <a:srgbClr val="FFFFFF"/>
                    </a:solidFill>
                  </a:tcPr>
                </a:tc>
                <a:tc>
                  <a:txBody>
                    <a:bodyPr wrap="square"/>
                    <a:lstStyle/>
                    <a:p>
                      <a:r>
                        <a:rPr sz="1000">
                          <a:solidFill>
                            <a:srgbClr val="262B2F"/>
                          </a:solidFill>
                          <a:latin typeface="Arial"/>
                        </a:rPr>
                        <a:t>26.6</a:t>
                      </a:r>
                    </a:p>
                  </a:txBody>
                  <a:tcPr anchor="ctr" marT="12700" marB="12700" marL="63500" marR="63500">
                    <a:solidFill>
                      <a:srgbClr val="FFFFFF"/>
                    </a:solidFill>
                  </a:tcPr>
                </a:tc>
                <a:tc>
                  <a:txBody>
                    <a:bodyPr wrap="square"/>
                    <a:lstStyle/>
                    <a:p>
                      <a:r>
                        <a:rPr sz="1000">
                          <a:solidFill>
                            <a:srgbClr val="262B2F"/>
                          </a:solidFill>
                          <a:latin typeface="Arial"/>
                        </a:rPr>
                        <a:t>54.2×</a:t>
                      </a:r>
                    </a:p>
                  </a:txBody>
                  <a:tcPr anchor="ctr" marT="12700" marB="12700" marL="63500" marR="63500">
                    <a:solidFill>
                      <a:srgbClr val="FFFFFF"/>
                    </a:solidFill>
                  </a:tcPr>
                </a:tc>
                <a:tc>
                  <a:txBody>
                    <a:bodyPr wrap="square"/>
                    <a:lstStyle/>
                    <a:p>
                      <a:r>
                        <a:rPr sz="1000">
                          <a:solidFill>
                            <a:srgbClr val="262B2F"/>
                          </a:solidFill>
                          <a:latin typeface="Arial"/>
                        </a:rPr>
                        <a:t>189 MB</a:t>
                      </a:r>
                    </a:p>
                  </a:txBody>
                  <a:tcPr anchor="ctr" marT="12700" marB="12700" marL="63500" marR="63500">
                    <a:solidFill>
                      <a:srgbClr val="FFFFFF"/>
                    </a:solidFill>
                  </a:tcPr>
                </a:tc>
              </a:tr>
              <a:tr h="205740">
                <a:tc>
                  <a:txBody>
                    <a:bodyPr wrap="square"/>
                    <a:lstStyle/>
                    <a:p>
                      <a:r>
                        <a:rPr sz="1000">
                          <a:solidFill>
                            <a:srgbClr val="262B2F"/>
                          </a:solidFill>
                          <a:latin typeface="Arial"/>
                        </a:rPr>
                        <a:t>corr=0.90, k=30</a:t>
                      </a:r>
                    </a:p>
                  </a:txBody>
                  <a:tcPr anchor="ctr" marT="12700" marB="12700" marL="63500" marR="63500">
                    <a:solidFill>
                      <a:srgbClr val="FFFFFF"/>
                    </a:solidFill>
                  </a:tcPr>
                </a:tc>
                <a:tc>
                  <a:txBody>
                    <a:bodyPr wrap="square"/>
                    <a:lstStyle/>
                    <a:p>
                      <a:r>
                        <a:rPr sz="1000">
                          <a:solidFill>
                            <a:srgbClr val="262B2F"/>
                          </a:solidFill>
                          <a:latin typeface="Arial"/>
                        </a:rPr>
                        <a:t>964.1</a:t>
                      </a:r>
                    </a:p>
                  </a:txBody>
                  <a:tcPr anchor="ctr" marT="12700" marB="12700" marL="63500" marR="63500">
                    <a:solidFill>
                      <a:srgbClr val="FFFFFF"/>
                    </a:solidFill>
                  </a:tcPr>
                </a:tc>
                <a:tc>
                  <a:txBody>
                    <a:bodyPr wrap="square"/>
                    <a:lstStyle/>
                    <a:p>
                      <a:r>
                        <a:rPr sz="1000">
                          <a:solidFill>
                            <a:srgbClr val="262B2F"/>
                          </a:solidFill>
                          <a:latin typeface="Arial"/>
                        </a:rPr>
                        <a:t>25.7</a:t>
                      </a:r>
                    </a:p>
                  </a:txBody>
                  <a:tcPr anchor="ctr" marT="12700" marB="12700" marL="63500" marR="63500">
                    <a:solidFill>
                      <a:srgbClr val="FFFFFF"/>
                    </a:solidFill>
                  </a:tcPr>
                </a:tc>
                <a:tc>
                  <a:txBody>
                    <a:bodyPr wrap="square"/>
                    <a:lstStyle/>
                    <a:p>
                      <a:r>
                        <a:rPr sz="1000">
                          <a:solidFill>
                            <a:srgbClr val="262B2F"/>
                          </a:solidFill>
                          <a:latin typeface="Arial"/>
                        </a:rPr>
                        <a:t>37.5×</a:t>
                      </a:r>
                    </a:p>
                  </a:txBody>
                  <a:tcPr anchor="ctr" marT="12700" marB="12700" marL="63500" marR="63500">
                    <a:solidFill>
                      <a:srgbClr val="FFFFFF"/>
                    </a:solidFill>
                  </a:tcPr>
                </a:tc>
                <a:tc>
                  <a:txBody>
                    <a:bodyPr wrap="square"/>
                    <a:lstStyle/>
                    <a:p>
                      <a:r>
                        <a:rPr sz="1000">
                          <a:solidFill>
                            <a:srgbClr val="262B2F"/>
                          </a:solidFill>
                          <a:latin typeface="Arial"/>
                        </a:rPr>
                        <a:t>176 MB</a:t>
                      </a:r>
                    </a:p>
                  </a:txBody>
                  <a:tcPr anchor="ctr" marT="12700" marB="12700" marL="63500" marR="63500">
                    <a:solidFill>
                      <a:srgbClr val="FFFFFF"/>
                    </a:solidFill>
                  </a:tcPr>
                </a:tc>
              </a:tr>
              <a:tr h="205740">
                <a:tc>
                  <a:txBody>
                    <a:bodyPr wrap="square"/>
                    <a:lstStyle/>
                    <a:p>
                      <a:r>
                        <a:rPr sz="1000">
                          <a:solidFill>
                            <a:srgbClr val="262B2F"/>
                          </a:solidFill>
                          <a:latin typeface="Arial"/>
                        </a:rPr>
                        <a:t>corr=0.90, k=50</a:t>
                      </a:r>
                    </a:p>
                  </a:txBody>
                  <a:tcPr anchor="ctr" marT="12700" marB="12700" marL="63500" marR="63500">
                    <a:solidFill>
                      <a:srgbClr val="FFFFFF"/>
                    </a:solidFill>
                  </a:tcPr>
                </a:tc>
                <a:tc>
                  <a:txBody>
                    <a:bodyPr wrap="square"/>
                    <a:lstStyle/>
                    <a:p>
                      <a:r>
                        <a:rPr sz="1000">
                          <a:solidFill>
                            <a:srgbClr val="262B2F"/>
                          </a:solidFill>
                          <a:latin typeface="Arial"/>
                        </a:rPr>
                        <a:t>1453.8</a:t>
                      </a:r>
                    </a:p>
                  </a:txBody>
                  <a:tcPr anchor="ctr" marT="12700" marB="12700" marL="63500" marR="63500">
                    <a:solidFill>
                      <a:srgbClr val="FFFFFF"/>
                    </a:solidFill>
                  </a:tcPr>
                </a:tc>
                <a:tc>
                  <a:txBody>
                    <a:bodyPr wrap="square"/>
                    <a:lstStyle/>
                    <a:p>
                      <a:r>
                        <a:rPr sz="1000">
                          <a:solidFill>
                            <a:srgbClr val="262B2F"/>
                          </a:solidFill>
                          <a:latin typeface="Arial"/>
                        </a:rPr>
                        <a:t>26.4</a:t>
                      </a:r>
                    </a:p>
                  </a:txBody>
                  <a:tcPr anchor="ctr" marT="12700" marB="12700" marL="63500" marR="63500">
                    <a:solidFill>
                      <a:srgbClr val="FFFFFF"/>
                    </a:solidFill>
                  </a:tcPr>
                </a:tc>
                <a:tc>
                  <a:txBody>
                    <a:bodyPr wrap="square"/>
                    <a:lstStyle/>
                    <a:p>
                      <a:r>
                        <a:rPr sz="1000">
                          <a:solidFill>
                            <a:srgbClr val="262B2F"/>
                          </a:solidFill>
                          <a:latin typeface="Arial"/>
                        </a:rPr>
                        <a:t>55.1×</a:t>
                      </a:r>
                    </a:p>
                  </a:txBody>
                  <a:tcPr anchor="ctr" marT="12700" marB="12700" marL="63500" marR="63500">
                    <a:solidFill>
                      <a:srgbClr val="FFFFFF"/>
                    </a:solidFill>
                  </a:tcPr>
                </a:tc>
                <a:tc>
                  <a:txBody>
                    <a:bodyPr wrap="square"/>
                    <a:lstStyle/>
                    <a:p>
                      <a:r>
                        <a:rPr sz="1000">
                          <a:solidFill>
                            <a:srgbClr val="262B2F"/>
                          </a:solidFill>
                          <a:latin typeface="Arial"/>
                        </a:rPr>
                        <a:t>187 MB</a:t>
                      </a:r>
                    </a:p>
                  </a:txBody>
                  <a:tcPr anchor="ctr" marT="12700" marB="12700" marL="63500" marR="63500">
                    <a:solidFill>
                      <a:srgbClr val="FFFFFF"/>
                    </a:solidFill>
                  </a:tcPr>
                </a:tc>
              </a:tr>
              <a:tr h="205740">
                <a:tc>
                  <a:txBody>
                    <a:bodyPr wrap="square"/>
                    <a:lstStyle/>
                    <a:p>
                      <a:r>
                        <a:rPr sz="1000">
                          <a:solidFill>
                            <a:srgbClr val="262B2F"/>
                          </a:solidFill>
                          <a:latin typeface="Arial"/>
                        </a:rPr>
                        <a:t>corr=0.90, k=None</a:t>
                      </a:r>
                    </a:p>
                  </a:txBody>
                  <a:tcPr anchor="ctr" marT="12700" marB="12700" marL="63500" marR="63500">
                    <a:solidFill>
                      <a:srgbClr val="FFFFFF"/>
                    </a:solidFill>
                  </a:tcPr>
                </a:tc>
                <a:tc>
                  <a:txBody>
                    <a:bodyPr wrap="square"/>
                    <a:lstStyle/>
                    <a:p>
                      <a:r>
                        <a:rPr sz="1000">
                          <a:solidFill>
                            <a:srgbClr val="262B2F"/>
                          </a:solidFill>
                          <a:latin typeface="Arial"/>
                        </a:rPr>
                        <a:t>2223.6</a:t>
                      </a:r>
                    </a:p>
                  </a:txBody>
                  <a:tcPr anchor="ctr" marT="12700" marB="12700" marL="63500" marR="63500">
                    <a:solidFill>
                      <a:srgbClr val="FFFFFF"/>
                    </a:solidFill>
                  </a:tcPr>
                </a:tc>
                <a:tc>
                  <a:txBody>
                    <a:bodyPr wrap="square"/>
                    <a:lstStyle/>
                    <a:p>
                      <a:r>
                        <a:rPr sz="1000">
                          <a:solidFill>
                            <a:srgbClr val="262B2F"/>
                          </a:solidFill>
                          <a:latin typeface="Arial"/>
                        </a:rPr>
                        <a:t>28.2</a:t>
                      </a:r>
                    </a:p>
                  </a:txBody>
                  <a:tcPr anchor="ctr" marT="12700" marB="12700" marL="63500" marR="63500">
                    <a:solidFill>
                      <a:srgbClr val="FFFFFF"/>
                    </a:solidFill>
                  </a:tcPr>
                </a:tc>
                <a:tc>
                  <a:txBody>
                    <a:bodyPr wrap="square"/>
                    <a:lstStyle/>
                    <a:p>
                      <a:r>
                        <a:rPr sz="1000">
                          <a:solidFill>
                            <a:srgbClr val="262B2F"/>
                          </a:solidFill>
                          <a:latin typeface="Arial"/>
                        </a:rPr>
                        <a:t>78.8×</a:t>
                      </a:r>
                    </a:p>
                  </a:txBody>
                  <a:tcPr anchor="ctr" marT="12700" marB="12700" marL="63500" marR="63500">
                    <a:solidFill>
                      <a:srgbClr val="FFFFFF"/>
                    </a:solidFill>
                  </a:tcPr>
                </a:tc>
                <a:tc>
                  <a:txBody>
                    <a:bodyPr wrap="square"/>
                    <a:lstStyle/>
                    <a:p>
                      <a:r>
                        <a:rPr sz="1000">
                          <a:solidFill>
                            <a:srgbClr val="262B2F"/>
                          </a:solidFill>
                          <a:latin typeface="Arial"/>
                        </a:rPr>
                        <a:t>189 MB</a:t>
                      </a:r>
                    </a:p>
                  </a:txBody>
                  <a:tcPr anchor="ctr" marT="12700" marB="12700" marL="63500" marR="63500">
                    <a:solidFill>
                      <a:srgbClr val="FFFFFF"/>
                    </a:solidFill>
                  </a:tcPr>
                </a:tc>
              </a:tr>
              <a:tr h="205740">
                <a:tc>
                  <a:txBody>
                    <a:bodyPr wrap="square"/>
                    <a:lstStyle/>
                    <a:p>
                      <a:r>
                        <a:rPr sz="1000">
                          <a:solidFill>
                            <a:srgbClr val="262B2F"/>
                          </a:solidFill>
                          <a:latin typeface="Arial"/>
                        </a:rPr>
                        <a:t>corr=None, k=30</a:t>
                      </a:r>
                    </a:p>
                  </a:txBody>
                  <a:tcPr anchor="ctr" marT="12700" marB="12700" marL="63500" marR="63500">
                    <a:solidFill>
                      <a:srgbClr val="FFFFFF"/>
                    </a:solidFill>
                  </a:tcPr>
                </a:tc>
                <a:tc>
                  <a:txBody>
                    <a:bodyPr wrap="square"/>
                    <a:lstStyle/>
                    <a:p>
                      <a:r>
                        <a:rPr sz="1000">
                          <a:solidFill>
                            <a:srgbClr val="262B2F"/>
                          </a:solidFill>
                          <a:latin typeface="Arial"/>
                        </a:rPr>
                        <a:t>1003.6</a:t>
                      </a:r>
                    </a:p>
                  </a:txBody>
                  <a:tcPr anchor="ctr" marT="12700" marB="12700" marL="63500" marR="63500">
                    <a:solidFill>
                      <a:srgbClr val="FFFFFF"/>
                    </a:solidFill>
                  </a:tcPr>
                </a:tc>
                <a:tc>
                  <a:txBody>
                    <a:bodyPr wrap="square"/>
                    <a:lstStyle/>
                    <a:p>
                      <a:r>
                        <a:rPr sz="1000">
                          <a:solidFill>
                            <a:srgbClr val="262B2F"/>
                          </a:solidFill>
                          <a:latin typeface="Arial"/>
                        </a:rPr>
                        <a:t>21.1</a:t>
                      </a:r>
                    </a:p>
                  </a:txBody>
                  <a:tcPr anchor="ctr" marT="12700" marB="12700" marL="63500" marR="63500">
                    <a:solidFill>
                      <a:srgbClr val="FFFFFF"/>
                    </a:solidFill>
                  </a:tcPr>
                </a:tc>
                <a:tc>
                  <a:txBody>
                    <a:bodyPr wrap="square"/>
                    <a:lstStyle/>
                    <a:p>
                      <a:r>
                        <a:rPr sz="1000">
                          <a:solidFill>
                            <a:srgbClr val="262B2F"/>
                          </a:solidFill>
                          <a:latin typeface="Arial"/>
                        </a:rPr>
                        <a:t>47.7×</a:t>
                      </a:r>
                    </a:p>
                  </a:txBody>
                  <a:tcPr anchor="ctr" marT="12700" marB="12700" marL="63500" marR="63500">
                    <a:solidFill>
                      <a:srgbClr val="FFFFFF"/>
                    </a:solidFill>
                  </a:tcPr>
                </a:tc>
                <a:tc>
                  <a:txBody>
                    <a:bodyPr wrap="square"/>
                    <a:lstStyle/>
                    <a:p>
                      <a:r>
                        <a:rPr sz="1000">
                          <a:solidFill>
                            <a:srgbClr val="262B2F"/>
                          </a:solidFill>
                          <a:latin typeface="Arial"/>
                        </a:rPr>
                        <a:t>177 MB</a:t>
                      </a:r>
                    </a:p>
                  </a:txBody>
                  <a:tcPr anchor="ctr" marT="12700" marB="12700" marL="63500" marR="63500">
                    <a:solidFill>
                      <a:srgbClr val="FFFFFF"/>
                    </a:solidFill>
                  </a:tcPr>
                </a:tc>
              </a:tr>
              <a:tr h="205740">
                <a:tc>
                  <a:txBody>
                    <a:bodyPr wrap="square"/>
                    <a:lstStyle/>
                    <a:p>
                      <a:r>
                        <a:rPr sz="1000">
                          <a:solidFill>
                            <a:srgbClr val="262B2F"/>
                          </a:solidFill>
                          <a:latin typeface="Arial"/>
                        </a:rPr>
                        <a:t>corr=None, k=50</a:t>
                      </a:r>
                    </a:p>
                  </a:txBody>
                  <a:tcPr anchor="ctr" marT="12700" marB="12700" marL="63500" marR="63500">
                    <a:solidFill>
                      <a:srgbClr val="FFFFFF"/>
                    </a:solidFill>
                  </a:tcPr>
                </a:tc>
                <a:tc>
                  <a:txBody>
                    <a:bodyPr wrap="square"/>
                    <a:lstStyle/>
                    <a:p>
                      <a:r>
                        <a:rPr sz="1000">
                          <a:solidFill>
                            <a:srgbClr val="262B2F"/>
                          </a:solidFill>
                          <a:latin typeface="Arial"/>
                        </a:rPr>
                        <a:t>1385.9</a:t>
                      </a:r>
                    </a:p>
                  </a:txBody>
                  <a:tcPr anchor="ctr" marT="12700" marB="12700" marL="63500" marR="63500">
                    <a:solidFill>
                      <a:srgbClr val="FFFFFF"/>
                    </a:solidFill>
                  </a:tcPr>
                </a:tc>
                <a:tc>
                  <a:txBody>
                    <a:bodyPr wrap="square"/>
                    <a:lstStyle/>
                    <a:p>
                      <a:r>
                        <a:rPr sz="1000">
                          <a:solidFill>
                            <a:srgbClr val="262B2F"/>
                          </a:solidFill>
                          <a:latin typeface="Arial"/>
                        </a:rPr>
                        <a:t>21.2</a:t>
                      </a:r>
                    </a:p>
                  </a:txBody>
                  <a:tcPr anchor="ctr" marT="12700" marB="12700" marL="63500" marR="63500">
                    <a:solidFill>
                      <a:srgbClr val="FFFFFF"/>
                    </a:solidFill>
                  </a:tcPr>
                </a:tc>
                <a:tc>
                  <a:txBody>
                    <a:bodyPr wrap="square"/>
                    <a:lstStyle/>
                    <a:p>
                      <a:r>
                        <a:rPr sz="1000">
                          <a:solidFill>
                            <a:srgbClr val="262B2F"/>
                          </a:solidFill>
                          <a:latin typeface="Arial"/>
                        </a:rPr>
                        <a:t>65.3×</a:t>
                      </a:r>
                    </a:p>
                  </a:txBody>
                  <a:tcPr anchor="ctr" marT="12700" marB="12700" marL="63500" marR="63500">
                    <a:solidFill>
                      <a:srgbClr val="FFFFFF"/>
                    </a:solidFill>
                  </a:tcPr>
                </a:tc>
                <a:tc>
                  <a:txBody>
                    <a:bodyPr wrap="square"/>
                    <a:lstStyle/>
                    <a:p>
                      <a:r>
                        <a:rPr sz="1000">
                          <a:solidFill>
                            <a:srgbClr val="262B2F"/>
                          </a:solidFill>
                          <a:latin typeface="Arial"/>
                        </a:rPr>
                        <a:t>178 MB</a:t>
                      </a:r>
                    </a:p>
                  </a:txBody>
                  <a:tcPr anchor="ctr" marT="12700" marB="12700" marL="63500" marR="63500">
                    <a:solidFill>
                      <a:srgbClr val="FFFFFF"/>
                    </a:solidFill>
                  </a:tcPr>
                </a:tc>
              </a:tr>
              <a:tr h="205740">
                <a:tc>
                  <a:txBody>
                    <a:bodyPr wrap="square"/>
                    <a:lstStyle/>
                    <a:p>
                      <a:r>
                        <a:rPr sz="1000" b="1">
                          <a:solidFill>
                            <a:srgbClr val="262B2F"/>
                          </a:solidFill>
                          <a:latin typeface="Arial"/>
                        </a:rPr>
                        <a:t>corr=None, k=None</a:t>
                      </a:r>
                    </a:p>
                  </a:txBody>
                  <a:tcPr anchor="ctr" marT="12700" marB="12700" marL="63500" marR="63500">
                    <a:solidFill>
                      <a:srgbClr val="FFE3C1"/>
                    </a:solidFill>
                  </a:tcPr>
                </a:tc>
                <a:tc>
                  <a:txBody>
                    <a:bodyPr wrap="square"/>
                    <a:lstStyle/>
                    <a:p>
                      <a:r>
                        <a:rPr sz="1000" b="1">
                          <a:solidFill>
                            <a:srgbClr val="262B2F"/>
                          </a:solidFill>
                          <a:latin typeface="Arial"/>
                        </a:rPr>
                        <a:t>3816.1</a:t>
                      </a:r>
                    </a:p>
                  </a:txBody>
                  <a:tcPr anchor="ctr" marT="12700" marB="12700" marL="63500" marR="63500">
                    <a:solidFill>
                      <a:srgbClr val="FFE3C1"/>
                    </a:solidFill>
                  </a:tcPr>
                </a:tc>
                <a:tc>
                  <a:txBody>
                    <a:bodyPr wrap="square"/>
                    <a:lstStyle/>
                    <a:p>
                      <a:r>
                        <a:rPr sz="1000" b="1">
                          <a:solidFill>
                            <a:srgbClr val="262B2F"/>
                          </a:solidFill>
                          <a:latin typeface="Arial"/>
                        </a:rPr>
                        <a:t>18.9</a:t>
                      </a:r>
                    </a:p>
                  </a:txBody>
                  <a:tcPr anchor="ctr" marT="12700" marB="12700" marL="63500" marR="63500">
                    <a:solidFill>
                      <a:srgbClr val="FFE3C1"/>
                    </a:solidFill>
                  </a:tcPr>
                </a:tc>
                <a:tc>
                  <a:txBody>
                    <a:bodyPr wrap="square"/>
                    <a:lstStyle/>
                    <a:p>
                      <a:r>
                        <a:rPr sz="1000" b="1">
                          <a:solidFill>
                            <a:srgbClr val="262B2F"/>
                          </a:solidFill>
                          <a:latin typeface="Arial"/>
                        </a:rPr>
                        <a:t>202×</a:t>
                      </a:r>
                    </a:p>
                  </a:txBody>
                  <a:tcPr anchor="ctr" marT="12700" marB="12700" marL="63500" marR="63500">
                    <a:solidFill>
                      <a:srgbClr val="FFE3C1"/>
                    </a:solidFill>
                  </a:tcPr>
                </a:tc>
                <a:tc>
                  <a:txBody>
                    <a:bodyPr wrap="square"/>
                    <a:lstStyle/>
                    <a:p>
                      <a:r>
                        <a:rPr sz="1000" b="1">
                          <a:solidFill>
                            <a:srgbClr val="262B2F"/>
                          </a:solidFill>
                          <a:latin typeface="Arial"/>
                        </a:rPr>
                        <a:t>188 MB</a:t>
                      </a:r>
                    </a:p>
                  </a:txBody>
                  <a:tcPr anchor="ctr" marT="12700" marB="12700" marL="63500" marR="63500">
                    <a:solidFill>
                      <a:srgbClr val="FFE3C1"/>
                    </a:solidFill>
                  </a:tcPr>
                </a:tc>
              </a:tr>
            </a:tbl>
          </a:graphicData>
        </a:graphic>
      </p:graphicFrame>
      <p:sp>
        <p:nvSpPr>
          <p:cNvPr id="5" name="TextBox 4"/>
          <p:cNvSpPr txBox="1"/>
          <p:nvPr/>
        </p:nvSpPr>
        <p:spPr>
          <a:xfrm>
            <a:off x="822960" y="3886200"/>
            <a:ext cx="10515600" cy="274320"/>
          </a:xfrm>
          <a:prstGeom prst="rect">
            <a:avLst/>
          </a:prstGeom>
          <a:noFill/>
        </p:spPr>
        <p:txBody>
          <a:bodyPr wrap="none">
            <a:spAutoFit/>
          </a:bodyPr>
          <a:lstStyle/>
          <a:p>
            <a:r>
              <a:rPr sz="1400" b="1">
                <a:solidFill>
                  <a:srgbClr val="FF9E1B"/>
                </a:solidFill>
              </a:rPr>
              <a:t>Random Forest — median 11.6×, ~18.5 GB  (borderline viable)</a:t>
            </a:r>
          </a:p>
        </p:txBody>
      </p:sp>
      <p:graphicFrame>
        <p:nvGraphicFramePr>
          <p:cNvPr id="6" name="Table 5"/>
          <p:cNvGraphicFramePr>
            <a:graphicFrameLocks noGrp="1"/>
          </p:cNvGraphicFramePr>
          <p:nvPr/>
        </p:nvGraphicFramePr>
        <p:xfrm>
          <a:off x="822960" y="4178808"/>
          <a:ext cx="10515600" cy="2057400"/>
        </p:xfrm>
        <a:graphic>
          <a:graphicData uri="http://schemas.openxmlformats.org/drawingml/2006/table">
            <a:tbl>
              <a:tblPr firstRow="1" bandRow="1">
                <a:tableStyleId>{5C22544A-7EE6-4342-B048-85BDC9FD1C3A}</a:tableStyleId>
              </a:tblPr>
              <a:tblGrid>
                <a:gridCol w="3383280"/>
                <a:gridCol w="1783080"/>
                <a:gridCol w="1783080"/>
                <a:gridCol w="1783080"/>
                <a:gridCol w="1783080"/>
              </a:tblGrid>
              <a:tr h="205740">
                <a:tc>
                  <a:txBody>
                    <a:bodyPr wrap="square"/>
                    <a:lstStyle/>
                    <a:p>
                      <a:r>
                        <a:rPr sz="1000" b="1">
                          <a:solidFill>
                            <a:srgbClr val="FFFFFF"/>
                          </a:solidFill>
                          <a:latin typeface="Arial"/>
                        </a:rPr>
                        <a:t>Config</a:t>
                      </a:r>
                    </a:p>
                  </a:txBody>
                  <a:tcPr anchor="ctr" marT="12700" marB="12700" marL="63500" marR="63500">
                    <a:solidFill>
                      <a:srgbClr val="FF9E1B"/>
                    </a:solidFill>
                  </a:tcPr>
                </a:tc>
                <a:tc>
                  <a:txBody>
                    <a:bodyPr wrap="square"/>
                    <a:lstStyle/>
                    <a:p>
                      <a:r>
                        <a:rPr sz="1000" b="1">
                          <a:solidFill>
                            <a:srgbClr val="FFFFFF"/>
                          </a:solidFill>
                          <a:latin typeface="Arial"/>
                        </a:rPr>
                        <a:t>Cold (s)</a:t>
                      </a:r>
                    </a:p>
                  </a:txBody>
                  <a:tcPr anchor="ctr" marT="12700" marB="12700" marL="63500" marR="63500">
                    <a:solidFill>
                      <a:srgbClr val="FF9E1B"/>
                    </a:solidFill>
                  </a:tcPr>
                </a:tc>
                <a:tc>
                  <a:txBody>
                    <a:bodyPr wrap="square"/>
                    <a:lstStyle/>
                    <a:p>
                      <a:r>
                        <a:rPr sz="1000" b="1">
                          <a:solidFill>
                            <a:srgbClr val="FFFFFF"/>
                          </a:solidFill>
                          <a:latin typeface="Arial"/>
                        </a:rPr>
                        <a:t>Warm (s)</a:t>
                      </a:r>
                    </a:p>
                  </a:txBody>
                  <a:tcPr anchor="ctr" marT="12700" marB="12700" marL="63500" marR="63500">
                    <a:solidFill>
                      <a:srgbClr val="FF9E1B"/>
                    </a:solidFill>
                  </a:tcPr>
                </a:tc>
                <a:tc>
                  <a:txBody>
                    <a:bodyPr wrap="square"/>
                    <a:lstStyle/>
                    <a:p>
                      <a:r>
                        <a:rPr sz="1000" b="1">
                          <a:solidFill>
                            <a:srgbClr val="FFFFFF"/>
                          </a:solidFill>
                          <a:latin typeface="Arial"/>
                        </a:rPr>
                        <a:t>Speedup</a:t>
                      </a:r>
                    </a:p>
                  </a:txBody>
                  <a:tcPr anchor="ctr" marT="12700" marB="12700" marL="63500" marR="63500">
                    <a:solidFill>
                      <a:srgbClr val="FF9E1B"/>
                    </a:solidFill>
                  </a:tcPr>
                </a:tc>
                <a:tc>
                  <a:txBody>
                    <a:bodyPr wrap="square"/>
                    <a:lstStyle/>
                    <a:p>
                      <a:r>
                        <a:rPr sz="1000" b="1">
                          <a:solidFill>
                            <a:srgbClr val="FFFFFF"/>
                          </a:solidFill>
                          <a:latin typeface="Arial"/>
                        </a:rPr>
                        <a:t>Cache</a:t>
                      </a:r>
                    </a:p>
                  </a:txBody>
                  <a:tcPr anchor="ctr" marT="12700" marB="12700" marL="63500" marR="63500">
                    <a:solidFill>
                      <a:srgbClr val="FF9E1B"/>
                    </a:solidFill>
                  </a:tcPr>
                </a:tc>
              </a:tr>
              <a:tr h="205740">
                <a:tc>
                  <a:txBody>
                    <a:bodyPr wrap="square"/>
                    <a:lstStyle/>
                    <a:p>
                      <a:r>
                        <a:rPr sz="1000">
                          <a:solidFill>
                            <a:srgbClr val="262B2F"/>
                          </a:solidFill>
                          <a:latin typeface="Arial"/>
                        </a:rPr>
                        <a:t>corr=0.75, k=30</a:t>
                      </a:r>
                    </a:p>
                  </a:txBody>
                  <a:tcPr anchor="ctr" marT="12700" marB="12700" marL="63500" marR="63500">
                    <a:solidFill>
                      <a:srgbClr val="FFFFFF"/>
                    </a:solidFill>
                  </a:tcPr>
                </a:tc>
                <a:tc>
                  <a:txBody>
                    <a:bodyPr wrap="square"/>
                    <a:lstStyle/>
                    <a:p>
                      <a:r>
                        <a:rPr sz="1000">
                          <a:solidFill>
                            <a:srgbClr val="262B2F"/>
                          </a:solidFill>
                          <a:latin typeface="Arial"/>
                        </a:rPr>
                        <a:t>4341.3</a:t>
                      </a:r>
                    </a:p>
                  </a:txBody>
                  <a:tcPr anchor="ctr" marT="12700" marB="12700" marL="63500" marR="63500">
                    <a:solidFill>
                      <a:srgbClr val="FFFFFF"/>
                    </a:solidFill>
                  </a:tcPr>
                </a:tc>
                <a:tc>
                  <a:txBody>
                    <a:bodyPr wrap="square"/>
                    <a:lstStyle/>
                    <a:p>
                      <a:r>
                        <a:rPr sz="1000">
                          <a:solidFill>
                            <a:srgbClr val="262B2F"/>
                          </a:solidFill>
                          <a:latin typeface="Arial"/>
                        </a:rPr>
                        <a:t>391.8</a:t>
                      </a:r>
                    </a:p>
                  </a:txBody>
                  <a:tcPr anchor="ctr" marT="12700" marB="12700" marL="63500" marR="63500">
                    <a:solidFill>
                      <a:srgbClr val="FFFFFF"/>
                    </a:solidFill>
                  </a:tcPr>
                </a:tc>
                <a:tc>
                  <a:txBody>
                    <a:bodyPr wrap="square"/>
                    <a:lstStyle/>
                    <a:p>
                      <a:r>
                        <a:rPr sz="1000">
                          <a:solidFill>
                            <a:srgbClr val="262B2F"/>
                          </a:solidFill>
                          <a:latin typeface="Arial"/>
                        </a:rPr>
                        <a:t>11.1×</a:t>
                      </a:r>
                    </a:p>
                  </a:txBody>
                  <a:tcPr anchor="ctr" marT="12700" marB="12700" marL="63500" marR="63500">
                    <a:solidFill>
                      <a:srgbClr val="FFFFFF"/>
                    </a:solidFill>
                  </a:tcPr>
                </a:tc>
                <a:tc>
                  <a:txBody>
                    <a:bodyPr wrap="square"/>
                    <a:lstStyle/>
                    <a:p>
                      <a:r>
                        <a:rPr sz="1000">
                          <a:solidFill>
                            <a:srgbClr val="262B2F"/>
                          </a:solidFill>
                          <a:latin typeface="Arial"/>
                        </a:rPr>
                        <a:t>19.2 GB</a:t>
                      </a:r>
                    </a:p>
                  </a:txBody>
                  <a:tcPr anchor="ctr" marT="12700" marB="12700" marL="63500" marR="63500">
                    <a:solidFill>
                      <a:srgbClr val="FFFFFF"/>
                    </a:solidFill>
                  </a:tcPr>
                </a:tc>
              </a:tr>
              <a:tr h="205740">
                <a:tc>
                  <a:txBody>
                    <a:bodyPr wrap="square"/>
                    <a:lstStyle/>
                    <a:p>
                      <a:r>
                        <a:rPr sz="1000">
                          <a:solidFill>
                            <a:srgbClr val="262B2F"/>
                          </a:solidFill>
                          <a:latin typeface="Arial"/>
                        </a:rPr>
                        <a:t>corr=0.75, k=50</a:t>
                      </a:r>
                    </a:p>
                  </a:txBody>
                  <a:tcPr anchor="ctr" marT="12700" marB="12700" marL="63500" marR="63500">
                    <a:solidFill>
                      <a:srgbClr val="FFFFFF"/>
                    </a:solidFill>
                  </a:tcPr>
                </a:tc>
                <a:tc>
                  <a:txBody>
                    <a:bodyPr wrap="square"/>
                    <a:lstStyle/>
                    <a:p>
                      <a:r>
                        <a:rPr sz="1000">
                          <a:solidFill>
                            <a:srgbClr val="262B2F"/>
                          </a:solidFill>
                          <a:latin typeface="Arial"/>
                        </a:rPr>
                        <a:t>4638.0</a:t>
                      </a:r>
                    </a:p>
                  </a:txBody>
                  <a:tcPr anchor="ctr" marT="12700" marB="12700" marL="63500" marR="63500">
                    <a:solidFill>
                      <a:srgbClr val="FFFFFF"/>
                    </a:solidFill>
                  </a:tcPr>
                </a:tc>
                <a:tc>
                  <a:txBody>
                    <a:bodyPr wrap="square"/>
                    <a:lstStyle/>
                    <a:p>
                      <a:r>
                        <a:rPr sz="1000">
                          <a:solidFill>
                            <a:srgbClr val="262B2F"/>
                          </a:solidFill>
                          <a:latin typeface="Arial"/>
                        </a:rPr>
                        <a:t>402.8</a:t>
                      </a:r>
                    </a:p>
                  </a:txBody>
                  <a:tcPr anchor="ctr" marT="12700" marB="12700" marL="63500" marR="63500">
                    <a:solidFill>
                      <a:srgbClr val="FFFFFF"/>
                    </a:solidFill>
                  </a:tcPr>
                </a:tc>
                <a:tc>
                  <a:txBody>
                    <a:bodyPr wrap="square"/>
                    <a:lstStyle/>
                    <a:p>
                      <a:r>
                        <a:rPr sz="1000">
                          <a:solidFill>
                            <a:srgbClr val="262B2F"/>
                          </a:solidFill>
                          <a:latin typeface="Arial"/>
                        </a:rPr>
                        <a:t>11.5×</a:t>
                      </a:r>
                    </a:p>
                  </a:txBody>
                  <a:tcPr anchor="ctr" marT="12700" marB="12700" marL="63500" marR="63500">
                    <a:solidFill>
                      <a:srgbClr val="FFFFFF"/>
                    </a:solidFill>
                  </a:tcPr>
                </a:tc>
                <a:tc>
                  <a:txBody>
                    <a:bodyPr wrap="square"/>
                    <a:lstStyle/>
                    <a:p>
                      <a:r>
                        <a:rPr sz="1000">
                          <a:solidFill>
                            <a:srgbClr val="262B2F"/>
                          </a:solidFill>
                          <a:latin typeface="Arial"/>
                        </a:rPr>
                        <a:t>19.9 GB</a:t>
                      </a:r>
                    </a:p>
                  </a:txBody>
                  <a:tcPr anchor="ctr" marT="12700" marB="12700" marL="63500" marR="63500">
                    <a:solidFill>
                      <a:srgbClr val="FFFFFF"/>
                    </a:solidFill>
                  </a:tcPr>
                </a:tc>
              </a:tr>
              <a:tr h="205740">
                <a:tc>
                  <a:txBody>
                    <a:bodyPr wrap="square"/>
                    <a:lstStyle/>
                    <a:p>
                      <a:r>
                        <a:rPr sz="1000">
                          <a:solidFill>
                            <a:srgbClr val="262B2F"/>
                          </a:solidFill>
                          <a:latin typeface="Arial"/>
                        </a:rPr>
                        <a:t>corr=0.75, k=None</a:t>
                      </a:r>
                    </a:p>
                  </a:txBody>
                  <a:tcPr anchor="ctr" marT="12700" marB="12700" marL="63500" marR="63500">
                    <a:solidFill>
                      <a:srgbClr val="FFFFFF"/>
                    </a:solidFill>
                  </a:tcPr>
                </a:tc>
                <a:tc>
                  <a:txBody>
                    <a:bodyPr wrap="square"/>
                    <a:lstStyle/>
                    <a:p>
                      <a:r>
                        <a:rPr sz="1000">
                          <a:solidFill>
                            <a:srgbClr val="262B2F"/>
                          </a:solidFill>
                          <a:latin typeface="Arial"/>
                        </a:rPr>
                        <a:t>4648.3</a:t>
                      </a:r>
                    </a:p>
                  </a:txBody>
                  <a:tcPr anchor="ctr" marT="12700" marB="12700" marL="63500" marR="63500">
                    <a:solidFill>
                      <a:srgbClr val="FFFFFF"/>
                    </a:solidFill>
                  </a:tcPr>
                </a:tc>
                <a:tc>
                  <a:txBody>
                    <a:bodyPr wrap="square"/>
                    <a:lstStyle/>
                    <a:p>
                      <a:r>
                        <a:rPr sz="1000">
                          <a:solidFill>
                            <a:srgbClr val="262B2F"/>
                          </a:solidFill>
                          <a:latin typeface="Arial"/>
                        </a:rPr>
                        <a:t>401.3</a:t>
                      </a:r>
                    </a:p>
                  </a:txBody>
                  <a:tcPr anchor="ctr" marT="12700" marB="12700" marL="63500" marR="63500">
                    <a:solidFill>
                      <a:srgbClr val="FFFFFF"/>
                    </a:solidFill>
                  </a:tcPr>
                </a:tc>
                <a:tc>
                  <a:txBody>
                    <a:bodyPr wrap="square"/>
                    <a:lstStyle/>
                    <a:p>
                      <a:r>
                        <a:rPr sz="1000">
                          <a:solidFill>
                            <a:srgbClr val="262B2F"/>
                          </a:solidFill>
                          <a:latin typeface="Arial"/>
                        </a:rPr>
                        <a:t>11.6×</a:t>
                      </a:r>
                    </a:p>
                  </a:txBody>
                  <a:tcPr anchor="ctr" marT="12700" marB="12700" marL="63500" marR="63500">
                    <a:solidFill>
                      <a:srgbClr val="FFFFFF"/>
                    </a:solidFill>
                  </a:tcPr>
                </a:tc>
                <a:tc>
                  <a:txBody>
                    <a:bodyPr wrap="square"/>
                    <a:lstStyle/>
                    <a:p>
                      <a:r>
                        <a:rPr sz="1000">
                          <a:solidFill>
                            <a:srgbClr val="262B2F"/>
                          </a:solidFill>
                          <a:latin typeface="Arial"/>
                        </a:rPr>
                        <a:t>19.9 GB</a:t>
                      </a:r>
                    </a:p>
                  </a:txBody>
                  <a:tcPr anchor="ctr" marT="12700" marB="12700" marL="63500" marR="63500">
                    <a:solidFill>
                      <a:srgbClr val="FFFFFF"/>
                    </a:solidFill>
                  </a:tcPr>
                </a:tc>
              </a:tr>
              <a:tr h="205740">
                <a:tc>
                  <a:txBody>
                    <a:bodyPr wrap="square"/>
                    <a:lstStyle/>
                    <a:p>
                      <a:r>
                        <a:rPr sz="1000">
                          <a:solidFill>
                            <a:srgbClr val="262B2F"/>
                          </a:solidFill>
                          <a:latin typeface="Arial"/>
                        </a:rPr>
                        <a:t>corr=0.90, k=30</a:t>
                      </a:r>
                    </a:p>
                  </a:txBody>
                  <a:tcPr anchor="ctr" marT="12700" marB="12700" marL="63500" marR="63500">
                    <a:solidFill>
                      <a:srgbClr val="FFFFFF"/>
                    </a:solidFill>
                  </a:tcPr>
                </a:tc>
                <a:tc>
                  <a:txBody>
                    <a:bodyPr wrap="square"/>
                    <a:lstStyle/>
                    <a:p>
                      <a:r>
                        <a:rPr sz="1000">
                          <a:solidFill>
                            <a:srgbClr val="262B2F"/>
                          </a:solidFill>
                          <a:latin typeface="Arial"/>
                        </a:rPr>
                        <a:t>4342.7</a:t>
                      </a:r>
                    </a:p>
                  </a:txBody>
                  <a:tcPr anchor="ctr" marT="12700" marB="12700" marL="63500" marR="63500">
                    <a:solidFill>
                      <a:srgbClr val="FFFFFF"/>
                    </a:solidFill>
                  </a:tcPr>
                </a:tc>
                <a:tc>
                  <a:txBody>
                    <a:bodyPr wrap="square"/>
                    <a:lstStyle/>
                    <a:p>
                      <a:r>
                        <a:rPr sz="1000">
                          <a:solidFill>
                            <a:srgbClr val="262B2F"/>
                          </a:solidFill>
                          <a:latin typeface="Arial"/>
                        </a:rPr>
                        <a:t>392.2</a:t>
                      </a:r>
                    </a:p>
                  </a:txBody>
                  <a:tcPr anchor="ctr" marT="12700" marB="12700" marL="63500" marR="63500">
                    <a:solidFill>
                      <a:srgbClr val="FFFFFF"/>
                    </a:solidFill>
                  </a:tcPr>
                </a:tc>
                <a:tc>
                  <a:txBody>
                    <a:bodyPr wrap="square"/>
                    <a:lstStyle/>
                    <a:p>
                      <a:r>
                        <a:rPr sz="1000">
                          <a:solidFill>
                            <a:srgbClr val="262B2F"/>
                          </a:solidFill>
                          <a:latin typeface="Arial"/>
                        </a:rPr>
                        <a:t>11.1×</a:t>
                      </a:r>
                    </a:p>
                  </a:txBody>
                  <a:tcPr anchor="ctr" marT="12700" marB="12700" marL="63500" marR="63500">
                    <a:solidFill>
                      <a:srgbClr val="FFFFFF"/>
                    </a:solidFill>
                  </a:tcPr>
                </a:tc>
                <a:tc>
                  <a:txBody>
                    <a:bodyPr wrap="square"/>
                    <a:lstStyle/>
                    <a:p>
                      <a:r>
                        <a:rPr sz="1000">
                          <a:solidFill>
                            <a:srgbClr val="262B2F"/>
                          </a:solidFill>
                          <a:latin typeface="Arial"/>
                        </a:rPr>
                        <a:t>19.1 GB</a:t>
                      </a:r>
                    </a:p>
                  </a:txBody>
                  <a:tcPr anchor="ctr" marT="12700" marB="12700" marL="63500" marR="63500">
                    <a:solidFill>
                      <a:srgbClr val="FFFFFF"/>
                    </a:solidFill>
                  </a:tcPr>
                </a:tc>
              </a:tr>
              <a:tr h="205740">
                <a:tc>
                  <a:txBody>
                    <a:bodyPr wrap="square"/>
                    <a:lstStyle/>
                    <a:p>
                      <a:r>
                        <a:rPr sz="1000">
                          <a:solidFill>
                            <a:srgbClr val="262B2F"/>
                          </a:solidFill>
                          <a:latin typeface="Arial"/>
                        </a:rPr>
                        <a:t>corr=0.90, k=50</a:t>
                      </a:r>
                    </a:p>
                  </a:txBody>
                  <a:tcPr anchor="ctr" marT="12700" marB="12700" marL="63500" marR="63500">
                    <a:solidFill>
                      <a:srgbClr val="FFFFFF"/>
                    </a:solidFill>
                  </a:tcPr>
                </a:tc>
                <a:tc>
                  <a:txBody>
                    <a:bodyPr wrap="square"/>
                    <a:lstStyle/>
                    <a:p>
                      <a:r>
                        <a:rPr sz="1000">
                          <a:solidFill>
                            <a:srgbClr val="262B2F"/>
                          </a:solidFill>
                          <a:latin typeface="Arial"/>
                        </a:rPr>
                        <a:t>5794.2</a:t>
                      </a:r>
                    </a:p>
                  </a:txBody>
                  <a:tcPr anchor="ctr" marT="12700" marB="12700" marL="63500" marR="63500">
                    <a:solidFill>
                      <a:srgbClr val="FFFFFF"/>
                    </a:solidFill>
                  </a:tcPr>
                </a:tc>
                <a:tc>
                  <a:txBody>
                    <a:bodyPr wrap="square"/>
                    <a:lstStyle/>
                    <a:p>
                      <a:r>
                        <a:rPr sz="1000">
                          <a:solidFill>
                            <a:srgbClr val="262B2F"/>
                          </a:solidFill>
                          <a:latin typeface="Arial"/>
                        </a:rPr>
                        <a:t>375.3</a:t>
                      </a:r>
                    </a:p>
                  </a:txBody>
                  <a:tcPr anchor="ctr" marT="12700" marB="12700" marL="63500" marR="63500">
                    <a:solidFill>
                      <a:srgbClr val="FFFFFF"/>
                    </a:solidFill>
                  </a:tcPr>
                </a:tc>
                <a:tc>
                  <a:txBody>
                    <a:bodyPr wrap="square"/>
                    <a:lstStyle/>
                    <a:p>
                      <a:r>
                        <a:rPr sz="1000">
                          <a:solidFill>
                            <a:srgbClr val="262B2F"/>
                          </a:solidFill>
                          <a:latin typeface="Arial"/>
                        </a:rPr>
                        <a:t>15.4×</a:t>
                      </a:r>
                    </a:p>
                  </a:txBody>
                  <a:tcPr anchor="ctr" marT="12700" marB="12700" marL="63500" marR="63500">
                    <a:solidFill>
                      <a:srgbClr val="FFFFFF"/>
                    </a:solidFill>
                  </a:tcPr>
                </a:tc>
                <a:tc>
                  <a:txBody>
                    <a:bodyPr wrap="square"/>
                    <a:lstStyle/>
                    <a:p>
                      <a:r>
                        <a:rPr sz="1000">
                          <a:solidFill>
                            <a:srgbClr val="262B2F"/>
                          </a:solidFill>
                          <a:latin typeface="Arial"/>
                        </a:rPr>
                        <a:t>17.0 GB</a:t>
                      </a:r>
                    </a:p>
                  </a:txBody>
                  <a:tcPr anchor="ctr" marT="12700" marB="12700" marL="63500" marR="63500">
                    <a:solidFill>
                      <a:srgbClr val="FFFFFF"/>
                    </a:solidFill>
                  </a:tcPr>
                </a:tc>
              </a:tr>
              <a:tr h="205740">
                <a:tc>
                  <a:txBody>
                    <a:bodyPr wrap="square"/>
                    <a:lstStyle/>
                    <a:p>
                      <a:r>
                        <a:rPr sz="1000">
                          <a:solidFill>
                            <a:srgbClr val="262B2F"/>
                          </a:solidFill>
                          <a:latin typeface="Arial"/>
                        </a:rPr>
                        <a:t>corr=0.90, k=None</a:t>
                      </a:r>
                    </a:p>
                  </a:txBody>
                  <a:tcPr anchor="ctr" marT="12700" marB="12700" marL="63500" marR="63500">
                    <a:solidFill>
                      <a:srgbClr val="FFFFFF"/>
                    </a:solidFill>
                  </a:tcPr>
                </a:tc>
                <a:tc>
                  <a:txBody>
                    <a:bodyPr wrap="square"/>
                    <a:lstStyle/>
                    <a:p>
                      <a:r>
                        <a:rPr sz="1000">
                          <a:solidFill>
                            <a:srgbClr val="262B2F"/>
                          </a:solidFill>
                          <a:latin typeface="Arial"/>
                        </a:rPr>
                        <a:t>6315.9</a:t>
                      </a:r>
                    </a:p>
                  </a:txBody>
                  <a:tcPr anchor="ctr" marT="12700" marB="12700" marL="63500" marR="63500">
                    <a:solidFill>
                      <a:srgbClr val="FFFFFF"/>
                    </a:solidFill>
                  </a:tcPr>
                </a:tc>
                <a:tc>
                  <a:txBody>
                    <a:bodyPr wrap="square"/>
                    <a:lstStyle/>
                    <a:p>
                      <a:r>
                        <a:rPr sz="1000">
                          <a:solidFill>
                            <a:srgbClr val="262B2F"/>
                          </a:solidFill>
                          <a:latin typeface="Arial"/>
                        </a:rPr>
                        <a:t>359.0</a:t>
                      </a:r>
                    </a:p>
                  </a:txBody>
                  <a:tcPr anchor="ctr" marT="12700" marB="12700" marL="63500" marR="63500">
                    <a:solidFill>
                      <a:srgbClr val="FFFFFF"/>
                    </a:solidFill>
                  </a:tcPr>
                </a:tc>
                <a:tc>
                  <a:txBody>
                    <a:bodyPr wrap="square"/>
                    <a:lstStyle/>
                    <a:p>
                      <a:r>
                        <a:rPr sz="1000">
                          <a:solidFill>
                            <a:srgbClr val="262B2F"/>
                          </a:solidFill>
                          <a:latin typeface="Arial"/>
                        </a:rPr>
                        <a:t>17.6×</a:t>
                      </a:r>
                    </a:p>
                  </a:txBody>
                  <a:tcPr anchor="ctr" marT="12700" marB="12700" marL="63500" marR="63500">
                    <a:solidFill>
                      <a:srgbClr val="FFFFFF"/>
                    </a:solidFill>
                  </a:tcPr>
                </a:tc>
                <a:tc>
                  <a:txBody>
                    <a:bodyPr wrap="square"/>
                    <a:lstStyle/>
                    <a:p>
                      <a:r>
                        <a:rPr sz="1000">
                          <a:solidFill>
                            <a:srgbClr val="262B2F"/>
                          </a:solidFill>
                          <a:latin typeface="Arial"/>
                        </a:rPr>
                        <a:t>17.4 GB</a:t>
                      </a:r>
                    </a:p>
                  </a:txBody>
                  <a:tcPr anchor="ctr" marT="12700" marB="12700" marL="63500" marR="63500">
                    <a:solidFill>
                      <a:srgbClr val="FFFFFF"/>
                    </a:solidFill>
                  </a:tcPr>
                </a:tc>
              </a:tr>
              <a:tr h="205740">
                <a:tc>
                  <a:txBody>
                    <a:bodyPr wrap="square"/>
                    <a:lstStyle/>
                    <a:p>
                      <a:r>
                        <a:rPr sz="1000">
                          <a:solidFill>
                            <a:srgbClr val="262B2F"/>
                          </a:solidFill>
                          <a:latin typeface="Arial"/>
                        </a:rPr>
                        <a:t>corr=None, k=30</a:t>
                      </a:r>
                    </a:p>
                  </a:txBody>
                  <a:tcPr anchor="ctr" marT="12700" marB="12700" marL="63500" marR="63500">
                    <a:solidFill>
                      <a:srgbClr val="FFFFFF"/>
                    </a:solidFill>
                  </a:tcPr>
                </a:tc>
                <a:tc>
                  <a:txBody>
                    <a:bodyPr wrap="square"/>
                    <a:lstStyle/>
                    <a:p>
                      <a:r>
                        <a:rPr sz="1000">
                          <a:solidFill>
                            <a:srgbClr val="262B2F"/>
                          </a:solidFill>
                          <a:latin typeface="Arial"/>
                        </a:rPr>
                        <a:t>4567.2</a:t>
                      </a:r>
                    </a:p>
                  </a:txBody>
                  <a:tcPr anchor="ctr" marT="12700" marB="12700" marL="63500" marR="63500">
                    <a:solidFill>
                      <a:srgbClr val="FFFFFF"/>
                    </a:solidFill>
                  </a:tcPr>
                </a:tc>
                <a:tc>
                  <a:txBody>
                    <a:bodyPr wrap="square"/>
                    <a:lstStyle/>
                    <a:p>
                      <a:r>
                        <a:rPr sz="1000">
                          <a:solidFill>
                            <a:srgbClr val="262B2F"/>
                          </a:solidFill>
                          <a:latin typeface="Arial"/>
                        </a:rPr>
                        <a:t>415.6</a:t>
                      </a:r>
                    </a:p>
                  </a:txBody>
                  <a:tcPr anchor="ctr" marT="12700" marB="12700" marL="63500" marR="63500">
                    <a:solidFill>
                      <a:srgbClr val="FFFFFF"/>
                    </a:solidFill>
                  </a:tcPr>
                </a:tc>
                <a:tc>
                  <a:txBody>
                    <a:bodyPr wrap="square"/>
                    <a:lstStyle/>
                    <a:p>
                      <a:r>
                        <a:rPr sz="1000">
                          <a:solidFill>
                            <a:srgbClr val="262B2F"/>
                          </a:solidFill>
                          <a:latin typeface="Arial"/>
                        </a:rPr>
                        <a:t>11.0×</a:t>
                      </a:r>
                    </a:p>
                  </a:txBody>
                  <a:tcPr anchor="ctr" marT="12700" marB="12700" marL="63500" marR="63500">
                    <a:solidFill>
                      <a:srgbClr val="FFFFFF"/>
                    </a:solidFill>
                  </a:tcPr>
                </a:tc>
                <a:tc>
                  <a:txBody>
                    <a:bodyPr wrap="square"/>
                    <a:lstStyle/>
                    <a:p>
                      <a:r>
                        <a:rPr sz="1000">
                          <a:solidFill>
                            <a:srgbClr val="262B2F"/>
                          </a:solidFill>
                          <a:latin typeface="Arial"/>
                        </a:rPr>
                        <a:t>20.4 GB</a:t>
                      </a:r>
                    </a:p>
                  </a:txBody>
                  <a:tcPr anchor="ctr" marT="12700" marB="12700" marL="63500" marR="63500">
                    <a:solidFill>
                      <a:srgbClr val="FFFFFF"/>
                    </a:solidFill>
                  </a:tcPr>
                </a:tc>
              </a:tr>
              <a:tr h="205740">
                <a:tc>
                  <a:txBody>
                    <a:bodyPr wrap="square"/>
                    <a:lstStyle/>
                    <a:p>
                      <a:r>
                        <a:rPr sz="1000">
                          <a:solidFill>
                            <a:srgbClr val="262B2F"/>
                          </a:solidFill>
                          <a:latin typeface="Arial"/>
                        </a:rPr>
                        <a:t>corr=None, k=50</a:t>
                      </a:r>
                    </a:p>
                  </a:txBody>
                  <a:tcPr anchor="ctr" marT="12700" marB="12700" marL="63500" marR="63500">
                    <a:solidFill>
                      <a:srgbClr val="FFFFFF"/>
                    </a:solidFill>
                  </a:tcPr>
                </a:tc>
                <a:tc>
                  <a:txBody>
                    <a:bodyPr wrap="square"/>
                    <a:lstStyle/>
                    <a:p>
                      <a:r>
                        <a:rPr sz="1000">
                          <a:solidFill>
                            <a:srgbClr val="262B2F"/>
                          </a:solidFill>
                          <a:latin typeface="Arial"/>
                        </a:rPr>
                        <a:t>5602.4</a:t>
                      </a:r>
                    </a:p>
                  </a:txBody>
                  <a:tcPr anchor="ctr" marT="12700" marB="12700" marL="63500" marR="63500">
                    <a:solidFill>
                      <a:srgbClr val="FFFFFF"/>
                    </a:solidFill>
                  </a:tcPr>
                </a:tc>
                <a:tc>
                  <a:txBody>
                    <a:bodyPr wrap="square"/>
                    <a:lstStyle/>
                    <a:p>
                      <a:r>
                        <a:rPr sz="1000">
                          <a:solidFill>
                            <a:srgbClr val="262B2F"/>
                          </a:solidFill>
                          <a:latin typeface="Arial"/>
                        </a:rPr>
                        <a:t>356.7</a:t>
                      </a:r>
                    </a:p>
                  </a:txBody>
                  <a:tcPr anchor="ctr" marT="12700" marB="12700" marL="63500" marR="63500">
                    <a:solidFill>
                      <a:srgbClr val="FFFFFF"/>
                    </a:solidFill>
                  </a:tcPr>
                </a:tc>
                <a:tc>
                  <a:txBody>
                    <a:bodyPr wrap="square"/>
                    <a:lstStyle/>
                    <a:p>
                      <a:r>
                        <a:rPr sz="1000">
                          <a:solidFill>
                            <a:srgbClr val="262B2F"/>
                          </a:solidFill>
                          <a:latin typeface="Arial"/>
                        </a:rPr>
                        <a:t>15.7×</a:t>
                      </a:r>
                    </a:p>
                  </a:txBody>
                  <a:tcPr anchor="ctr" marT="12700" marB="12700" marL="63500" marR="63500">
                    <a:solidFill>
                      <a:srgbClr val="FFFFFF"/>
                    </a:solidFill>
                  </a:tcPr>
                </a:tc>
                <a:tc>
                  <a:txBody>
                    <a:bodyPr wrap="square"/>
                    <a:lstStyle/>
                    <a:p>
                      <a:r>
                        <a:rPr sz="1000">
                          <a:solidFill>
                            <a:srgbClr val="262B2F"/>
                          </a:solidFill>
                          <a:latin typeface="Arial"/>
                        </a:rPr>
                        <a:t>17.5 GB</a:t>
                      </a:r>
                    </a:p>
                  </a:txBody>
                  <a:tcPr anchor="ctr" marT="12700" marB="12700" marL="63500" marR="63500">
                    <a:solidFill>
                      <a:srgbClr val="FFFFFF"/>
                    </a:solidFill>
                  </a:tcPr>
                </a:tc>
              </a:tr>
              <a:tr h="205740">
                <a:tc>
                  <a:txBody>
                    <a:bodyPr wrap="square"/>
                    <a:lstStyle/>
                    <a:p>
                      <a:r>
                        <a:rPr sz="1000" b="1">
                          <a:solidFill>
                            <a:srgbClr val="262B2F"/>
                          </a:solidFill>
                          <a:latin typeface="Arial"/>
                        </a:rPr>
                        <a:t>corr=None, k=None</a:t>
                      </a:r>
                    </a:p>
                  </a:txBody>
                  <a:tcPr anchor="ctr" marT="12700" marB="12700" marL="63500" marR="63500">
                    <a:solidFill>
                      <a:srgbClr val="FFE3C1"/>
                    </a:solidFill>
                  </a:tcPr>
                </a:tc>
                <a:tc>
                  <a:txBody>
                    <a:bodyPr wrap="square"/>
                    <a:lstStyle/>
                    <a:p>
                      <a:r>
                        <a:rPr sz="1000" b="1">
                          <a:solidFill>
                            <a:srgbClr val="262B2F"/>
                          </a:solidFill>
                          <a:latin typeface="Arial"/>
                        </a:rPr>
                        <a:t>7962.4</a:t>
                      </a:r>
                    </a:p>
                  </a:txBody>
                  <a:tcPr anchor="ctr" marT="12700" marB="12700" marL="63500" marR="63500">
                    <a:solidFill>
                      <a:srgbClr val="FFE3C1"/>
                    </a:solidFill>
                  </a:tcPr>
                </a:tc>
                <a:tc>
                  <a:txBody>
                    <a:bodyPr wrap="square"/>
                    <a:lstStyle/>
                    <a:p>
                      <a:r>
                        <a:rPr sz="1000" b="1">
                          <a:solidFill>
                            <a:srgbClr val="262B2F"/>
                          </a:solidFill>
                          <a:latin typeface="Arial"/>
                        </a:rPr>
                        <a:t>339.4</a:t>
                      </a:r>
                    </a:p>
                  </a:txBody>
                  <a:tcPr anchor="ctr" marT="12700" marB="12700" marL="63500" marR="63500">
                    <a:solidFill>
                      <a:srgbClr val="FFE3C1"/>
                    </a:solidFill>
                  </a:tcPr>
                </a:tc>
                <a:tc>
                  <a:txBody>
                    <a:bodyPr wrap="square"/>
                    <a:lstStyle/>
                    <a:p>
                      <a:r>
                        <a:rPr sz="1000" b="1">
                          <a:solidFill>
                            <a:srgbClr val="262B2F"/>
                          </a:solidFill>
                          <a:latin typeface="Arial"/>
                        </a:rPr>
                        <a:t>23.5×</a:t>
                      </a:r>
                    </a:p>
                  </a:txBody>
                  <a:tcPr anchor="ctr" marT="12700" marB="12700" marL="63500" marR="63500">
                    <a:solidFill>
                      <a:srgbClr val="FFE3C1"/>
                    </a:solidFill>
                  </a:tcPr>
                </a:tc>
                <a:tc>
                  <a:txBody>
                    <a:bodyPr wrap="square"/>
                    <a:lstStyle/>
                    <a:p>
                      <a:r>
                        <a:rPr sz="1000" b="1">
                          <a:solidFill>
                            <a:srgbClr val="262B2F"/>
                          </a:solidFill>
                          <a:latin typeface="Arial"/>
                        </a:rPr>
                        <a:t>16.3 GB</a:t>
                      </a:r>
                    </a:p>
                  </a:txBody>
                  <a:tcPr anchor="ctr" marT="12700" marB="12700" marL="63500" marR="63500">
                    <a:solidFill>
                      <a:srgbClr val="FFE3C1"/>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Backup — Cache Viability Ranking (η, 15 models)</a:t>
            </a:r>
          </a:p>
        </p:txBody>
      </p:sp>
      <p:pic>
        <p:nvPicPr>
          <p:cNvPr id="3" name="Picture 2" descr="viability_rank.png"/>
          <p:cNvPicPr>
            <a:picLocks noChangeAspect="1"/>
          </p:cNvPicPr>
          <p:nvPr/>
        </p:nvPicPr>
        <p:blipFill>
          <a:blip r:embed="rId2"/>
          <a:stretch>
            <a:fillRect/>
          </a:stretch>
        </p:blipFill>
        <p:spPr>
          <a:xfrm>
            <a:off x="2605850" y="1554480"/>
            <a:ext cx="6949819" cy="4114800"/>
          </a:xfrm>
          <a:prstGeom prst="rect">
            <a:avLst/>
          </a:prstGeom>
        </p:spPr>
      </p:pic>
      <p:sp>
        <p:nvSpPr>
          <p:cNvPr id="4" name="TextBox 3"/>
          <p:cNvSpPr txBox="1"/>
          <p:nvPr/>
        </p:nvSpPr>
        <p:spPr>
          <a:xfrm>
            <a:off x="1280160" y="5760720"/>
            <a:ext cx="9601200" cy="365760"/>
          </a:xfrm>
          <a:prstGeom prst="rect">
            <a:avLst/>
          </a:prstGeom>
          <a:noFill/>
        </p:spPr>
        <p:txBody>
          <a:bodyPr wrap="square">
            <a:spAutoFit/>
          </a:bodyPr>
          <a:lstStyle/>
          <a:p>
            <a:pPr algn="ctr"/>
            <a:r>
              <a:rPr sz="1200" i="1">
                <a:solidFill>
                  <a:srgbClr val="768692"/>
                </a:solidFill>
              </a:rPr>
              <a:t>η = seconds of compute saved per MB stored. Blue viable (η &gt; 2), orange not viable (η &lt; 0.5).</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Backup — Confusion Matrix (best XGBoost)</a:t>
            </a:r>
          </a:p>
        </p:txBody>
      </p:sp>
      <p:pic>
        <p:nvPicPr>
          <p:cNvPr id="3" name="Picture 2" descr="confusion.png"/>
          <p:cNvPicPr>
            <a:picLocks noChangeAspect="1"/>
          </p:cNvPicPr>
          <p:nvPr/>
        </p:nvPicPr>
        <p:blipFill>
          <a:blip r:embed="rId2"/>
          <a:stretch>
            <a:fillRect/>
          </a:stretch>
        </p:blipFill>
        <p:spPr>
          <a:xfrm>
            <a:off x="1645196" y="1554480"/>
            <a:ext cx="8871127" cy="4114800"/>
          </a:xfrm>
          <a:prstGeom prst="rect">
            <a:avLst/>
          </a:prstGeom>
        </p:spPr>
      </p:pic>
      <p:sp>
        <p:nvSpPr>
          <p:cNvPr id="4" name="TextBox 3"/>
          <p:cNvSpPr txBox="1"/>
          <p:nvPr/>
        </p:nvSpPr>
        <p:spPr>
          <a:xfrm>
            <a:off x="1280160" y="5760720"/>
            <a:ext cx="9601200" cy="365760"/>
          </a:xfrm>
          <a:prstGeom prst="rect">
            <a:avLst/>
          </a:prstGeom>
          <a:noFill/>
        </p:spPr>
        <p:txBody>
          <a:bodyPr wrap="square">
            <a:spAutoFit/>
          </a:bodyPr>
          <a:lstStyle/>
          <a:p>
            <a:pPr algn="ctr"/>
            <a:r>
              <a:rPr sz="1200" i="1">
                <a:solidFill>
                  <a:srgbClr val="768692"/>
                </a:solidFill>
              </a:rPr>
              <a:t>Aggregated 5×5 confusion across all 128 LOSO folds; right panel row-normalised (recall).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Backup — Global vs. Per-Fold Feature Selection</a:t>
            </a:r>
          </a:p>
        </p:txBody>
      </p:sp>
      <p:graphicFrame>
        <p:nvGraphicFramePr>
          <p:cNvPr id="3" name="Table 2"/>
          <p:cNvGraphicFramePr>
            <a:graphicFrameLocks noGrp="1"/>
          </p:cNvGraphicFramePr>
          <p:nvPr/>
        </p:nvGraphicFramePr>
        <p:xfrm>
          <a:off x="822960" y="1737360"/>
          <a:ext cx="10515600" cy="3657600"/>
        </p:xfrm>
        <a:graphic>
          <a:graphicData uri="http://schemas.openxmlformats.org/drawingml/2006/table">
            <a:tbl>
              <a:tblPr firstRow="1" bandRow="1">
                <a:tableStyleId>{5C22544A-7EE6-4342-B048-85BDC9FD1C3A}</a:tableStyleId>
              </a:tblPr>
              <a:tblGrid>
                <a:gridCol w="3657600"/>
                <a:gridCol w="3429000"/>
                <a:gridCol w="3429000"/>
              </a:tblGrid>
              <a:tr h="457200">
                <a:tc>
                  <a:txBody>
                    <a:bodyPr wrap="square"/>
                    <a:lstStyle/>
                    <a:p>
                      <a:r>
                        <a:rPr sz="1500" b="1">
                          <a:solidFill>
                            <a:srgbClr val="FFFFFF"/>
                          </a:solidFill>
                          <a:latin typeface="Arial"/>
                        </a:rPr>
                        <a:t>Aspect</a:t>
                      </a:r>
                    </a:p>
                  </a:txBody>
                  <a:tcPr anchor="ctr" marT="12700" marB="12700" marL="63500" marR="63500">
                    <a:solidFill>
                      <a:srgbClr val="FF9E1B"/>
                    </a:solidFill>
                  </a:tcPr>
                </a:tc>
                <a:tc>
                  <a:txBody>
                    <a:bodyPr wrap="square"/>
                    <a:lstStyle/>
                    <a:p>
                      <a:r>
                        <a:rPr sz="1500" b="1">
                          <a:solidFill>
                            <a:srgbClr val="FFFFFF"/>
                          </a:solidFill>
                          <a:latin typeface="Arial"/>
                        </a:rPr>
                        <a:t>Global (chosen)</a:t>
                      </a:r>
                    </a:p>
                  </a:txBody>
                  <a:tcPr anchor="ctr" marT="12700" marB="12700" marL="63500" marR="63500">
                    <a:solidFill>
                      <a:srgbClr val="FF9E1B"/>
                    </a:solidFill>
                  </a:tcPr>
                </a:tc>
                <a:tc>
                  <a:txBody>
                    <a:bodyPr wrap="square"/>
                    <a:lstStyle/>
                    <a:p>
                      <a:r>
                        <a:rPr sz="1500" b="1">
                          <a:solidFill>
                            <a:srgbClr val="FFFFFF"/>
                          </a:solidFill>
                          <a:latin typeface="Arial"/>
                        </a:rPr>
                        <a:t>Per-Fold</a:t>
                      </a:r>
                    </a:p>
                  </a:txBody>
                  <a:tcPr anchor="ctr" marT="12700" marB="12700" marL="63500" marR="63500">
                    <a:solidFill>
                      <a:srgbClr val="FF9E1B"/>
                    </a:solidFill>
                  </a:tcPr>
                </a:tc>
              </a:tr>
              <a:tr h="457200">
                <a:tc>
                  <a:txBody>
                    <a:bodyPr wrap="square"/>
                    <a:lstStyle/>
                    <a:p>
                      <a:r>
                        <a:rPr sz="1500">
                          <a:solidFill>
                            <a:srgbClr val="262B2F"/>
                          </a:solidFill>
                          <a:latin typeface="Arial"/>
                        </a:rPr>
                        <a:t>Selection fitted on</a:t>
                      </a:r>
                    </a:p>
                  </a:txBody>
                  <a:tcPr anchor="ctr" marT="12700" marB="12700" marL="63500" marR="63500">
                    <a:solidFill>
                      <a:srgbClr val="FFFFFF"/>
                    </a:solidFill>
                  </a:tcPr>
                </a:tc>
                <a:tc>
                  <a:txBody>
                    <a:bodyPr wrap="square"/>
                    <a:lstStyle/>
                    <a:p>
                      <a:r>
                        <a:rPr sz="1500">
                          <a:solidFill>
                            <a:srgbClr val="262B2F"/>
                          </a:solidFill>
                          <a:latin typeface="Arial"/>
                        </a:rPr>
                        <a:t>All subjects (once)</a:t>
                      </a:r>
                    </a:p>
                  </a:txBody>
                  <a:tcPr anchor="ctr" marT="12700" marB="12700" marL="63500" marR="63500">
                    <a:solidFill>
                      <a:srgbClr val="FFFFFF"/>
                    </a:solidFill>
                  </a:tcPr>
                </a:tc>
                <a:tc>
                  <a:txBody>
                    <a:bodyPr wrap="square"/>
                    <a:lstStyle/>
                    <a:p>
                      <a:r>
                        <a:rPr sz="1500">
                          <a:solidFill>
                            <a:srgbClr val="262B2F"/>
                          </a:solidFill>
                          <a:latin typeface="Arial"/>
                        </a:rPr>
                        <a:t>Training fold only</a:t>
                      </a:r>
                    </a:p>
                  </a:txBody>
                  <a:tcPr anchor="ctr" marT="12700" marB="12700" marL="63500" marR="63500">
                    <a:solidFill>
                      <a:srgbClr val="FFFFFF"/>
                    </a:solidFill>
                  </a:tcPr>
                </a:tc>
              </a:tr>
              <a:tr h="457200">
                <a:tc>
                  <a:txBody>
                    <a:bodyPr wrap="square"/>
                    <a:lstStyle/>
                    <a:p>
                      <a:r>
                        <a:rPr sz="1500">
                          <a:solidFill>
                            <a:srgbClr val="262B2F"/>
                          </a:solidFill>
                          <a:latin typeface="Arial"/>
                        </a:rPr>
                        <a:t>Label leakage</a:t>
                      </a:r>
                    </a:p>
                  </a:txBody>
                  <a:tcPr anchor="ctr" marT="12700" marB="12700" marL="63500" marR="63500">
                    <a:solidFill>
                      <a:srgbClr val="FFFFFF"/>
                    </a:solidFill>
                  </a:tcPr>
                </a:tc>
                <a:tc>
                  <a:txBody>
                    <a:bodyPr wrap="square"/>
                    <a:lstStyle/>
                    <a:p>
                      <a:r>
                        <a:rPr sz="1500">
                          <a:solidFill>
                            <a:srgbClr val="262B2F"/>
                          </a:solidFill>
                          <a:latin typeface="Arial"/>
                        </a:rPr>
                        <a:t>1/128 ≈ 0.8%</a:t>
                      </a:r>
                    </a:p>
                  </a:txBody>
                  <a:tcPr anchor="ctr" marT="12700" marB="12700" marL="63500" marR="63500">
                    <a:solidFill>
                      <a:srgbClr val="FFFFFF"/>
                    </a:solidFill>
                  </a:tcPr>
                </a:tc>
                <a:tc>
                  <a:txBody>
                    <a:bodyPr wrap="square"/>
                    <a:lstStyle/>
                    <a:p>
                      <a:r>
                        <a:rPr sz="1500">
                          <a:solidFill>
                            <a:srgbClr val="262B2F"/>
                          </a:solidFill>
                          <a:latin typeface="Arial"/>
                        </a:rPr>
                        <a:t>None</a:t>
                      </a:r>
                    </a:p>
                  </a:txBody>
                  <a:tcPr anchor="ctr" marT="12700" marB="12700" marL="63500" marR="63500">
                    <a:solidFill>
                      <a:srgbClr val="FFFFFF"/>
                    </a:solidFill>
                  </a:tcPr>
                </a:tc>
              </a:tr>
              <a:tr h="457200">
                <a:tc>
                  <a:txBody>
                    <a:bodyPr wrap="square"/>
                    <a:lstStyle/>
                    <a:p>
                      <a:r>
                        <a:rPr sz="1500" b="1">
                          <a:solidFill>
                            <a:srgbClr val="262B2F"/>
                          </a:solidFill>
                          <a:latin typeface="Arial"/>
                        </a:rPr>
                        <a:t>Accuracy difference</a:t>
                      </a:r>
                    </a:p>
                  </a:txBody>
                  <a:tcPr anchor="ctr" marT="12700" marB="12700" marL="63500" marR="63500">
                    <a:solidFill>
                      <a:srgbClr val="FFE3C1"/>
                    </a:solidFill>
                  </a:tcPr>
                </a:tc>
                <a:tc>
                  <a:txBody>
                    <a:bodyPr wrap="square"/>
                    <a:lstStyle/>
                    <a:p>
                      <a:r>
                        <a:rPr sz="1500" b="1">
                          <a:solidFill>
                            <a:srgbClr val="262B2F"/>
                          </a:solidFill>
                          <a:latin typeface="Arial"/>
                        </a:rPr>
                        <a:t>±0.4% mean, ≤1.1% max</a:t>
                      </a:r>
                    </a:p>
                  </a:txBody>
                  <a:tcPr anchor="ctr" marT="12700" marB="12700" marL="63500" marR="63500">
                    <a:solidFill>
                      <a:srgbClr val="FFE3C1"/>
                    </a:solidFill>
                  </a:tcPr>
                </a:tc>
                <a:tc>
                  <a:txBody>
                    <a:bodyPr wrap="square"/>
                    <a:lstStyle/>
                    <a:p>
                      <a:r>
                        <a:rPr sz="1500" b="1">
                          <a:solidFill>
                            <a:srgbClr val="262B2F"/>
                          </a:solidFill>
                          <a:latin typeface="Arial"/>
                        </a:rPr>
                        <a:t>Baseline</a:t>
                      </a:r>
                    </a:p>
                  </a:txBody>
                  <a:tcPr anchor="ctr" marT="12700" marB="12700" marL="63500" marR="63500">
                    <a:solidFill>
                      <a:srgbClr val="FFE3C1"/>
                    </a:solidFill>
                  </a:tcPr>
                </a:tc>
              </a:tr>
              <a:tr h="457200">
                <a:tc>
                  <a:txBody>
                    <a:bodyPr wrap="square"/>
                    <a:lstStyle/>
                    <a:p>
                      <a:r>
                        <a:rPr sz="1500">
                          <a:solidFill>
                            <a:srgbClr val="262B2F"/>
                          </a:solidFill>
                          <a:latin typeface="Arial"/>
                        </a:rPr>
                        <a:t>XGBoost warm speedup</a:t>
                      </a:r>
                    </a:p>
                  </a:txBody>
                  <a:tcPr anchor="ctr" marT="12700" marB="12700" marL="63500" marR="63500">
                    <a:solidFill>
                      <a:srgbClr val="FFFFFF"/>
                    </a:solidFill>
                  </a:tcPr>
                </a:tc>
                <a:tc>
                  <a:txBody>
                    <a:bodyPr wrap="square"/>
                    <a:lstStyle/>
                    <a:p>
                      <a:r>
                        <a:rPr sz="1500">
                          <a:solidFill>
                            <a:srgbClr val="262B2F"/>
                          </a:solidFill>
                          <a:latin typeface="Arial"/>
                        </a:rPr>
                        <a:t>14–23×</a:t>
                      </a:r>
                    </a:p>
                  </a:txBody>
                  <a:tcPr anchor="ctr" marT="12700" marB="12700" marL="63500" marR="63500">
                    <a:solidFill>
                      <a:srgbClr val="FFFFFF"/>
                    </a:solidFill>
                  </a:tcPr>
                </a:tc>
                <a:tc>
                  <a:txBody>
                    <a:bodyPr wrap="square"/>
                    <a:lstStyle/>
                    <a:p>
                      <a:r>
                        <a:rPr sz="1500">
                          <a:solidFill>
                            <a:srgbClr val="262B2F"/>
                          </a:solidFill>
                          <a:latin typeface="Arial"/>
                        </a:rPr>
                        <a:t>4–9×</a:t>
                      </a:r>
                    </a:p>
                  </a:txBody>
                  <a:tcPr anchor="ctr" marT="12700" marB="12700" marL="63500" marR="63500">
                    <a:solidFill>
                      <a:srgbClr val="FFFFFF"/>
                    </a:solidFill>
                  </a:tcPr>
                </a:tc>
              </a:tr>
              <a:tr h="457200">
                <a:tc>
                  <a:txBody>
                    <a:bodyPr wrap="square"/>
                    <a:lstStyle/>
                    <a:p>
                      <a:r>
                        <a:rPr sz="1500">
                          <a:solidFill>
                            <a:srgbClr val="262B2F"/>
                          </a:solidFill>
                          <a:latin typeface="Arial"/>
                        </a:rPr>
                        <a:t>RF warm speedup</a:t>
                      </a:r>
                    </a:p>
                  </a:txBody>
                  <a:tcPr anchor="ctr" marT="12700" marB="12700" marL="63500" marR="63500">
                    <a:solidFill>
                      <a:srgbClr val="FFFFFF"/>
                    </a:solidFill>
                  </a:tcPr>
                </a:tc>
                <a:tc>
                  <a:txBody>
                    <a:bodyPr wrap="square"/>
                    <a:lstStyle/>
                    <a:p>
                      <a:r>
                        <a:rPr sz="1500">
                          <a:solidFill>
                            <a:srgbClr val="262B2F"/>
                          </a:solidFill>
                          <a:latin typeface="Arial"/>
                        </a:rPr>
                        <a:t>3–5×</a:t>
                      </a:r>
                    </a:p>
                  </a:txBody>
                  <a:tcPr anchor="ctr" marT="12700" marB="12700" marL="63500" marR="63500">
                    <a:solidFill>
                      <a:srgbClr val="FFFFFF"/>
                    </a:solidFill>
                  </a:tcPr>
                </a:tc>
                <a:tc>
                  <a:txBody>
                    <a:bodyPr wrap="square"/>
                    <a:lstStyle/>
                    <a:p>
                      <a:r>
                        <a:rPr sz="1500">
                          <a:solidFill>
                            <a:srgbClr val="262B2F"/>
                          </a:solidFill>
                          <a:latin typeface="Arial"/>
                        </a:rPr>
                        <a:t>2.5–2.8×</a:t>
                      </a:r>
                    </a:p>
                  </a:txBody>
                  <a:tcPr anchor="ctr" marT="12700" marB="12700" marL="63500" marR="63500">
                    <a:solidFill>
                      <a:srgbClr val="FFFFFF"/>
                    </a:solidFill>
                  </a:tcPr>
                </a:tc>
              </a:tr>
              <a:tr h="457200">
                <a:tc>
                  <a:txBody>
                    <a:bodyPr wrap="square"/>
                    <a:lstStyle/>
                    <a:p>
                      <a:r>
                        <a:rPr sz="1500">
                          <a:solidFill>
                            <a:srgbClr val="262B2F"/>
                          </a:solidFill>
                          <a:latin typeface="Arial"/>
                        </a:rPr>
                        <a:t>Degrades with N?</a:t>
                      </a:r>
                    </a:p>
                  </a:txBody>
                  <a:tcPr anchor="ctr" marT="12700" marB="12700" marL="63500" marR="63500">
                    <a:solidFill>
                      <a:srgbClr val="FFFFFF"/>
                    </a:solidFill>
                  </a:tcPr>
                </a:tc>
                <a:tc>
                  <a:txBody>
                    <a:bodyPr wrap="square"/>
                    <a:lstStyle/>
                    <a:p>
                      <a:r>
                        <a:rPr sz="1500">
                          <a:solidFill>
                            <a:srgbClr val="262B2F"/>
                          </a:solidFill>
                          <a:latin typeface="Arial"/>
                        </a:rPr>
                        <a:t>No (fingerprint stable)</a:t>
                      </a:r>
                    </a:p>
                  </a:txBody>
                  <a:tcPr anchor="ctr" marT="12700" marB="12700" marL="63500" marR="63500">
                    <a:solidFill>
                      <a:srgbClr val="FFFFFF"/>
                    </a:solidFill>
                  </a:tcPr>
                </a:tc>
                <a:tc>
                  <a:txBody>
                    <a:bodyPr wrap="square"/>
                    <a:lstStyle/>
                    <a:p>
                      <a:r>
                        <a:rPr sz="1500">
                          <a:solidFill>
                            <a:srgbClr val="262B2F"/>
                          </a:solidFill>
                          <a:latin typeface="Arial"/>
                        </a:rPr>
                        <a:t>Yes (re-select/fold)</a:t>
                      </a:r>
                    </a:p>
                  </a:txBody>
                  <a:tcPr anchor="ctr" marT="12700" marB="12700" marL="63500" marR="63500">
                    <a:solidFill>
                      <a:srgbClr val="FFFFFF"/>
                    </a:solidFill>
                  </a:tcPr>
                </a:tc>
              </a:tr>
              <a:tr h="457200">
                <a:tc>
                  <a:txBody>
                    <a:bodyPr wrap="square"/>
                    <a:lstStyle/>
                    <a:p>
                      <a:r>
                        <a:rPr sz="1500">
                          <a:solidFill>
                            <a:srgbClr val="262B2F"/>
                          </a:solidFill>
                          <a:latin typeface="Arial"/>
                        </a:rPr>
                        <a:t>Cache key</a:t>
                      </a:r>
                    </a:p>
                  </a:txBody>
                  <a:tcPr anchor="ctr" marT="12700" marB="12700" marL="63500" marR="63500">
                    <a:solidFill>
                      <a:srgbClr val="FFFFFF"/>
                    </a:solidFill>
                  </a:tcPr>
                </a:tc>
                <a:tc>
                  <a:txBody>
                    <a:bodyPr wrap="square"/>
                    <a:lstStyle/>
                    <a:p>
                      <a:r>
                        <a:rPr sz="1500">
                          <a:solidFill>
                            <a:srgbClr val="262B2F"/>
                          </a:solidFill>
                          <a:latin typeface="Arial"/>
                        </a:rPr>
                        <a:t>One per config</a:t>
                      </a:r>
                    </a:p>
                  </a:txBody>
                  <a:tcPr anchor="ctr" marT="12700" marB="12700" marL="63500" marR="63500">
                    <a:solidFill>
                      <a:srgbClr val="FFFFFF"/>
                    </a:solidFill>
                  </a:tcPr>
                </a:tc>
                <a:tc>
                  <a:txBody>
                    <a:bodyPr wrap="square"/>
                    <a:lstStyle/>
                    <a:p>
                      <a:r>
                        <a:rPr sz="1500">
                          <a:solidFill>
                            <a:srgbClr val="262B2F"/>
                          </a:solidFill>
                          <a:latin typeface="Arial"/>
                        </a:rPr>
                        <a:t>One per fold</a:t>
                      </a:r>
                    </a:p>
                  </a:txBody>
                  <a:tcPr anchor="ctr" marT="12700" marB="12700" marL="63500" marR="63500">
                    <a:solidFill>
                      <a:srgbClr val="FFFFFF"/>
                    </a:solidFill>
                  </a:tcPr>
                </a:tc>
              </a:tr>
            </a:tbl>
          </a:graphicData>
        </a:graphic>
      </p:graphicFrame>
      <p:sp>
        <p:nvSpPr>
          <p:cNvPr id="4" name="TextBox 3"/>
          <p:cNvSpPr txBox="1"/>
          <p:nvPr/>
        </p:nvSpPr>
        <p:spPr>
          <a:xfrm>
            <a:off x="822960" y="5623560"/>
            <a:ext cx="10515600" cy="365760"/>
          </a:xfrm>
          <a:prstGeom prst="rect">
            <a:avLst/>
          </a:prstGeom>
          <a:noFill/>
        </p:spPr>
        <p:txBody>
          <a:bodyPr wrap="square">
            <a:spAutoFit/>
          </a:bodyPr>
          <a:lstStyle/>
          <a:p>
            <a:pPr algn="ctr"/>
            <a:r>
              <a:rPr sz="1200" i="1">
                <a:solidFill>
                  <a:srgbClr val="768692"/>
                </a:solidFill>
              </a:rPr>
              <a:t>Global selection retains the cache speedup; measured accuracy impact ≤1.1% with no consistent direction.</a:t>
            </a:r>
          </a:p>
        </p:txBody>
      </p:sp>
    </p:spTree>
  </p:cSld>
  <p:clrMapOvr>
    <a:masterClrMapping/>
  </p:clrMapOvr>
</p:sld>
</file>

<file path=ppt/theme/theme1.xml><?xml version="1.0" encoding="utf-8"?>
<a:theme xmlns:a="http://schemas.openxmlformats.org/drawingml/2006/main" name="IMC University of Applied Sciences">
  <a:themeElements>
    <a:clrScheme name="IMC Fachhochschule Krems">
      <a:dk1>
        <a:sysClr val="windowText" lastClr="000000"/>
      </a:dk1>
      <a:lt1>
        <a:sysClr val="window" lastClr="FFFFFF"/>
      </a:lt1>
      <a:dk2>
        <a:srgbClr val="FF9E1B"/>
      </a:dk2>
      <a:lt2>
        <a:srgbClr val="768692"/>
      </a:lt2>
      <a:accent1>
        <a:srgbClr val="768692"/>
      </a:accent1>
      <a:accent2>
        <a:srgbClr val="FF9E1B"/>
      </a:accent2>
      <a:accent3>
        <a:srgbClr val="9CA8B2"/>
      </a:accent3>
      <a:accent4>
        <a:srgbClr val="FFBF71"/>
      </a:accent4>
      <a:accent5>
        <a:srgbClr val="C7CED3"/>
      </a:accent5>
      <a:accent6>
        <a:srgbClr val="FFE3C1"/>
      </a:accent6>
      <a:hlink>
        <a:srgbClr val="000000"/>
      </a:hlink>
      <a:folHlink>
        <a:srgbClr val="FF9E1B"/>
      </a:folHlink>
    </a:clrScheme>
    <a:fontScheme name="IMC Fachhochschule Krems">
      <a:majorFont>
        <a:latin typeface="Cambria"/>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rgbClr val="E4E7E9"/>
        </a:solidFill>
        <a:ln>
          <a:noFill/>
        </a:ln>
      </a:spPr>
      <a:bodyPr rtlCol="0" anchor="ctr"/>
      <a:lstStyle>
        <a:defPPr algn="ctr">
          <a:lnSpc>
            <a:spcPct val="120000"/>
          </a:lnSpc>
          <a:defRPr sz="1600">
            <a:solidFill>
              <a:schemeClr val="tx1"/>
            </a:solidFill>
          </a:defRPr>
        </a:defPPr>
      </a:lstStyle>
      <a:style>
        <a:lnRef idx="2">
          <a:schemeClr val="accent1">
            <a:shade val="15000"/>
          </a:schemeClr>
        </a:lnRef>
        <a:fillRef idx="1">
          <a:schemeClr val="accent1"/>
        </a:fillRef>
        <a:effectRef idx="0">
          <a:schemeClr val="accent1"/>
        </a:effectRef>
        <a:fontRef idx="minor">
          <a:schemeClr val="lt1"/>
        </a:fontRef>
      </a:style>
    </a:spDef>
    <a:lnDef>
      <a:spPr>
        <a:ln>
          <a:solidFill>
            <a:schemeClr val="bg2"/>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marL="180000" indent="-180000" algn="l">
          <a:lnSpc>
            <a:spcPct val="120000"/>
          </a:lnSpc>
          <a:spcBef>
            <a:spcPts val="800"/>
          </a:spcBef>
          <a:buFont typeface="Arial" panose="020B0604020202020204" pitchFamily="34" charset="0"/>
          <a:buChar char="•"/>
          <a:defRPr sz="1600" dirty="0" smtClean="0"/>
        </a:defPPr>
      </a:lstStyle>
    </a:txDef>
  </a:objectDefaults>
  <a:extraClrSchemeLst/>
  <a:custClrLst>
    <a:custClr name="Corporate 1">
      <a:srgbClr val="768692"/>
    </a:custClr>
    <a:custClr name="R 156, G 168, B 178">
      <a:srgbClr val="9CA8B2"/>
    </a:custClr>
    <a:custClr name="R 199, G 206, B 211">
      <a:srgbClr val="C7CED3"/>
    </a:custClr>
    <a:custClr name="R 228, G 231, B 233">
      <a:srgbClr val="E4E7E9"/>
    </a:custClr>
    <a:custClr name="Corporate 2">
      <a:srgbClr val="FF9E1B"/>
    </a:custClr>
    <a:custClr name="R 255, G 191, B 113">
      <a:srgbClr val="FFBF71"/>
    </a:custClr>
    <a:custClr name="R 255, G 227, B 193">
      <a:srgbClr val="FFE3C1"/>
    </a:custClr>
    <a:custClr name="Health">
      <a:srgbClr val="98D801"/>
    </a:custClr>
    <a:custClr name="Sciences Technology">
      <a:srgbClr val="F94868"/>
    </a:custClr>
    <a:custClr name="Business">
      <a:srgbClr val="608EE4"/>
    </a:custClr>
  </a:custClrLst>
  <a:extLst>
    <a:ext uri="{05A4C25C-085E-4340-85A3-A5531E510DB2}">
      <thm15:themeFamily xmlns:thm15="http://schemas.microsoft.com/office/thememl/2012/main" name="K16_IMC_University of Applied Sciences_Master_V01_Step2-3_JZ.potx" id="{A9C88A37-7579-4282-81DA-CB825925CDD9}" vid="{581FEE8C-078B-432F-818D-792EE54338A3}"/>
    </a:ext>
  </a:extLst>
</a:theme>
</file>

<file path=ppt/theme/theme2.xml><?xml version="1.0" encoding="utf-8"?>
<a:theme xmlns:a="http://schemas.openxmlformats.org/drawingml/2006/main" name="Office">
  <a:themeElements>
    <a:clrScheme name="IMC Fachhochschule Krems">
      <a:dk1>
        <a:sysClr val="windowText" lastClr="000000"/>
      </a:dk1>
      <a:lt1>
        <a:sysClr val="window" lastClr="FFFFFF"/>
      </a:lt1>
      <a:dk2>
        <a:srgbClr val="FF9E1B"/>
      </a:dk2>
      <a:lt2>
        <a:srgbClr val="768692"/>
      </a:lt2>
      <a:accent1>
        <a:srgbClr val="768692"/>
      </a:accent1>
      <a:accent2>
        <a:srgbClr val="FF9E1B"/>
      </a:accent2>
      <a:accent3>
        <a:srgbClr val="9CA8B2"/>
      </a:accent3>
      <a:accent4>
        <a:srgbClr val="FFBF71"/>
      </a:accent4>
      <a:accent5>
        <a:srgbClr val="C7CED3"/>
      </a:accent5>
      <a:accent6>
        <a:srgbClr val="FFE3C1"/>
      </a:accent6>
      <a:hlink>
        <a:srgbClr val="000000"/>
      </a:hlink>
      <a:folHlink>
        <a:srgbClr val="FF9E1B"/>
      </a:folHlink>
    </a:clrScheme>
    <a:fontScheme name="IMC Fachhochschule Krems">
      <a:majorFont>
        <a:latin typeface="Cambria"/>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a:themeElements>
    <a:clrScheme name="IMC Fachhochschule Krems">
      <a:dk1>
        <a:sysClr val="windowText" lastClr="000000"/>
      </a:dk1>
      <a:lt1>
        <a:sysClr val="window" lastClr="FFFFFF"/>
      </a:lt1>
      <a:dk2>
        <a:srgbClr val="FF9E1B"/>
      </a:dk2>
      <a:lt2>
        <a:srgbClr val="768692"/>
      </a:lt2>
      <a:accent1>
        <a:srgbClr val="768692"/>
      </a:accent1>
      <a:accent2>
        <a:srgbClr val="FF9E1B"/>
      </a:accent2>
      <a:accent3>
        <a:srgbClr val="9CA8B2"/>
      </a:accent3>
      <a:accent4>
        <a:srgbClr val="FFBF71"/>
      </a:accent4>
      <a:accent5>
        <a:srgbClr val="C7CED3"/>
      </a:accent5>
      <a:accent6>
        <a:srgbClr val="FFE3C1"/>
      </a:accent6>
      <a:hlink>
        <a:srgbClr val="000000"/>
      </a:hlink>
      <a:folHlink>
        <a:srgbClr val="FF9E1B"/>
      </a:folHlink>
    </a:clrScheme>
    <a:fontScheme name="IMC Fachhochschule Krems">
      <a:majorFont>
        <a:latin typeface="Cambria"/>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DD83E27456E09B48A25895BFE4669E77" ma:contentTypeVersion="0" ma:contentTypeDescription="Create a new document." ma:contentTypeScope="" ma:versionID="b7fbf12b071be988876e1af66ff50ea6">
  <xsd:schema xmlns:xsd="http://www.w3.org/2001/XMLSchema" xmlns:xs="http://www.w3.org/2001/XMLSchema" xmlns:p="http://schemas.microsoft.com/office/2006/metadata/properties" targetNamespace="http://schemas.microsoft.com/office/2006/metadata/properties" ma:root="true" ma:fieldsID="500c6692915ba10984c0aabd49f31b22">
    <xsd:element name="properties">
      <xsd:complexType>
        <xsd:sequence>
          <xsd:element name="documentManagement">
            <xsd:complexType>
              <xsd:all/>
            </xsd:complexType>
          </xsd:element>
        </xsd:sequence>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4961CBC6-B3D0-4347-B55C-8DEF3C513BEE}">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openxmlformats.org/package/2006/metadata/core-properties"/>
    <ds:schemaRef ds:uri="http://purl.org/dc/elements/1.1/"/>
    <ds:schemaRef ds:uri="http://purl.org/dc/terms/"/>
    <ds:schemaRef ds:uri="http://schemas.microsoft.com/internal/obd"/>
    <ds:schemaRef ds:uri="http://schemas.microsoft.com/office/infopath/2007/PartnerControls"/>
  </ds:schemaRefs>
</ds:datastoreItem>
</file>

<file path=customXml/itemProps2.xml><?xml version="1.0" encoding="utf-8"?>
<ds:datastoreItem xmlns:ds="http://schemas.openxmlformats.org/officeDocument/2006/customXml" ds:itemID="{C05C4301-C29D-407B-9381-82889EE8729E}">
  <ds:schemaRefs>
    <ds:schemaRef ds:uri="http://schemas.microsoft.com/office/2006/metadata/properties"/>
    <ds:schemaRef ds:uri="http://schemas.microsoft.com/office/infopath/2007/PartnerControls"/>
    <ds:schemaRef ds:uri="b9b608ed-55ea-456b-aacf-2e68fc65065e"/>
  </ds:schemaRefs>
</ds:datastoreItem>
</file>

<file path=customXml/itemProps3.xml><?xml version="1.0" encoding="utf-8"?>
<ds:datastoreItem xmlns:ds="http://schemas.openxmlformats.org/officeDocument/2006/customXml" ds:itemID="{E173F5B9-CA92-4B94-AB61-4BBEAEC9764E}">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IMC_Master</Template>
  <TotalTime>0</TotalTime>
  <Words>399</Words>
  <Application>Microsoft Office PowerPoint</Application>
  <PresentationFormat>Breitbild</PresentationFormat>
  <Paragraphs>84</Paragraphs>
  <Slides>11</Slides>
  <Notes>1</Notes>
  <HiddenSlides>0</HiddenSlides>
  <MMClips>0</MMClips>
  <ScaleCrop>false</ScaleCrop>
  <HeadingPairs>
    <vt:vector size="6" baseType="variant">
      <vt:variant>
        <vt:lpstr>Verwendete Schriftarten</vt:lpstr>
      </vt:variant>
      <vt:variant>
        <vt:i4>2</vt:i4>
      </vt:variant>
      <vt:variant>
        <vt:lpstr>Design</vt:lpstr>
      </vt:variant>
      <vt:variant>
        <vt:i4>1</vt:i4>
      </vt:variant>
      <vt:variant>
        <vt:lpstr>Folientitel</vt:lpstr>
      </vt:variant>
      <vt:variant>
        <vt:i4>11</vt:i4>
      </vt:variant>
    </vt:vector>
  </HeadingPairs>
  <TitlesOfParts>
    <vt:vector size="14" baseType="lpstr">
      <vt:lpstr>Arial</vt:lpstr>
      <vt:lpstr>Cambria</vt:lpstr>
      <vt:lpstr>IMC University of Applied Sciences</vt:lpstr>
      <vt:lpstr>PowerPoint-Präsentation</vt:lpstr>
      <vt:lpstr>Outline</vt:lpstr>
      <vt:lpstr>Motivation</vt:lpstr>
      <vt:lpstr>State of the art</vt:lpstr>
      <vt:lpstr>Model</vt:lpstr>
      <vt:lpstr>Implementation</vt:lpstr>
      <vt:lpstr>Results a </vt:lpstr>
      <vt:lpstr>Results b </vt:lpstr>
      <vt:lpstr>Conclusion</vt:lpstr>
      <vt:lpstr>THANK YOU</vt:lpstr>
      <vt:lpstr>Backup Slide</vt:lpstr>
    </vt:vector>
  </TitlesOfParts>
  <Company>IMC Krems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Applied Informatics</dc:title>
  <dc:creator>Sarita Paudel</dc:creator>
  <cp:lastModifiedBy>Lennart Gorzel</cp:lastModifiedBy>
  <cp:revision>33</cp:revision>
  <dcterms:created xsi:type="dcterms:W3CDTF">2023-08-25T11:40:22Z</dcterms:created>
  <dcterms:modified xsi:type="dcterms:W3CDTF">2026-06-08T23:15:28Z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0x010100DD83E27456E09B48A25895BFE4669E77</vt:lpwstr>
  </property>
</Properties>
</file>