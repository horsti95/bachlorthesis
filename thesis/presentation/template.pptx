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6"/>
  </p:notesMasterIdLst>
  <p:handoutMasterIdLst>
    <p:handoutMasterId r:id="rId17"/>
  </p:handoutMasterIdLst>
  <p:sldIdLst>
    <p:sldId id="4316" r:id="rId5"/>
    <p:sldId id="4435" r:id="rId6"/>
    <p:sldId id="4436" r:id="rId7"/>
    <p:sldId id="4437" r:id="rId8"/>
    <p:sldId id="4439" r:id="rId9"/>
    <p:sldId id="4447" r:id="rId10"/>
    <p:sldId id="4441" r:id="rId11"/>
    <p:sldId id="4448" r:id="rId12"/>
    <p:sldId id="4442" r:id="rId13"/>
    <p:sldId id="4446" r:id="rId14"/>
    <p:sldId id="4443"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yout-Beispiele" id="{B1B80792-C706-4248-93F1-D506A758C0A1}">
          <p14:sldIdLst>
            <p14:sldId id="4316"/>
            <p14:sldId id="4435"/>
            <p14:sldId id="4436"/>
            <p14:sldId id="4437"/>
            <p14:sldId id="4439"/>
            <p14:sldId id="4447"/>
            <p14:sldId id="4441"/>
            <p14:sldId id="4448"/>
            <p14:sldId id="4442"/>
            <p14:sldId id="4446"/>
            <p14:sldId id="444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55327" autoAdjust="0"/>
  </p:normalViewPr>
  <p:slideViewPr>
    <p:cSldViewPr showGuides="1">
      <p:cViewPr varScale="1">
        <p:scale>
          <a:sx n="83" d="100"/>
          <a:sy n="83" d="100"/>
        </p:scale>
        <p:origin x="150" y="1920"/>
      </p:cViewPr>
      <p:guideLst/>
    </p:cSldViewPr>
  </p:slideViewPr>
  <p:notesTextViewPr>
    <p:cViewPr>
      <p:scale>
        <a:sx n="1" d="1"/>
        <a:sy n="1" d="1"/>
      </p:scale>
      <p:origin x="0" y="0"/>
    </p:cViewPr>
  </p:notesTextViewPr>
  <p:sorterViewPr>
    <p:cViewPr>
      <p:scale>
        <a:sx n="66" d="100"/>
        <a:sy n="66" d="100"/>
      </p:scale>
      <p:origin x="0" y="0"/>
    </p:cViewPr>
  </p:sorterViewPr>
  <p:notesViewPr>
    <p:cSldViewPr showGuides="1">
      <p:cViewPr>
        <p:scale>
          <a:sx n="66" d="100"/>
          <a:sy n="66" d="100"/>
        </p:scale>
        <p:origin x="3354" y="4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15F8177-9F15-A215-F3C4-749F9F8A0EDF}"/>
              </a:ext>
            </a:extLst>
          </p:cNvPr>
          <p:cNvSpPr>
            <a:spLocks noGrp="1"/>
          </p:cNvSpPr>
          <p:nvPr>
            <p:ph type="hdr" sz="quarter"/>
          </p:nvPr>
        </p:nvSpPr>
        <p:spPr>
          <a:xfrm>
            <a:off x="477000" y="324000"/>
            <a:ext cx="2952000" cy="216000"/>
          </a:xfrm>
          <a:prstGeom prst="rect">
            <a:avLst/>
          </a:prstGeom>
        </p:spPr>
        <p:txBody>
          <a:bodyPr vert="horz" lIns="0" tIns="0" rIns="0" bIns="0" rtlCol="0"/>
          <a:lstStyle>
            <a:lvl1pPr algn="l">
              <a:defRPr sz="1200"/>
            </a:lvl1pPr>
          </a:lstStyle>
          <a:p>
            <a:endParaRPr lang="de-DE" dirty="0"/>
          </a:p>
        </p:txBody>
      </p:sp>
      <p:sp>
        <p:nvSpPr>
          <p:cNvPr id="4" name="Fußzeilenplatzhalter 3">
            <a:extLst>
              <a:ext uri="{FF2B5EF4-FFF2-40B4-BE49-F238E27FC236}">
                <a16:creationId xmlns:a16="http://schemas.microsoft.com/office/drawing/2014/main" id="{A63E3666-93B0-A358-FB9D-381E2C03CCBC}"/>
              </a:ext>
            </a:extLst>
          </p:cNvPr>
          <p:cNvSpPr>
            <a:spLocks noGrp="1"/>
          </p:cNvSpPr>
          <p:nvPr>
            <p:ph type="ftr" sz="quarter" idx="2"/>
          </p:nvPr>
        </p:nvSpPr>
        <p:spPr>
          <a:xfrm>
            <a:off x="479423" y="8676000"/>
            <a:ext cx="5112000" cy="144000"/>
          </a:xfrm>
          <a:prstGeom prst="rect">
            <a:avLst/>
          </a:prstGeom>
        </p:spPr>
        <p:txBody>
          <a:bodyPr vert="horz" lIns="0" tIns="0" rIns="0" bIns="0" rtlCol="0" anchor="ctr" anchorCtr="0"/>
          <a:lstStyle>
            <a:lvl1pPr algn="l">
              <a:defRPr sz="1200"/>
            </a:lvl1pPr>
          </a:lstStyle>
          <a:p>
            <a:endParaRPr lang="de-DE" sz="800" dirty="0"/>
          </a:p>
        </p:txBody>
      </p:sp>
      <p:sp>
        <p:nvSpPr>
          <p:cNvPr id="5" name="Foliennummernplatzhalter 4">
            <a:extLst>
              <a:ext uri="{FF2B5EF4-FFF2-40B4-BE49-F238E27FC236}">
                <a16:creationId xmlns:a16="http://schemas.microsoft.com/office/drawing/2014/main" id="{151CD7CC-0A62-7BB1-722B-C6E491D37056}"/>
              </a:ext>
            </a:extLst>
          </p:cNvPr>
          <p:cNvSpPr>
            <a:spLocks noGrp="1"/>
          </p:cNvSpPr>
          <p:nvPr>
            <p:ph type="sldNum" sz="quarter" idx="3"/>
          </p:nvPr>
        </p:nvSpPr>
        <p:spPr>
          <a:xfrm>
            <a:off x="5661000" y="8676000"/>
            <a:ext cx="720000" cy="144000"/>
          </a:xfrm>
          <a:prstGeom prst="rect">
            <a:avLst/>
          </a:prstGeom>
        </p:spPr>
        <p:txBody>
          <a:bodyPr vert="horz" lIns="0" tIns="0" rIns="0" bIns="0" rtlCol="0" anchor="ctr" anchorCtr="0"/>
          <a:lstStyle>
            <a:lvl1pPr algn="r">
              <a:defRPr sz="1200"/>
            </a:lvl1pPr>
          </a:lstStyle>
          <a:p>
            <a:fld id="{27294502-B475-4000-8BE3-099734D1677B}" type="slidenum">
              <a:rPr lang="de-DE" sz="800" smtClean="0"/>
              <a:t>‹Nr.›</a:t>
            </a:fld>
            <a:endParaRPr lang="de-DE" sz="800" dirty="0"/>
          </a:p>
        </p:txBody>
      </p:sp>
    </p:spTree>
    <p:extLst>
      <p:ext uri="{BB962C8B-B14F-4D97-AF65-F5344CB8AC3E}">
        <p14:creationId xmlns:p14="http://schemas.microsoft.com/office/powerpoint/2010/main" val="8229968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7000" y="324000"/>
            <a:ext cx="2952000" cy="216000"/>
          </a:xfrm>
          <a:prstGeom prst="rect">
            <a:avLst/>
          </a:prstGeom>
        </p:spPr>
        <p:txBody>
          <a:bodyPr vert="horz" lIns="0" tIns="0" rIns="0" bIns="0" rtlCol="0" anchor="ctr" anchorCtr="0"/>
          <a:lstStyle>
            <a:lvl1pPr algn="l">
              <a:defRPr sz="1200"/>
            </a:lvl1pPr>
          </a:lstStyle>
          <a:p>
            <a:endParaRPr lang="de-DE" dirty="0"/>
          </a:p>
        </p:txBody>
      </p:sp>
      <p:sp>
        <p:nvSpPr>
          <p:cNvPr id="4" name="Folienbildplatzhalter 3"/>
          <p:cNvSpPr>
            <a:spLocks noGrp="1" noRot="1" noChangeAspect="1"/>
          </p:cNvSpPr>
          <p:nvPr>
            <p:ph type="sldImg" idx="2"/>
          </p:nvPr>
        </p:nvSpPr>
        <p:spPr>
          <a:xfrm>
            <a:off x="479425" y="828000"/>
            <a:ext cx="5903913" cy="3320951"/>
          </a:xfrm>
          <a:prstGeom prst="rect">
            <a:avLst/>
          </a:prstGeom>
          <a:noFill/>
          <a:ln w="6350">
            <a:solidFill>
              <a:schemeClr val="bg2"/>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479425" y="4428000"/>
            <a:ext cx="5903913" cy="403200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Fußzeilenplatzhalter 5"/>
          <p:cNvSpPr>
            <a:spLocks noGrp="1"/>
          </p:cNvSpPr>
          <p:nvPr>
            <p:ph type="ftr" sz="quarter" idx="4"/>
          </p:nvPr>
        </p:nvSpPr>
        <p:spPr>
          <a:xfrm>
            <a:off x="477000" y="8685213"/>
            <a:ext cx="5112000" cy="144000"/>
          </a:xfrm>
          <a:prstGeom prst="rect">
            <a:avLst/>
          </a:prstGeom>
        </p:spPr>
        <p:txBody>
          <a:bodyPr vert="horz" lIns="0" tIns="0" rIns="0" bIns="0" rtlCol="0" anchor="ctr" anchorCtr="0"/>
          <a:lstStyle>
            <a:lvl1pPr algn="l">
              <a:defRPr sz="800"/>
            </a:lvl1pPr>
          </a:lstStyle>
          <a:p>
            <a:endParaRPr lang="de-DE" dirty="0"/>
          </a:p>
        </p:txBody>
      </p:sp>
      <p:sp>
        <p:nvSpPr>
          <p:cNvPr id="7" name="Foliennummernplatzhalter 6"/>
          <p:cNvSpPr>
            <a:spLocks noGrp="1"/>
          </p:cNvSpPr>
          <p:nvPr>
            <p:ph type="sldNum" sz="quarter" idx="5"/>
          </p:nvPr>
        </p:nvSpPr>
        <p:spPr>
          <a:xfrm>
            <a:off x="5661000" y="8685213"/>
            <a:ext cx="720000" cy="144000"/>
          </a:xfrm>
          <a:prstGeom prst="rect">
            <a:avLst/>
          </a:prstGeom>
        </p:spPr>
        <p:txBody>
          <a:bodyPr vert="horz" lIns="0" tIns="0" rIns="0" bIns="0" rtlCol="0" anchor="ctr" anchorCtr="0"/>
          <a:lstStyle>
            <a:lvl1pPr algn="r">
              <a:defRPr sz="800"/>
            </a:lvl1pPr>
          </a:lstStyle>
          <a:p>
            <a:fld id="{160CD836-151D-406C-BB8C-1AD153EDB684}" type="slidenum">
              <a:rPr lang="de-DE" smtClean="0"/>
              <a:pPr/>
              <a:t>‹Nr.›</a:t>
            </a:fld>
            <a:endParaRPr lang="de-DE" dirty="0"/>
          </a:p>
        </p:txBody>
      </p:sp>
    </p:spTree>
    <p:extLst>
      <p:ext uri="{BB962C8B-B14F-4D97-AF65-F5344CB8AC3E}">
        <p14:creationId xmlns:p14="http://schemas.microsoft.com/office/powerpoint/2010/main" val="2189108648"/>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600"/>
      </a:spcBef>
      <a:spcAft>
        <a:spcPts val="300"/>
      </a:spcAft>
      <a:defRPr sz="1200" kern="1200">
        <a:solidFill>
          <a:schemeClr val="tx1"/>
        </a:solidFill>
        <a:latin typeface="+mn-lt"/>
        <a:ea typeface="+mn-ea"/>
        <a:cs typeface="+mn-cs"/>
      </a:defRPr>
    </a:lvl1pPr>
    <a:lvl2pPr marL="0" indent="0" algn="l" defTabSz="914400" rtl="0" eaLnBrk="1" latinLnBrk="0" hangingPunct="1">
      <a:lnSpc>
        <a:spcPct val="120000"/>
      </a:lnSpc>
      <a:spcBef>
        <a:spcPts val="1200"/>
      </a:spcBef>
      <a:defRPr sz="1400" b="1" kern="1200">
        <a:solidFill>
          <a:schemeClr val="tx1"/>
        </a:solidFill>
        <a:latin typeface="+mj-lt"/>
        <a:ea typeface="+mn-ea"/>
        <a:cs typeface="+mn-cs"/>
      </a:defRPr>
    </a:lvl2pPr>
    <a:lvl3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3pPr>
    <a:lvl4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4pPr>
    <a:lvl5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5pPr>
    <a:lvl6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6pPr>
    <a:lvl7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pPr lvl="0"/>
            <a:endParaRPr lang="de-DE"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a:t>
            </a:fld>
            <a:endParaRPr lang="de-DE" dirty="0"/>
          </a:p>
        </p:txBody>
      </p:sp>
    </p:spTree>
    <p:extLst>
      <p:ext uri="{BB962C8B-B14F-4D97-AF65-F5344CB8AC3E}">
        <p14:creationId xmlns:p14="http://schemas.microsoft.com/office/powerpoint/2010/main" val="29650941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Intro">
    <p:bg>
      <p:bgPr>
        <a:solidFill>
          <a:schemeClr val="bg2"/>
        </a:solidFill>
        <a:effectLst/>
      </p:bgPr>
    </p:bg>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8F1F7F88-BAC0-9AE2-3D8F-85F032C645A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3576000" y="2088630"/>
            <a:ext cx="5040000" cy="2680740"/>
          </a:xfrm>
          <a:prstGeom prst="rect">
            <a:avLst/>
          </a:prstGeom>
        </p:spPr>
      </p:pic>
    </p:spTree>
    <p:extLst>
      <p:ext uri="{BB962C8B-B14F-4D97-AF65-F5344CB8AC3E}">
        <p14:creationId xmlns:p14="http://schemas.microsoft.com/office/powerpoint/2010/main" val="25641399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bg2"/>
        </a:solidFill>
        <a:effectLst/>
      </p:bgPr>
    </p:bg>
    <p:spTree>
      <p:nvGrpSpPr>
        <p:cNvPr id="1" name=""/>
        <p:cNvGrpSpPr/>
        <p:nvPr/>
      </p:nvGrpSpPr>
      <p:grpSpPr>
        <a:xfrm>
          <a:off x="0" y="0"/>
          <a:ext cx="0" cy="0"/>
          <a:chOff x="0" y="0"/>
          <a:chExt cx="0" cy="0"/>
        </a:xfrm>
      </p:grpSpPr>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95326" y="1917700"/>
            <a:ext cx="5400674" cy="2663300"/>
          </a:xfrm>
        </p:spPr>
        <p:txBody>
          <a:bodyPr anchor="b"/>
          <a:lstStyle>
            <a:lvl1pPr algn="l">
              <a:defRPr sz="40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pic>
        <p:nvPicPr>
          <p:cNvPr id="10" name="Logo">
            <a:extLst>
              <a:ext uri="{FF2B5EF4-FFF2-40B4-BE49-F238E27FC236}">
                <a16:creationId xmlns:a16="http://schemas.microsoft.com/office/drawing/2014/main" id="{88FE6F79-2335-5254-9250-1A749D81306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9861170" y="621000"/>
            <a:ext cx="1706830" cy="2160000"/>
          </a:xfrm>
          <a:prstGeom prst="rect">
            <a:avLst/>
          </a:prstGeom>
        </p:spPr>
      </p:pic>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spTree>
    <p:extLst>
      <p:ext uri="{BB962C8B-B14F-4D97-AF65-F5344CB8AC3E}">
        <p14:creationId xmlns:p14="http://schemas.microsoft.com/office/powerpoint/2010/main" val="1229188569"/>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 vollflächiges Bild">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12192000" cy="6858000"/>
          </a:xfrm>
          <a:solidFill>
            <a:srgbClr val="E4E7E9"/>
          </a:solidFill>
        </p:spPr>
        <p:txBody>
          <a:bodyPr lIns="6552000" tIns="1080000" rIns="864000" bIns="288000" anchor="ctr" anchorCtr="0"/>
          <a:lstStyle>
            <a:lvl1pPr marL="0" indent="0" algn="l">
              <a:spcBef>
                <a:spcPts val="0"/>
              </a:spcBef>
              <a:spcAft>
                <a:spcPts val="0"/>
              </a:spcAft>
              <a:buNone/>
              <a:defRPr sz="1200" b="0">
                <a:solidFill>
                  <a:schemeClr val="tx1"/>
                </a:solidFill>
                <a:latin typeface="+mn-lt"/>
              </a:defRPr>
            </a:lvl1pPr>
            <a:lvl2pPr marL="0" indent="0" algn="l">
              <a:spcBef>
                <a:spcPts val="0"/>
              </a:spcBef>
              <a:spcAft>
                <a:spcPts val="0"/>
              </a:spcAft>
              <a:buNone/>
              <a:defRPr sz="1200" b="0">
                <a:solidFill>
                  <a:schemeClr val="tx1"/>
                </a:solidFill>
                <a:latin typeface="+mn-lt"/>
              </a:defRPr>
            </a:lvl2pPr>
            <a:lvl3pPr marL="0" indent="0" algn="l">
              <a:spcBef>
                <a:spcPts val="0"/>
              </a:spcBef>
              <a:spcAft>
                <a:spcPts val="0"/>
              </a:spcAft>
              <a:buNone/>
              <a:defRPr sz="1200" b="0">
                <a:solidFill>
                  <a:schemeClr val="tx1"/>
                </a:solidFill>
                <a:latin typeface="+mn-lt"/>
              </a:defRPr>
            </a:lvl3pPr>
            <a:lvl4pPr marL="0" indent="0" algn="l">
              <a:spcBef>
                <a:spcPts val="0"/>
              </a:spcBef>
              <a:spcAft>
                <a:spcPts val="0"/>
              </a:spcAft>
              <a:buNone/>
              <a:defRPr sz="1200" b="0">
                <a:solidFill>
                  <a:schemeClr val="tx1"/>
                </a:solidFill>
                <a:latin typeface="+mn-lt"/>
              </a:defRPr>
            </a:lvl4pPr>
            <a:lvl5pPr marL="0" indent="0" algn="l">
              <a:spcBef>
                <a:spcPts val="0"/>
              </a:spcBef>
              <a:spcAft>
                <a:spcPts val="0"/>
              </a:spcAft>
              <a:buNone/>
              <a:defRPr sz="1200" b="0">
                <a:solidFill>
                  <a:schemeClr val="tx1"/>
                </a:solidFill>
                <a:latin typeface="+mn-lt"/>
              </a:defRPr>
            </a:lvl5pPr>
            <a:lvl6pPr marL="0" indent="0" algn="l">
              <a:spcBef>
                <a:spcPts val="0"/>
              </a:spcBef>
              <a:spcAft>
                <a:spcPts val="0"/>
              </a:spcAft>
              <a:buNone/>
              <a:defRPr sz="1200" b="0">
                <a:solidFill>
                  <a:schemeClr val="tx1"/>
                </a:solidFill>
                <a:latin typeface="+mn-lt"/>
              </a:defRPr>
            </a:lvl6pPr>
            <a:lvl7pPr marL="0" indent="0" algn="l">
              <a:spcBef>
                <a:spcPts val="0"/>
              </a:spcBef>
              <a:spcAft>
                <a:spcPts val="0"/>
              </a:spcAft>
              <a:buNone/>
              <a:defRPr sz="1200" b="0">
                <a:solidFill>
                  <a:schemeClr val="tx1"/>
                </a:solidFill>
                <a:latin typeface="+mn-lt"/>
              </a:defRPr>
            </a:lvl7pPr>
            <a:lvl8pPr marL="0" indent="0" algn="l">
              <a:spcBef>
                <a:spcPts val="0"/>
              </a:spcBef>
              <a:spcAft>
                <a:spcPts val="0"/>
              </a:spcAft>
              <a:buNone/>
              <a:defRPr sz="1200" b="0">
                <a:solidFill>
                  <a:schemeClr val="tx1"/>
                </a:solidFill>
                <a:latin typeface="+mn-lt"/>
              </a:defRPr>
            </a:lvl8pPr>
            <a:lvl9pPr marL="0" indent="0" algn="l">
              <a:spcBef>
                <a:spcPts val="0"/>
              </a:spcBef>
              <a:spcAft>
                <a:spcPts val="0"/>
              </a:spcAft>
              <a:buNone/>
              <a:defRPr sz="1200" b="0">
                <a:solidFill>
                  <a:schemeClr val="tx1"/>
                </a:solidFill>
                <a:latin typeface="+mn-lt"/>
              </a:defRPr>
            </a:lvl9pPr>
          </a:lstStyle>
          <a:p>
            <a:pPr lvl="0"/>
            <a:r>
              <a:rPr lang="de-DE" sz="1200"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6" name="Transparenz">
            <a:extLst>
              <a:ext uri="{FF2B5EF4-FFF2-40B4-BE49-F238E27FC236}">
                <a16:creationId xmlns:a16="http://schemas.microsoft.com/office/drawing/2014/main" id="{7165EB65-F10E-50DF-D5F7-78DB8E024405}"/>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dirty="0"/>
              <a:t> </a:t>
            </a:r>
          </a:p>
        </p:txBody>
      </p:sp>
      <p:sp>
        <p:nvSpPr>
          <p:cNvPr id="9" name="Logo">
            <a:extLst>
              <a:ext uri="{FF2B5EF4-FFF2-40B4-BE49-F238E27FC236}">
                <a16:creationId xmlns:a16="http://schemas.microsoft.com/office/drawing/2014/main" id="{CD799FFE-7F94-C709-ABDB-FF3379E6AE1E}"/>
              </a:ext>
              <a:ext uri="{C183D7F6-B498-43B3-948B-1728B52AA6E4}">
                <adec:decorative xmlns:adec="http://schemas.microsoft.com/office/drawing/2017/decorative" val="1"/>
              </a:ext>
            </a:extLst>
          </p:cNvPr>
          <p:cNvSpPr>
            <a:spLocks noGrp="1"/>
          </p:cNvSpPr>
          <p:nvPr>
            <p:ph type="body" sz="quarter" idx="13" hasCustomPrompt="1"/>
          </p:nvPr>
        </p:nvSpPr>
        <p:spPr bwMode="gray">
          <a:xfrm>
            <a:off x="9861600" y="621000"/>
            <a:ext cx="1706400" cy="2160000"/>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gray">
          <a:xfrm>
            <a:off x="695326" y="1917700"/>
            <a:ext cx="5400674" cy="2663300"/>
          </a:xfrm>
        </p:spPr>
        <p:txBody>
          <a:bodyPr anchor="b"/>
          <a:lstStyle>
            <a:lvl1pPr algn="l">
              <a:defRPr sz="40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spTree>
    <p:extLst>
      <p:ext uri="{BB962C8B-B14F-4D97-AF65-F5344CB8AC3E}">
        <p14:creationId xmlns:p14="http://schemas.microsoft.com/office/powerpoint/2010/main" val="3356405246"/>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solidFill>
            <a:srgbClr val="E4E7E9"/>
          </a:solidFill>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310651" y="3141000"/>
            <a:ext cx="5184675" cy="1440000"/>
          </a:xfrm>
        </p:spPr>
        <p:txBody>
          <a:bodyPr anchor="b"/>
          <a:lstStyle>
            <a:lvl1pPr algn="l">
              <a:defRPr sz="32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310651" y="4797000"/>
            <a:ext cx="5184675" cy="720000"/>
          </a:xfr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311325" y="5876999"/>
            <a:ext cx="5184675" cy="288000"/>
          </a:xfr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pic>
        <p:nvPicPr>
          <p:cNvPr id="7" name="Logo">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9861170" y="621000"/>
            <a:ext cx="1706830" cy="2160000"/>
          </a:xfrm>
          <a:prstGeom prst="rect">
            <a:avLst/>
          </a:prstGeom>
        </p:spPr>
      </p:pic>
    </p:spTree>
    <p:extLst>
      <p:ext uri="{BB962C8B-B14F-4D97-AF65-F5344CB8AC3E}">
        <p14:creationId xmlns:p14="http://schemas.microsoft.com/office/powerpoint/2010/main" val="2772534688"/>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3976" userDrawn="1">
          <p15:clr>
            <a:srgbClr val="FBAE40"/>
          </p15:clr>
        </p15:guide>
        <p15:guide id="3" pos="7242" userDrawn="1">
          <p15:clr>
            <a:srgbClr val="FBAE40"/>
          </p15:clr>
        </p15:guide>
        <p15:guide id="4" orient="horz" pos="197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renner">
    <p:bg>
      <p:bgPr>
        <a:solidFill>
          <a:schemeClr val="bg2"/>
        </a:solidFill>
        <a:effectLst/>
      </p:bgPr>
    </p:bg>
    <p:spTree>
      <p:nvGrpSpPr>
        <p:cNvPr id="1" name=""/>
        <p:cNvGrpSpPr/>
        <p:nvPr/>
      </p:nvGrpSpPr>
      <p:grpSpPr>
        <a:xfrm>
          <a:off x="0" y="0"/>
          <a:ext cx="0" cy="0"/>
          <a:chOff x="0" y="0"/>
          <a:chExt cx="0" cy="0"/>
        </a:xfrm>
      </p:grpSpPr>
      <p:sp>
        <p:nvSpPr>
          <p:cNvPr id="12" name="Kapitelnummer">
            <a:extLst>
              <a:ext uri="{FF2B5EF4-FFF2-40B4-BE49-F238E27FC236}">
                <a16:creationId xmlns:a16="http://schemas.microsoft.com/office/drawing/2014/main" id="{77236AAD-C3D7-19B7-D74C-ED45ED69B362}"/>
              </a:ext>
            </a:extLst>
          </p:cNvPr>
          <p:cNvSpPr>
            <a:spLocks noGrp="1"/>
          </p:cNvSpPr>
          <p:nvPr>
            <p:ph type="body" sz="quarter" idx="10" hasCustomPrompt="1"/>
          </p:nvPr>
        </p:nvSpPr>
        <p:spPr bwMode="invGray">
          <a:xfrm>
            <a:off x="696000" y="3357000"/>
            <a:ext cx="2376000" cy="1152000"/>
          </a:xfrm>
        </p:spPr>
        <p:txBody>
          <a:bodyPr anchor="ctr" anchorCtr="0"/>
          <a:lstStyle>
            <a:lvl1pPr marL="0" indent="0" algn="r">
              <a:lnSpc>
                <a:spcPct val="100000"/>
              </a:lnSpc>
              <a:spcBef>
                <a:spcPts val="0"/>
              </a:spcBef>
              <a:spcAft>
                <a:spcPts val="0"/>
              </a:spcAft>
              <a:buFontTx/>
              <a:buNone/>
              <a:defRPr sz="10000" b="1">
                <a:solidFill>
                  <a:schemeClr val="bg1"/>
                </a:solidFill>
                <a:latin typeface="+mj-lt"/>
              </a:defRPr>
            </a:lvl1pPr>
            <a:lvl2pPr marL="0" indent="0" algn="r">
              <a:lnSpc>
                <a:spcPct val="100000"/>
              </a:lnSpc>
              <a:spcBef>
                <a:spcPts val="0"/>
              </a:spcBef>
              <a:spcAft>
                <a:spcPts val="0"/>
              </a:spcAft>
              <a:buFontTx/>
              <a:buNone/>
              <a:defRPr sz="10000" b="1">
                <a:solidFill>
                  <a:schemeClr val="bg1"/>
                </a:solidFill>
                <a:latin typeface="+mj-lt"/>
              </a:defRPr>
            </a:lvl2pPr>
            <a:lvl3pPr marL="0" indent="0" algn="r">
              <a:lnSpc>
                <a:spcPct val="100000"/>
              </a:lnSpc>
              <a:spcBef>
                <a:spcPts val="0"/>
              </a:spcBef>
              <a:spcAft>
                <a:spcPts val="0"/>
              </a:spcAft>
              <a:buFontTx/>
              <a:buNone/>
              <a:defRPr sz="10000" b="1">
                <a:solidFill>
                  <a:schemeClr val="bg1"/>
                </a:solidFill>
                <a:latin typeface="+mj-lt"/>
              </a:defRPr>
            </a:lvl3pPr>
            <a:lvl4pPr marL="0" indent="0" algn="r">
              <a:lnSpc>
                <a:spcPct val="100000"/>
              </a:lnSpc>
              <a:spcBef>
                <a:spcPts val="0"/>
              </a:spcBef>
              <a:spcAft>
                <a:spcPts val="0"/>
              </a:spcAft>
              <a:buFontTx/>
              <a:buNone/>
              <a:defRPr sz="10000" b="1">
                <a:solidFill>
                  <a:schemeClr val="bg1"/>
                </a:solidFill>
                <a:latin typeface="+mj-lt"/>
              </a:defRPr>
            </a:lvl4pPr>
            <a:lvl5pPr marL="0" indent="0" algn="r">
              <a:lnSpc>
                <a:spcPct val="100000"/>
              </a:lnSpc>
              <a:spcBef>
                <a:spcPts val="0"/>
              </a:spcBef>
              <a:spcAft>
                <a:spcPts val="0"/>
              </a:spcAft>
              <a:buFontTx/>
              <a:buNone/>
              <a:defRPr sz="10000" b="1">
                <a:solidFill>
                  <a:schemeClr val="bg1"/>
                </a:solidFill>
                <a:latin typeface="+mj-lt"/>
              </a:defRPr>
            </a:lvl5pPr>
            <a:lvl6pPr marL="0" indent="0" algn="r">
              <a:lnSpc>
                <a:spcPct val="100000"/>
              </a:lnSpc>
              <a:spcBef>
                <a:spcPts val="0"/>
              </a:spcBef>
              <a:spcAft>
                <a:spcPts val="0"/>
              </a:spcAft>
              <a:buFontTx/>
              <a:buNone/>
              <a:defRPr sz="10000" b="1">
                <a:solidFill>
                  <a:schemeClr val="bg1"/>
                </a:solidFill>
                <a:latin typeface="+mj-lt"/>
              </a:defRPr>
            </a:lvl6pPr>
            <a:lvl7pPr marL="0" indent="0" algn="r">
              <a:lnSpc>
                <a:spcPct val="100000"/>
              </a:lnSpc>
              <a:spcBef>
                <a:spcPts val="0"/>
              </a:spcBef>
              <a:spcAft>
                <a:spcPts val="0"/>
              </a:spcAft>
              <a:buFontTx/>
              <a:buNone/>
              <a:defRPr sz="10000" b="1">
                <a:solidFill>
                  <a:schemeClr val="bg1"/>
                </a:solidFill>
                <a:latin typeface="+mj-lt"/>
              </a:defRPr>
            </a:lvl7pPr>
            <a:lvl8pPr marL="0" indent="0" algn="r">
              <a:lnSpc>
                <a:spcPct val="100000"/>
              </a:lnSpc>
              <a:spcBef>
                <a:spcPts val="0"/>
              </a:spcBef>
              <a:spcAft>
                <a:spcPts val="0"/>
              </a:spcAft>
              <a:buFontTx/>
              <a:buNone/>
              <a:defRPr sz="10000" b="1">
                <a:solidFill>
                  <a:schemeClr val="bg1"/>
                </a:solidFill>
                <a:latin typeface="+mj-lt"/>
              </a:defRPr>
            </a:lvl8pPr>
            <a:lvl9pPr marL="0" indent="0" algn="r">
              <a:lnSpc>
                <a:spcPct val="100000"/>
              </a:lnSpc>
              <a:spcBef>
                <a:spcPts val="0"/>
              </a:spcBef>
              <a:spcAft>
                <a:spcPts val="0"/>
              </a:spcAft>
              <a:buFontTx/>
              <a:buNone/>
              <a:defRPr sz="10000" b="1">
                <a:solidFill>
                  <a:schemeClr val="bg1"/>
                </a:solidFill>
                <a:latin typeface="+mj-lt"/>
              </a:defRPr>
            </a:lvl9pPr>
          </a:lstStyle>
          <a:p>
            <a:pPr lvl="0"/>
            <a:r>
              <a:rPr lang="de-DE" dirty="0"/>
              <a:t>XX</a:t>
            </a:r>
          </a:p>
        </p:txBody>
      </p:sp>
      <p:sp>
        <p:nvSpPr>
          <p:cNvPr id="2" name="Titel">
            <a:extLst>
              <a:ext uri="{FF2B5EF4-FFF2-40B4-BE49-F238E27FC236}">
                <a16:creationId xmlns:a16="http://schemas.microsoft.com/office/drawing/2014/main" id="{7437C5DC-0C5B-DB74-37B2-6FF9FCEF1A0D}"/>
              </a:ext>
            </a:extLst>
          </p:cNvPr>
          <p:cNvSpPr>
            <a:spLocks noGrp="1"/>
          </p:cNvSpPr>
          <p:nvPr>
            <p:ph type="title" hasCustomPrompt="1"/>
          </p:nvPr>
        </p:nvSpPr>
        <p:spPr bwMode="invGray">
          <a:xfrm>
            <a:off x="3504000" y="2709000"/>
            <a:ext cx="5184388" cy="1800000"/>
          </a:xfrm>
        </p:spPr>
        <p:txBody>
          <a:bodyPr anchor="b" anchorCtr="0"/>
          <a:lstStyle>
            <a:lvl1pPr>
              <a:defRPr sz="4000">
                <a:solidFill>
                  <a:schemeClr val="bg1"/>
                </a:solidFill>
              </a:defRPr>
            </a:lvl1pPr>
          </a:lstStyle>
          <a:p>
            <a:r>
              <a:rPr lang="de-DE" dirty="0"/>
              <a:t>Name des Kapitels</a:t>
            </a:r>
          </a:p>
        </p:txBody>
      </p:sp>
      <p:sp>
        <p:nvSpPr>
          <p:cNvPr id="3" name="Textplatzhalter">
            <a:extLst>
              <a:ext uri="{FF2B5EF4-FFF2-40B4-BE49-F238E27FC236}">
                <a16:creationId xmlns:a16="http://schemas.microsoft.com/office/drawing/2014/main" id="{55E385CE-2652-72AF-0FEC-689A81B82752}"/>
              </a:ext>
            </a:extLst>
          </p:cNvPr>
          <p:cNvSpPr>
            <a:spLocks noGrp="1"/>
          </p:cNvSpPr>
          <p:nvPr>
            <p:ph type="body" idx="1" hasCustomPrompt="1"/>
          </p:nvPr>
        </p:nvSpPr>
        <p:spPr bwMode="gray">
          <a:xfrm>
            <a:off x="3504000" y="4725001"/>
            <a:ext cx="5184388" cy="720000"/>
          </a:xfrm>
        </p:spPr>
        <p:txBody>
          <a:bodyPr/>
          <a:lstStyle>
            <a:lvl1pPr marL="0" indent="0">
              <a:spcBef>
                <a:spcPts val="0"/>
              </a:spcBef>
              <a:spcAft>
                <a:spcPts val="0"/>
              </a:spcAft>
              <a:buNone/>
              <a:defRPr sz="2000" b="0">
                <a:solidFill>
                  <a:schemeClr val="tx1"/>
                </a:solidFill>
                <a:latin typeface="+mn-lt"/>
              </a:defRPr>
            </a:lvl1pPr>
            <a:lvl2pPr marL="0" indent="0">
              <a:spcBef>
                <a:spcPts val="0"/>
              </a:spcBef>
              <a:spcAft>
                <a:spcPts val="0"/>
              </a:spcAft>
              <a:buNone/>
              <a:defRPr sz="2000" b="0">
                <a:solidFill>
                  <a:schemeClr val="tx1"/>
                </a:solidFill>
                <a:latin typeface="+mn-lt"/>
              </a:defRPr>
            </a:lvl2pPr>
            <a:lvl3pPr marL="0" indent="0">
              <a:spcBef>
                <a:spcPts val="0"/>
              </a:spcBef>
              <a:spcAft>
                <a:spcPts val="0"/>
              </a:spcAft>
              <a:buNone/>
              <a:defRPr sz="2000" b="0">
                <a:solidFill>
                  <a:schemeClr val="tx1"/>
                </a:solidFill>
                <a:latin typeface="+mn-lt"/>
              </a:defRPr>
            </a:lvl3pPr>
            <a:lvl4pPr marL="0" indent="0">
              <a:spcBef>
                <a:spcPts val="0"/>
              </a:spcBef>
              <a:spcAft>
                <a:spcPts val="0"/>
              </a:spcAft>
              <a:buNone/>
              <a:defRPr sz="2000" b="0">
                <a:solidFill>
                  <a:schemeClr val="tx1"/>
                </a:solidFill>
                <a:latin typeface="+mn-lt"/>
              </a:defRPr>
            </a:lvl4pPr>
            <a:lvl5pPr marL="0" indent="0">
              <a:spcBef>
                <a:spcPts val="0"/>
              </a:spcBef>
              <a:spcAft>
                <a:spcPts val="0"/>
              </a:spcAft>
              <a:buNone/>
              <a:defRPr sz="2000" b="0">
                <a:solidFill>
                  <a:schemeClr val="tx1"/>
                </a:solidFill>
                <a:latin typeface="+mn-lt"/>
              </a:defRPr>
            </a:lvl5pPr>
            <a:lvl6pPr marL="0" indent="0">
              <a:spcBef>
                <a:spcPts val="0"/>
              </a:spcBef>
              <a:spcAft>
                <a:spcPts val="0"/>
              </a:spcAft>
              <a:buNone/>
              <a:defRPr sz="2000" b="0">
                <a:solidFill>
                  <a:schemeClr val="tx1"/>
                </a:solidFill>
                <a:latin typeface="+mn-lt"/>
              </a:defRPr>
            </a:lvl6pPr>
            <a:lvl7pPr marL="0" indent="0">
              <a:spcBef>
                <a:spcPts val="0"/>
              </a:spcBef>
              <a:spcAft>
                <a:spcPts val="0"/>
              </a:spcAft>
              <a:buNone/>
              <a:defRPr sz="2000" b="0">
                <a:solidFill>
                  <a:schemeClr val="tx1"/>
                </a:solidFill>
                <a:latin typeface="+mn-lt"/>
              </a:defRPr>
            </a:lvl7pPr>
            <a:lvl8pPr marL="0" indent="0">
              <a:spcBef>
                <a:spcPts val="0"/>
              </a:spcBef>
              <a:spcAft>
                <a:spcPts val="0"/>
              </a:spcAft>
              <a:buNone/>
              <a:defRPr sz="2000" b="0">
                <a:solidFill>
                  <a:schemeClr val="tx1"/>
                </a:solidFill>
                <a:latin typeface="+mn-lt"/>
              </a:defRPr>
            </a:lvl8pPr>
            <a:lvl9pPr marL="0" indent="0">
              <a:spcBef>
                <a:spcPts val="0"/>
              </a:spcBef>
              <a:spcAft>
                <a:spcPts val="0"/>
              </a:spcAft>
              <a:buNone/>
              <a:defRPr sz="2000" b="0">
                <a:solidFill>
                  <a:schemeClr val="tx1"/>
                </a:solidFill>
                <a:latin typeface="+mn-lt"/>
              </a:defRPr>
            </a:lvl9pPr>
          </a:lstStyle>
          <a:p>
            <a:pPr lvl="0"/>
            <a:r>
              <a:rPr lang="de-DE" dirty="0"/>
              <a:t>Optionale Kurzbeschreibung</a:t>
            </a:r>
          </a:p>
        </p:txBody>
      </p:sp>
      <p:pic>
        <p:nvPicPr>
          <p:cNvPr id="16" name="Logo">
            <a:extLst>
              <a:ext uri="{FF2B5EF4-FFF2-40B4-BE49-F238E27FC236}">
                <a16:creationId xmlns:a16="http://schemas.microsoft.com/office/drawing/2014/main" id="{7C8043C2-3095-4704-440B-79B554FBDB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9861170" y="621000"/>
            <a:ext cx="1706830" cy="2160000"/>
          </a:xfrm>
          <a:prstGeom prst="rect">
            <a:avLst/>
          </a:prstGeom>
        </p:spPr>
      </p:pic>
    </p:spTree>
    <p:extLst>
      <p:ext uri="{BB962C8B-B14F-4D97-AF65-F5344CB8AC3E}">
        <p14:creationId xmlns:p14="http://schemas.microsoft.com/office/powerpoint/2010/main" val="1313537673"/>
      </p:ext>
    </p:extLst>
  </p:cSld>
  <p:clrMapOvr>
    <a:masterClrMapping/>
  </p:clrMapOvr>
  <p:extLst>
    <p:ext uri="{DCECCB84-F9BA-43D5-87BE-67443E8EF086}">
      <p15:sldGuideLst xmlns:p15="http://schemas.microsoft.com/office/powerpoint/2012/main">
        <p15:guide id="1" orient="horz" pos="1706" userDrawn="1">
          <p15:clr>
            <a:srgbClr val="FBAE40"/>
          </p15:clr>
        </p15:guide>
        <p15:guide id="2" pos="5473" userDrawn="1">
          <p15:clr>
            <a:srgbClr val="FBAE40"/>
          </p15:clr>
        </p15:guide>
        <p15:guide id="3" pos="2207" userDrawn="1">
          <p15:clr>
            <a:srgbClr val="FBAE40"/>
          </p15:clr>
        </p15:guide>
        <p15:guide id="4" orient="horz" pos="2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Ein Inhalt">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74D3227D-CF66-3BD2-DB96-30ED8B37ACEF}"/>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150745D7-A4C0-C2AF-8372-A7A8F52F8206}"/>
              </a:ext>
            </a:extLst>
          </p:cNvPr>
          <p:cNvSpPr>
            <a:spLocks noGrp="1"/>
          </p:cNvSpPr>
          <p:nvPr>
            <p:ph type="title" hasCustomPrompt="1"/>
          </p:nvPr>
        </p:nvSpPr>
        <p:spPr bwMode="gray">
          <a:xfrm>
            <a:off x="695326" y="693000"/>
            <a:ext cx="8928100" cy="792000"/>
          </a:xfrm>
        </p:spPr>
        <p:txBody>
          <a:bodyPr/>
          <a:lstStyle/>
          <a:p>
            <a:r>
              <a:rPr lang="de-DE" dirty="0"/>
              <a:t>Folientitel</a:t>
            </a:r>
          </a:p>
        </p:txBody>
      </p:sp>
      <p:sp>
        <p:nvSpPr>
          <p:cNvPr id="3" name="Inhaltsplatzhalter">
            <a:extLst>
              <a:ext uri="{FF2B5EF4-FFF2-40B4-BE49-F238E27FC236}">
                <a16:creationId xmlns:a16="http://schemas.microsoft.com/office/drawing/2014/main" id="{30AF8B8C-65ED-A652-C3D6-15F54289CA21}"/>
              </a:ext>
            </a:extLst>
          </p:cNvPr>
          <p:cNvSpPr>
            <a:spLocks noGrp="1"/>
          </p:cNvSpPr>
          <p:nvPr>
            <p:ph idx="1" hasCustomPrompt="1"/>
          </p:nvPr>
        </p:nvSpPr>
        <p:spPr bwMode="gray">
          <a:xfrm>
            <a:off x="695325" y="1844675"/>
            <a:ext cx="8928100" cy="4319589"/>
          </a:xfrm>
        </p:spPr>
        <p:txBody>
          <a:body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
            <a:extLst>
              <a:ext uri="{FF2B5EF4-FFF2-40B4-BE49-F238E27FC236}">
                <a16:creationId xmlns:a16="http://schemas.microsoft.com/office/drawing/2014/main" id="{ADA380CC-EB11-4907-814A-374A8738070D}"/>
              </a:ext>
              <a:ext uri="{C183D7F6-B498-43B3-948B-1728B52AA6E4}">
                <adec:decorative xmlns:adec="http://schemas.microsoft.com/office/drawing/2017/decorative" val="1"/>
              </a:ext>
            </a:extLst>
          </p:cNvPr>
          <p:cNvSpPr>
            <a:spLocks noGrp="1"/>
          </p:cNvSpPr>
          <p:nvPr>
            <p:ph type="dt" sz="half" idx="10"/>
          </p:nvPr>
        </p:nvSpPr>
        <p:spPr bwMode="gray"/>
        <p:txBody>
          <a:bodyPr/>
          <a:lstStyle/>
          <a:p>
            <a:fld id="{2A09CE31-9316-4BF9-8DA9-E4F37514F421}" type="datetime1">
              <a:rPr lang="en-US" smtClean="0"/>
              <a:t>6/9/2026</a:t>
            </a:fld>
            <a:endParaRPr lang="de-DE" dirty="0"/>
          </a:p>
        </p:txBody>
      </p:sp>
      <p:sp>
        <p:nvSpPr>
          <p:cNvPr id="5" name="Fußzeile">
            <a:extLst>
              <a:ext uri="{FF2B5EF4-FFF2-40B4-BE49-F238E27FC236}">
                <a16:creationId xmlns:a16="http://schemas.microsoft.com/office/drawing/2014/main" id="{188A2690-C068-BA18-C8A9-131C0659FB52}"/>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Tree>
    <p:extLst>
      <p:ext uri="{BB962C8B-B14F-4D97-AF65-F5344CB8AC3E}">
        <p14:creationId xmlns:p14="http://schemas.microsoft.com/office/powerpoint/2010/main" val="3232414894"/>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438" userDrawn="1">
          <p15:clr>
            <a:srgbClr val="FBAE40"/>
          </p15:clr>
        </p15:guide>
        <p15:guide id="3" pos="6062" userDrawn="1">
          <p15:clr>
            <a:srgbClr val="FBAE40"/>
          </p15:clr>
        </p15:guide>
        <p15:guide id="4" orient="horz" pos="388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Ein Inhalt mit Marginali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dirty="0"/>
              <a:t>Folientitel</a:t>
            </a:r>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7056438"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8183562" y="1845000"/>
            <a:ext cx="3313113"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fld id="{4B5AD537-44AC-42F9-A3D1-33298B4A8467}" type="datetime1">
              <a:rPr lang="en-US" smtClean="0"/>
              <a:t>6/9/2026</a:t>
            </a:fld>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Tree>
    <p:extLst>
      <p:ext uri="{BB962C8B-B14F-4D97-AF65-F5344CB8AC3E}">
        <p14:creationId xmlns:p14="http://schemas.microsoft.com/office/powerpoint/2010/main" val="177052816"/>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5155" userDrawn="1">
          <p15:clr>
            <a:srgbClr val="FBAE40"/>
          </p15:clr>
        </p15:guide>
        <p15:guide id="3" pos="438" userDrawn="1">
          <p15:clr>
            <a:srgbClr val="FBAE40"/>
          </p15:clr>
        </p15:guide>
        <p15:guide id="4" pos="4883"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dirty="0"/>
              <a:t>Folientitel</a:t>
            </a:r>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5184775"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6311900" y="1845000"/>
            <a:ext cx="5184775"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fld id="{7E1AF4C6-FF53-42BF-9D14-8D8139C3C86E}" type="datetime1">
              <a:rPr lang="en-US" smtClean="0"/>
              <a:t>6/9/2026</a:t>
            </a:fld>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Tree>
    <p:extLst>
      <p:ext uri="{BB962C8B-B14F-4D97-AF65-F5344CB8AC3E}">
        <p14:creationId xmlns:p14="http://schemas.microsoft.com/office/powerpoint/2010/main" val="3888075122"/>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3976" userDrawn="1">
          <p15:clr>
            <a:srgbClr val="FBAE40"/>
          </p15:clr>
        </p15:guide>
        <p15:guide id="3" pos="438" userDrawn="1">
          <p15:clr>
            <a:srgbClr val="FBAE40"/>
          </p15:clr>
        </p15:guide>
        <p15:guide id="4" pos="3704"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5" name="Seitenzahl">
            <a:extLst>
              <a:ext uri="{FF2B5EF4-FFF2-40B4-BE49-F238E27FC236}">
                <a16:creationId xmlns:a16="http://schemas.microsoft.com/office/drawing/2014/main" id="{D7647B63-C144-DF75-9699-C0B5D11920AB}"/>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D42305C9-B889-1D8B-6063-010E8F13C653}"/>
              </a:ext>
            </a:extLst>
          </p:cNvPr>
          <p:cNvSpPr>
            <a:spLocks noGrp="1"/>
          </p:cNvSpPr>
          <p:nvPr>
            <p:ph type="title" hasCustomPrompt="1"/>
          </p:nvPr>
        </p:nvSpPr>
        <p:spPr bwMode="gray"/>
        <p:txBody>
          <a:bodyPr/>
          <a:lstStyle/>
          <a:p>
            <a:r>
              <a:rPr lang="de-DE" dirty="0"/>
              <a:t>Folientitel</a:t>
            </a:r>
          </a:p>
        </p:txBody>
      </p:sp>
      <p:sp>
        <p:nvSpPr>
          <p:cNvPr id="3" name="Datum">
            <a:extLst>
              <a:ext uri="{FF2B5EF4-FFF2-40B4-BE49-F238E27FC236}">
                <a16:creationId xmlns:a16="http://schemas.microsoft.com/office/drawing/2014/main" id="{C1BF8782-6672-A080-DFAD-B6A598EC7C75}"/>
              </a:ext>
              <a:ext uri="{C183D7F6-B498-43B3-948B-1728B52AA6E4}">
                <adec:decorative xmlns:adec="http://schemas.microsoft.com/office/drawing/2017/decorative" val="1"/>
              </a:ext>
            </a:extLst>
          </p:cNvPr>
          <p:cNvSpPr>
            <a:spLocks noGrp="1"/>
          </p:cNvSpPr>
          <p:nvPr>
            <p:ph type="dt" sz="half" idx="10"/>
          </p:nvPr>
        </p:nvSpPr>
        <p:spPr bwMode="gray"/>
        <p:txBody>
          <a:bodyPr/>
          <a:lstStyle/>
          <a:p>
            <a:fld id="{CB57924C-E693-48F9-A1FF-5DCD36A9E2E7}" type="datetime1">
              <a:rPr lang="en-US" smtClean="0"/>
              <a:t>6/9/2026</a:t>
            </a:fld>
            <a:endParaRPr lang="de-DE" dirty="0"/>
          </a:p>
        </p:txBody>
      </p:sp>
      <p:sp>
        <p:nvSpPr>
          <p:cNvPr id="4" name="Fußzeile">
            <a:extLst>
              <a:ext uri="{FF2B5EF4-FFF2-40B4-BE49-F238E27FC236}">
                <a16:creationId xmlns:a16="http://schemas.microsoft.com/office/drawing/2014/main" id="{C02F2B38-8079-2DD7-8093-1AAF5F97A3D0}"/>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Tree>
    <p:extLst>
      <p:ext uri="{BB962C8B-B14F-4D97-AF65-F5344CB8AC3E}">
        <p14:creationId xmlns:p14="http://schemas.microsoft.com/office/powerpoint/2010/main" val="644845398"/>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7242" userDrawn="1">
          <p15:clr>
            <a:srgbClr val="FBAE40"/>
          </p15:clr>
        </p15:guide>
        <p15:guide id="3" pos="438" userDrawn="1">
          <p15:clr>
            <a:srgbClr val="FBAE40"/>
          </p15:clr>
        </p15:guide>
        <p15:guide id="4" orient="horz" pos="388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p:ph type="dt" sz="half" idx="10"/>
          </p:nvPr>
        </p:nvSpPr>
        <p:spPr bwMode="gray"/>
        <p:txBody>
          <a:bodyPr/>
          <a:lstStyle/>
          <a:p>
            <a:fld id="{6688E2AB-8D52-41B0-B21E-E03CD4B9ADA6}" type="datetime1">
              <a:rPr lang="en-US" smtClean="0"/>
              <a:t>6/9/2026</a:t>
            </a:fld>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US"/>
              <a:t>Firstname Lastname:  Thesis Title </a:t>
            </a:r>
            <a:endParaRPr lang="de-DE" dirty="0"/>
          </a:p>
        </p:txBody>
      </p:sp>
      <p:sp>
        <p:nvSpPr>
          <p:cNvPr id="4" name="Seitenzahl">
            <a:extLst>
              <a:ext uri="{FF2B5EF4-FFF2-40B4-BE49-F238E27FC236}">
                <a16:creationId xmlns:a16="http://schemas.microsoft.com/office/drawing/2014/main" id="{DDD4A764-0924-9D33-56B6-137296B573A9}"/>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Tree>
    <p:extLst>
      <p:ext uri="{BB962C8B-B14F-4D97-AF65-F5344CB8AC3E}">
        <p14:creationId xmlns:p14="http://schemas.microsoft.com/office/powerpoint/2010/main" val="3626698971"/>
      </p:ext>
    </p:extLst>
  </p:cSld>
  <p:clrMapOvr>
    <a:masterClrMapping/>
  </p:clrMapOvr>
  <p:extLst>
    <p:ext uri="{DCECCB84-F9BA-43D5-87BE-67443E8EF086}">
      <p15:sldGuideLst xmlns:p15="http://schemas.microsoft.com/office/powerpoint/2012/main">
        <p15:guide id="1" orient="horz" pos="437" userDrawn="1">
          <p15:clr>
            <a:srgbClr val="FBAE40"/>
          </p15:clr>
        </p15:guide>
        <p15:guide id="2" pos="438" userDrawn="1">
          <p15:clr>
            <a:srgbClr val="FBAE40"/>
          </p15:clr>
        </p15:guide>
        <p15:guide id="3" pos="7242" userDrawn="1">
          <p15:clr>
            <a:srgbClr val="FBAE40"/>
          </p15:clr>
        </p15:guide>
        <p15:guide id="4" orient="horz" pos="388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 Inhalt | 1/3 Bild | Plakativ">
    <p:spTree>
      <p:nvGrpSpPr>
        <p:cNvPr id="1" name=""/>
        <p:cNvGrpSpPr/>
        <p:nvPr/>
      </p:nvGrpSpPr>
      <p:grpSpPr>
        <a:xfrm>
          <a:off x="0" y="0"/>
          <a:ext cx="0" cy="0"/>
          <a:chOff x="0" y="0"/>
          <a:chExt cx="0" cy="0"/>
        </a:xfrm>
      </p:grpSpPr>
      <p:sp>
        <p:nvSpPr>
          <p:cNvPr id="19" name="Seitenzahl">
            <a:extLst>
              <a:ext uri="{FF2B5EF4-FFF2-40B4-BE49-F238E27FC236}">
                <a16:creationId xmlns:a16="http://schemas.microsoft.com/office/drawing/2014/main" id="{1FE84F85-E87D-A7F5-E6B5-FACAE49239DB}"/>
              </a:ext>
              <a:ext uri="{C183D7F6-B498-43B3-948B-1728B52AA6E4}">
                <adec:decorative xmlns:adec="http://schemas.microsoft.com/office/drawing/2017/decorative" val="0"/>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6" y="693000"/>
            <a:ext cx="6553200" cy="1656000"/>
          </a:xfrm>
        </p:spPr>
        <p:txBody>
          <a:bodyPr anchor="b" anchorCtr="0"/>
          <a:lstStyle>
            <a:lvl1pPr>
              <a:lnSpc>
                <a:spcPct val="100000"/>
              </a:lnSpc>
              <a:defRPr sz="3600"/>
            </a:lvl1pPr>
          </a:lstStyle>
          <a:p>
            <a:r>
              <a:rPr lang="de-DE" dirty="0"/>
              <a:t>Folientitel</a:t>
            </a:r>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2780999"/>
            <a:ext cx="6553200" cy="3383263"/>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8184000" y="0"/>
            <a:ext cx="4008000" cy="6858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7" name="Datum">
            <a:extLst>
              <a:ext uri="{FF2B5EF4-FFF2-40B4-BE49-F238E27FC236}">
                <a16:creationId xmlns:a16="http://schemas.microsoft.com/office/drawing/2014/main" id="{35C59BB5-79BC-E0E7-BA01-48006270CC92}"/>
              </a:ext>
              <a:ext uri="{C183D7F6-B498-43B3-948B-1728B52AA6E4}">
                <adec:decorative xmlns:adec="http://schemas.microsoft.com/office/drawing/2017/decorative" val="1"/>
              </a:ext>
            </a:extLst>
          </p:cNvPr>
          <p:cNvSpPr>
            <a:spLocks noGrp="1"/>
          </p:cNvSpPr>
          <p:nvPr>
            <p:ph type="dt" sz="half" idx="15"/>
          </p:nvPr>
        </p:nvSpPr>
        <p:spPr bwMode="gray"/>
        <p:txBody>
          <a:bodyPr/>
          <a:lstStyle/>
          <a:p>
            <a:fld id="{F677530F-3644-47D1-8CD5-CB42886FA70D}" type="datetime1">
              <a:rPr lang="en-US" smtClean="0"/>
              <a:t>6/9/2026</a:t>
            </a:fld>
            <a:endParaRPr lang="de-DE" dirty="0"/>
          </a:p>
        </p:txBody>
      </p:sp>
      <p:sp>
        <p:nvSpPr>
          <p:cNvPr id="18" name="Fußzeile">
            <a:extLst>
              <a:ext uri="{FF2B5EF4-FFF2-40B4-BE49-F238E27FC236}">
                <a16:creationId xmlns:a16="http://schemas.microsoft.com/office/drawing/2014/main" id="{AC3E8207-98FD-1844-85F2-0ACEE244789B}"/>
              </a:ext>
              <a:ext uri="{C183D7F6-B498-43B3-948B-1728B52AA6E4}">
                <adec:decorative xmlns:adec="http://schemas.microsoft.com/office/drawing/2017/decorative" val="1"/>
              </a:ext>
            </a:extLst>
          </p:cNvPr>
          <p:cNvSpPr>
            <a:spLocks noGrp="1"/>
          </p:cNvSpPr>
          <p:nvPr>
            <p:ph type="ftr" sz="quarter" idx="16"/>
          </p:nvPr>
        </p:nvSpPr>
        <p:spPr bwMode="gray">
          <a:xfrm>
            <a:off x="1560000" y="6439500"/>
            <a:ext cx="5688000" cy="144000"/>
          </a:xfrm>
        </p:spPr>
        <p:txBody>
          <a:bodyPr/>
          <a:lstStyle/>
          <a:p>
            <a:r>
              <a:rPr lang="en-US"/>
              <a:t>Firstname Lastname:  Thesis Title </a:t>
            </a:r>
            <a:endParaRPr lang="de-DE" dirty="0"/>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1"/>
            <a:ext cx="504000" cy="516923"/>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605531153"/>
      </p:ext>
    </p:extLst>
  </p:cSld>
  <p:clrMapOvr>
    <a:masterClrMapping/>
  </p:clrMapOvr>
  <p:extLst>
    <p:ext uri="{DCECCB84-F9BA-43D5-87BE-67443E8EF086}">
      <p15:sldGuideLst xmlns:p15="http://schemas.microsoft.com/office/powerpoint/2012/main">
        <p15:guide id="1" orient="horz" pos="437" userDrawn="1">
          <p15:clr>
            <a:srgbClr val="FBAE40"/>
          </p15:clr>
        </p15:guide>
        <p15:guide id="3" pos="438" userDrawn="1">
          <p15:clr>
            <a:srgbClr val="FBAE40"/>
          </p15:clr>
        </p15:guide>
        <p15:guide id="4" pos="4566" userDrawn="1">
          <p15:clr>
            <a:srgbClr val="FBAE40"/>
          </p15:clr>
        </p15:guide>
        <p15:guide id="5" orient="horz" pos="388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in Inhalt | drei Bilder">
    <p:spTree>
      <p:nvGrpSpPr>
        <p:cNvPr id="1" name=""/>
        <p:cNvGrpSpPr/>
        <p:nvPr/>
      </p:nvGrpSpPr>
      <p:grpSpPr>
        <a:xfrm>
          <a:off x="0" y="0"/>
          <a:ext cx="0" cy="0"/>
          <a:chOff x="0" y="0"/>
          <a:chExt cx="0" cy="0"/>
        </a:xfrm>
      </p:grpSpPr>
      <p:sp>
        <p:nvSpPr>
          <p:cNvPr id="36" name="Seitenzahl">
            <a:extLst>
              <a:ext uri="{FF2B5EF4-FFF2-40B4-BE49-F238E27FC236}">
                <a16:creationId xmlns:a16="http://schemas.microsoft.com/office/drawing/2014/main" id="{7CF479F3-EFF6-EAE7-4DE8-3E81275A2131}"/>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5" y="693000"/>
            <a:ext cx="3744913" cy="792000"/>
          </a:xfrm>
        </p:spPr>
        <p:txBody>
          <a:bodyPr/>
          <a:lstStyle/>
          <a:p>
            <a:r>
              <a:rPr lang="de-DE" dirty="0"/>
              <a:t>Folientitel</a:t>
            </a:r>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3744913" cy="4320000"/>
          </a:xfrm>
        </p:spPr>
        <p:txBody>
          <a:bodyP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21" name="Bildplatzhalter 1">
            <a:extLst>
              <a:ext uri="{FF2B5EF4-FFF2-40B4-BE49-F238E27FC236}">
                <a16:creationId xmlns:a16="http://schemas.microsoft.com/office/drawing/2014/main" id="{AF836F0C-AB23-0834-52F8-488CDB969108}"/>
              </a:ext>
            </a:extLst>
          </p:cNvPr>
          <p:cNvSpPr>
            <a:spLocks noGrp="1"/>
          </p:cNvSpPr>
          <p:nvPr>
            <p:ph type="pic" idx="13" hasCustomPrompt="1"/>
          </p:nvPr>
        </p:nvSpPr>
        <p:spPr bwMode="gray">
          <a:xfrm>
            <a:off x="5376001" y="0"/>
            <a:ext cx="3383999" cy="6858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9" name="Bildplatzhalter 2">
            <a:extLst>
              <a:ext uri="{FF2B5EF4-FFF2-40B4-BE49-F238E27FC236}">
                <a16:creationId xmlns:a16="http://schemas.microsoft.com/office/drawing/2014/main" id="{0F65B358-CE70-23FB-E16C-13EADA50F311}"/>
              </a:ext>
            </a:extLst>
          </p:cNvPr>
          <p:cNvSpPr>
            <a:spLocks noGrp="1"/>
          </p:cNvSpPr>
          <p:nvPr>
            <p:ph type="pic" idx="17" hasCustomPrompt="1"/>
          </p:nvPr>
        </p:nvSpPr>
        <p:spPr bwMode="gray">
          <a:xfrm>
            <a:off x="8832000" y="0"/>
            <a:ext cx="3360000" cy="3357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0" name="Bildplatzhalter 3">
            <a:extLst>
              <a:ext uri="{FF2B5EF4-FFF2-40B4-BE49-F238E27FC236}">
                <a16:creationId xmlns:a16="http://schemas.microsoft.com/office/drawing/2014/main" id="{09C26D89-9D23-A9D8-BB76-CC49822F1DFD}"/>
              </a:ext>
            </a:extLst>
          </p:cNvPr>
          <p:cNvSpPr>
            <a:spLocks noGrp="1"/>
          </p:cNvSpPr>
          <p:nvPr>
            <p:ph type="pic" idx="18" hasCustomPrompt="1"/>
          </p:nvPr>
        </p:nvSpPr>
        <p:spPr bwMode="gray">
          <a:xfrm>
            <a:off x="8832000" y="3429000"/>
            <a:ext cx="3360000" cy="3429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4" name="Datum">
            <a:extLst>
              <a:ext uri="{FF2B5EF4-FFF2-40B4-BE49-F238E27FC236}">
                <a16:creationId xmlns:a16="http://schemas.microsoft.com/office/drawing/2014/main" id="{EA4C7831-6E8D-936E-ACD1-6EB2EDDB54B1}"/>
              </a:ext>
              <a:ext uri="{C183D7F6-B498-43B3-948B-1728B52AA6E4}">
                <adec:decorative xmlns:adec="http://schemas.microsoft.com/office/drawing/2017/decorative" val="1"/>
              </a:ext>
            </a:extLst>
          </p:cNvPr>
          <p:cNvSpPr>
            <a:spLocks noGrp="1"/>
          </p:cNvSpPr>
          <p:nvPr>
            <p:ph type="dt" sz="half" idx="20"/>
          </p:nvPr>
        </p:nvSpPr>
        <p:spPr bwMode="gray"/>
        <p:txBody>
          <a:bodyPr/>
          <a:lstStyle/>
          <a:p>
            <a:fld id="{1E7FE58B-31BB-47FA-A637-27DAA422B0E3}" type="datetime1">
              <a:rPr lang="en-US" smtClean="0"/>
              <a:t>6/9/2026</a:t>
            </a:fld>
            <a:endParaRPr lang="de-DE" dirty="0"/>
          </a:p>
        </p:txBody>
      </p:sp>
      <p:sp>
        <p:nvSpPr>
          <p:cNvPr id="35" name="Fußzeile">
            <a:extLst>
              <a:ext uri="{FF2B5EF4-FFF2-40B4-BE49-F238E27FC236}">
                <a16:creationId xmlns:a16="http://schemas.microsoft.com/office/drawing/2014/main" id="{E776CB81-10D0-E4F7-207B-6142F18CCDC1}"/>
              </a:ext>
              <a:ext uri="{C183D7F6-B498-43B3-948B-1728B52AA6E4}">
                <adec:decorative xmlns:adec="http://schemas.microsoft.com/office/drawing/2017/decorative" val="1"/>
              </a:ext>
            </a:extLst>
          </p:cNvPr>
          <p:cNvSpPr>
            <a:spLocks noGrp="1"/>
          </p:cNvSpPr>
          <p:nvPr>
            <p:ph type="ftr" sz="quarter" idx="21"/>
          </p:nvPr>
        </p:nvSpPr>
        <p:spPr bwMode="gray">
          <a:xfrm>
            <a:off x="1560000" y="6439500"/>
            <a:ext cx="2880000" cy="144000"/>
          </a:xfrm>
        </p:spPr>
        <p:txBody>
          <a:bodyPr/>
          <a:lstStyle/>
          <a:p>
            <a:r>
              <a:rPr lang="en-US"/>
              <a:t>Firstname Lastname:  Thesis Title </a:t>
            </a:r>
            <a:endParaRPr lang="de-DE" dirty="0"/>
          </a:p>
        </p:txBody>
      </p:sp>
      <p:sp>
        <p:nvSpPr>
          <p:cNvPr id="31" name="Logo">
            <a:extLst>
              <a:ext uri="{FF2B5EF4-FFF2-40B4-BE49-F238E27FC236}">
                <a16:creationId xmlns:a16="http://schemas.microsoft.com/office/drawing/2014/main" id="{220E6700-012A-BBA8-B56B-B2DC0E4CF31B}"/>
              </a:ext>
              <a:ext uri="{C183D7F6-B498-43B3-948B-1728B52AA6E4}">
                <adec:decorative xmlns:adec="http://schemas.microsoft.com/office/drawing/2017/decorative" val="1"/>
              </a:ext>
            </a:extLst>
          </p:cNvPr>
          <p:cNvSpPr>
            <a:spLocks noGrp="1" noChangeAspect="1"/>
          </p:cNvSpPr>
          <p:nvPr>
            <p:ph type="body" sz="quarter" idx="19" hasCustomPrompt="1"/>
          </p:nvPr>
        </p:nvSpPr>
        <p:spPr bwMode="gray">
          <a:xfrm>
            <a:off x="10992001" y="483650"/>
            <a:ext cx="504000" cy="516923"/>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328228728"/>
      </p:ext>
    </p:extLst>
  </p:cSld>
  <p:clrMapOvr>
    <a:masterClrMapping/>
  </p:clrMapOvr>
  <p:extLst>
    <p:ext uri="{DCECCB84-F9BA-43D5-87BE-67443E8EF086}">
      <p15:sldGuideLst xmlns:p15="http://schemas.microsoft.com/office/powerpoint/2012/main">
        <p15:guide id="1" orient="horz" pos="1162" userDrawn="1">
          <p15:clr>
            <a:srgbClr val="FBAE40"/>
          </p15:clr>
        </p15:guide>
        <p15:guide id="3" pos="438" userDrawn="1">
          <p15:clr>
            <a:srgbClr val="FBAE40"/>
          </p15:clr>
        </p15:guide>
        <p15:guide id="4" pos="2797" userDrawn="1">
          <p15:clr>
            <a:srgbClr val="FBAE40"/>
          </p15:clr>
        </p15:guide>
        <p15:guide id="5" orient="horz" pos="388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ollflächiges Bild">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fld id="{008ADB23-EB43-4898-8146-A1453F3EB80D}" type="datetime1">
              <a:rPr lang="en-US" smtClean="0"/>
              <a:t>6/9/2026</a:t>
            </a:fld>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0"/>
            <a:ext cx="12192000" cy="6858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78166529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in Bild mit Text">
    <p:spTree>
      <p:nvGrpSpPr>
        <p:cNvPr id="1" name=""/>
        <p:cNvGrpSpPr/>
        <p:nvPr/>
      </p:nvGrpSpPr>
      <p:grpSpPr>
        <a:xfrm>
          <a:off x="0" y="0"/>
          <a:ext cx="0" cy="0"/>
          <a:chOff x="0" y="0"/>
          <a:chExt cx="0" cy="0"/>
        </a:xfrm>
      </p:grpSpPr>
      <p:sp>
        <p:nvSpPr>
          <p:cNvPr id="14" name="Datum">
            <a:extLst>
              <a:ext uri="{FF2B5EF4-FFF2-40B4-BE49-F238E27FC236}">
                <a16:creationId xmlns:a16="http://schemas.microsoft.com/office/drawing/2014/main" id="{E2266BD2-5D48-750F-9E5B-9908CB1B3BE9}"/>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fld id="{0CCA5422-D3CA-4564-A8D6-0C2439E1A5FA}" type="datetime1">
              <a:rPr lang="en-US" smtClean="0"/>
              <a:t>6/9/2026</a:t>
            </a:fld>
            <a:endParaRPr lang="de-DE" dirty="0"/>
          </a:p>
        </p:txBody>
      </p:sp>
      <p:sp>
        <p:nvSpPr>
          <p:cNvPr id="15" name="Fußzeile">
            <a:extLst>
              <a:ext uri="{FF2B5EF4-FFF2-40B4-BE49-F238E27FC236}">
                <a16:creationId xmlns:a16="http://schemas.microsoft.com/office/drawing/2014/main" id="{BB812F79-C277-1EDF-A8FA-F87C0BFE0644}"/>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6" name="Seitenzahl">
            <a:extLst>
              <a:ext uri="{FF2B5EF4-FFF2-40B4-BE49-F238E27FC236}">
                <a16:creationId xmlns:a16="http://schemas.microsoft.com/office/drawing/2014/main" id="{EE17E10C-A7AF-74BB-0D2B-65E7D6C8B3B2}"/>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gray"/>
        <p:txBody>
          <a:bodyPr/>
          <a:lstStyle/>
          <a:p>
            <a:r>
              <a:rPr lang="de-DE" dirty="0"/>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2215380905"/>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7" name="Datum">
            <a:extLst>
              <a:ext uri="{FF2B5EF4-FFF2-40B4-BE49-F238E27FC236}">
                <a16:creationId xmlns:a16="http://schemas.microsoft.com/office/drawing/2014/main" id="{ABDF3D13-9526-C050-0073-BBA0EB9356AD}"/>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fld id="{A48ED24F-DA1D-4CCE-A49D-F1DD3DA2E2A4}" type="datetime1">
              <a:rPr lang="en-US" smtClean="0"/>
              <a:t>6/9/2026</a:t>
            </a:fld>
            <a:endParaRPr lang="de-DE" dirty="0"/>
          </a:p>
        </p:txBody>
      </p:sp>
      <p:sp>
        <p:nvSpPr>
          <p:cNvPr id="18" name="Fußzeile">
            <a:extLst>
              <a:ext uri="{FF2B5EF4-FFF2-40B4-BE49-F238E27FC236}">
                <a16:creationId xmlns:a16="http://schemas.microsoft.com/office/drawing/2014/main" id="{F8059C70-1BE9-82F2-89E5-917632A008BC}"/>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9" name="Seitenzahl">
            <a:extLst>
              <a:ext uri="{FF2B5EF4-FFF2-40B4-BE49-F238E27FC236}">
                <a16:creationId xmlns:a16="http://schemas.microsoft.com/office/drawing/2014/main" id="{87E688EA-AC44-9F1B-7BAE-E47B491E7420}"/>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968468996"/>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3449F117-7C5B-E999-46EB-D6D7E7ACAA88}"/>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fld id="{E2B63C55-F913-43AE-9C54-B855A10A4601}" type="datetime1">
              <a:rPr lang="en-US" smtClean="0"/>
              <a:t>6/9/2026</a:t>
            </a:fld>
            <a:endParaRPr lang="de-DE" dirty="0"/>
          </a:p>
        </p:txBody>
      </p:sp>
      <p:sp>
        <p:nvSpPr>
          <p:cNvPr id="4" name="Fußzeile">
            <a:extLst>
              <a:ext uri="{FF2B5EF4-FFF2-40B4-BE49-F238E27FC236}">
                <a16:creationId xmlns:a16="http://schemas.microsoft.com/office/drawing/2014/main" id="{2C8A6FB8-E0FF-4ED6-3D34-62BAEB628970}"/>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8" name="Seitenzahl">
            <a:extLst>
              <a:ext uri="{FF2B5EF4-FFF2-40B4-BE49-F238E27FC236}">
                <a16:creationId xmlns:a16="http://schemas.microsoft.com/office/drawing/2014/main" id="{26037196-1AAA-6A1F-3F59-5790731AE36E}"/>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9820009"/>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er Bilder">
    <p:spTree>
      <p:nvGrpSpPr>
        <p:cNvPr id="1" name=""/>
        <p:cNvGrpSpPr/>
        <p:nvPr/>
      </p:nvGrpSpPr>
      <p:grpSpPr>
        <a:xfrm>
          <a:off x="0" y="0"/>
          <a:ext cx="0" cy="0"/>
          <a:chOff x="0" y="0"/>
          <a:chExt cx="0" cy="0"/>
        </a:xfrm>
      </p:grpSpPr>
      <p:sp>
        <p:nvSpPr>
          <p:cNvPr id="9" name="Datum">
            <a:extLst>
              <a:ext uri="{FF2B5EF4-FFF2-40B4-BE49-F238E27FC236}">
                <a16:creationId xmlns:a16="http://schemas.microsoft.com/office/drawing/2014/main" id="{5D0A630D-7251-2C21-FEFA-25484339C80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fld id="{8F8EB5A4-2163-4F60-896D-74CA77B72814}" type="datetime1">
              <a:rPr lang="en-US" smtClean="0"/>
              <a:t>6/9/2026</a:t>
            </a:fld>
            <a:endParaRPr lang="de-DE" dirty="0"/>
          </a:p>
        </p:txBody>
      </p:sp>
      <p:sp>
        <p:nvSpPr>
          <p:cNvPr id="10" name="Fußzeile">
            <a:extLst>
              <a:ext uri="{FF2B5EF4-FFF2-40B4-BE49-F238E27FC236}">
                <a16:creationId xmlns:a16="http://schemas.microsoft.com/office/drawing/2014/main" id="{5662F66F-DB6E-979D-98B6-DF66F204F7C5}"/>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2" name="Seitenzahl">
            <a:extLst>
              <a:ext uri="{FF2B5EF4-FFF2-40B4-BE49-F238E27FC236}">
                <a16:creationId xmlns:a16="http://schemas.microsoft.com/office/drawing/2014/main" id="{B0BCC005-5F95-1D4D-C7D9-C6A7D0B75FAE}"/>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6376688"/>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in Bild mit Text | Blaugrau">
    <p:bg>
      <p:bgPr>
        <a:solidFill>
          <a:schemeClr val="bg2"/>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CEAEF033-4CFF-0CAC-EDCE-4AF76DE3483D}"/>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fld id="{E4D38EFF-B953-413A-8A15-5C46FFC3DF38}" type="datetime1">
              <a:rPr lang="en-US" smtClean="0"/>
              <a:t>6/9/2026</a:t>
            </a:fld>
            <a:endParaRPr lang="de-DE" dirty="0"/>
          </a:p>
        </p:txBody>
      </p:sp>
      <p:sp>
        <p:nvSpPr>
          <p:cNvPr id="9" name="Fußzeile">
            <a:extLst>
              <a:ext uri="{FF2B5EF4-FFF2-40B4-BE49-F238E27FC236}">
                <a16:creationId xmlns:a16="http://schemas.microsoft.com/office/drawing/2014/main" id="{6FD3C00F-10BD-2FF0-BB84-A4D9FEE4747B}"/>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0" name="Seitenzahl">
            <a:extLst>
              <a:ext uri="{FF2B5EF4-FFF2-40B4-BE49-F238E27FC236}">
                <a16:creationId xmlns:a16="http://schemas.microsoft.com/office/drawing/2014/main" id="{2735F53F-6FCA-074F-50BC-A8593EA75957}"/>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1880015319"/>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wei Bilder | Blaugrau">
    <p:bg>
      <p:bgPr>
        <a:solidFill>
          <a:schemeClr val="bg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421C8727-9DB4-D509-7970-DA87F653771E}"/>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fld id="{51360767-738B-4291-B2D1-C9C2E7B112F5}" type="datetime1">
              <a:rPr lang="en-US" smtClean="0"/>
              <a:t>6/9/2026</a:t>
            </a:fld>
            <a:endParaRPr lang="de-DE" dirty="0"/>
          </a:p>
        </p:txBody>
      </p:sp>
      <p:sp>
        <p:nvSpPr>
          <p:cNvPr id="9" name="Fußzeile">
            <a:extLst>
              <a:ext uri="{FF2B5EF4-FFF2-40B4-BE49-F238E27FC236}">
                <a16:creationId xmlns:a16="http://schemas.microsoft.com/office/drawing/2014/main" id="{36128DE3-C039-C247-20CB-565C35B1C502}"/>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10" name="Seitenzahl">
            <a:extLst>
              <a:ext uri="{FF2B5EF4-FFF2-40B4-BE49-F238E27FC236}">
                <a16:creationId xmlns:a16="http://schemas.microsoft.com/office/drawing/2014/main" id="{E4AE5A04-4E3E-39C8-41BE-BE4DFA83436C}"/>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459233984"/>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rei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911F7BEC-B5A2-06A5-1D49-BB0D820FF77E}"/>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fld id="{C17320CD-8908-4B11-83DE-5248A38F98DF}" type="datetime1">
              <a:rPr lang="en-US" smtClean="0"/>
              <a:t>6/9/2026</a:t>
            </a:fld>
            <a:endParaRPr lang="de-DE" dirty="0"/>
          </a:p>
        </p:txBody>
      </p:sp>
      <p:sp>
        <p:nvSpPr>
          <p:cNvPr id="4" name="Fußzeile">
            <a:extLst>
              <a:ext uri="{FF2B5EF4-FFF2-40B4-BE49-F238E27FC236}">
                <a16:creationId xmlns:a16="http://schemas.microsoft.com/office/drawing/2014/main" id="{83947F2E-F548-B202-A3F8-63685EA6C813}"/>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8" name="Seitenzahl">
            <a:extLst>
              <a:ext uri="{FF2B5EF4-FFF2-40B4-BE49-F238E27FC236}">
                <a16:creationId xmlns:a16="http://schemas.microsoft.com/office/drawing/2014/main" id="{9339CF06-7C56-EF72-73AD-18759FF7B8DD}"/>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548565317"/>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er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17EE8F1F-854F-6353-1511-DDFAEE3C059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fld id="{25FAE9B1-9FA9-4A15-B9E4-3CDC42F89F87}" type="datetime1">
              <a:rPr lang="en-US" smtClean="0"/>
              <a:t>6/9/2026</a:t>
            </a:fld>
            <a:endParaRPr lang="de-DE" dirty="0"/>
          </a:p>
        </p:txBody>
      </p:sp>
      <p:sp>
        <p:nvSpPr>
          <p:cNvPr id="4" name="Fußzeile">
            <a:extLst>
              <a:ext uri="{FF2B5EF4-FFF2-40B4-BE49-F238E27FC236}">
                <a16:creationId xmlns:a16="http://schemas.microsoft.com/office/drawing/2014/main" id="{BF5029A9-20DF-0901-58FF-3E1AADA843F9}"/>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9" name="Seitenzahl">
            <a:extLst>
              <a:ext uri="{FF2B5EF4-FFF2-40B4-BE49-F238E27FC236}">
                <a16:creationId xmlns:a16="http://schemas.microsoft.com/office/drawing/2014/main" id="{FE28D956-DAE2-845F-F36A-1FF7A89D5BFA}"/>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90935453"/>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Zitat">
    <p:bg>
      <p:bgPr>
        <a:solidFill>
          <a:schemeClr val="bg2"/>
        </a:solidFill>
        <a:effectLst/>
      </p:bgPr>
    </p:bg>
    <p:spTree>
      <p:nvGrpSpPr>
        <p:cNvPr id="1" name=""/>
        <p:cNvGrpSpPr/>
        <p:nvPr/>
      </p:nvGrpSpPr>
      <p:grpSpPr>
        <a:xfrm>
          <a:off x="0" y="0"/>
          <a:ext cx="0" cy="0"/>
          <a:chOff x="0" y="0"/>
          <a:chExt cx="0" cy="0"/>
        </a:xfrm>
      </p:grpSpPr>
      <p:sp>
        <p:nvSpPr>
          <p:cNvPr id="5" name="Anführungszeichen">
            <a:extLst>
              <a:ext uri="{FF2B5EF4-FFF2-40B4-BE49-F238E27FC236}">
                <a16:creationId xmlns:a16="http://schemas.microsoft.com/office/drawing/2014/main" id="{672F3328-C8F1-5D82-3D6D-1471636D11D1}"/>
              </a:ext>
              <a:ext uri="{C183D7F6-B498-43B3-948B-1728B52AA6E4}">
                <adec:decorative xmlns:adec="http://schemas.microsoft.com/office/drawing/2017/decorative" val="1"/>
              </a:ext>
            </a:extLst>
          </p:cNvPr>
          <p:cNvSpPr/>
          <p:nvPr userDrawn="1"/>
        </p:nvSpPr>
        <p:spPr bwMode="gray">
          <a:xfrm>
            <a:off x="1399416" y="1952056"/>
            <a:ext cx="467100" cy="432000"/>
          </a:xfrm>
          <a:custGeom>
            <a:avLst/>
            <a:gdLst>
              <a:gd name="connsiteX0" fmla="*/ 293400 w 467100"/>
              <a:gd name="connsiteY0" fmla="*/ 0 h 432000"/>
              <a:gd name="connsiteX1" fmla="*/ 467100 w 467100"/>
              <a:gd name="connsiteY1" fmla="*/ 0 h 432000"/>
              <a:gd name="connsiteX2" fmla="*/ 467100 w 467100"/>
              <a:gd name="connsiteY2" fmla="*/ 148500 h 432000"/>
              <a:gd name="connsiteX3" fmla="*/ 439200 w 467100"/>
              <a:gd name="connsiteY3" fmla="*/ 322200 h 432000"/>
              <a:gd name="connsiteX4" fmla="*/ 318600 w 467100"/>
              <a:gd name="connsiteY4" fmla="*/ 432000 h 432000"/>
              <a:gd name="connsiteX5" fmla="*/ 279000 w 467100"/>
              <a:gd name="connsiteY5" fmla="*/ 368100 h 432000"/>
              <a:gd name="connsiteX6" fmla="*/ 351450 w 467100"/>
              <a:gd name="connsiteY6" fmla="*/ 305550 h 432000"/>
              <a:gd name="connsiteX7" fmla="*/ 378000 w 467100"/>
              <a:gd name="connsiteY7" fmla="*/ 188100 h 432000"/>
              <a:gd name="connsiteX8" fmla="*/ 293400 w 467100"/>
              <a:gd name="connsiteY8" fmla="*/ 188100 h 432000"/>
              <a:gd name="connsiteX9" fmla="*/ 14400 w 467100"/>
              <a:gd name="connsiteY9" fmla="*/ 0 h 432000"/>
              <a:gd name="connsiteX10" fmla="*/ 188100 w 467100"/>
              <a:gd name="connsiteY10" fmla="*/ 0 h 432000"/>
              <a:gd name="connsiteX11" fmla="*/ 188100 w 467100"/>
              <a:gd name="connsiteY11" fmla="*/ 148500 h 432000"/>
              <a:gd name="connsiteX12" fmla="*/ 160200 w 467100"/>
              <a:gd name="connsiteY12" fmla="*/ 322200 h 432000"/>
              <a:gd name="connsiteX13" fmla="*/ 39600 w 467100"/>
              <a:gd name="connsiteY13" fmla="*/ 432000 h 432000"/>
              <a:gd name="connsiteX14" fmla="*/ 0 w 467100"/>
              <a:gd name="connsiteY14" fmla="*/ 368100 h 432000"/>
              <a:gd name="connsiteX15" fmla="*/ 72450 w 467100"/>
              <a:gd name="connsiteY15" fmla="*/ 305550 h 432000"/>
              <a:gd name="connsiteX16" fmla="*/ 99000 w 467100"/>
              <a:gd name="connsiteY16" fmla="*/ 188100 h 432000"/>
              <a:gd name="connsiteX17" fmla="*/ 14400 w 467100"/>
              <a:gd name="connsiteY17" fmla="*/ 188100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7100" h="432000">
                <a:moveTo>
                  <a:pt x="293400" y="0"/>
                </a:moveTo>
                <a:lnTo>
                  <a:pt x="467100" y="0"/>
                </a:lnTo>
                <a:lnTo>
                  <a:pt x="467100" y="148500"/>
                </a:lnTo>
                <a:cubicBezTo>
                  <a:pt x="467100" y="228900"/>
                  <a:pt x="457800" y="286800"/>
                  <a:pt x="439200" y="322200"/>
                </a:cubicBezTo>
                <a:cubicBezTo>
                  <a:pt x="413399" y="370800"/>
                  <a:pt x="373199" y="407400"/>
                  <a:pt x="318600" y="432000"/>
                </a:cubicBezTo>
                <a:lnTo>
                  <a:pt x="279000" y="368100"/>
                </a:lnTo>
                <a:cubicBezTo>
                  <a:pt x="311400" y="354900"/>
                  <a:pt x="335550" y="334050"/>
                  <a:pt x="351450" y="305550"/>
                </a:cubicBezTo>
                <a:cubicBezTo>
                  <a:pt x="367350" y="277051"/>
                  <a:pt x="376200" y="237901"/>
                  <a:pt x="378000" y="188100"/>
                </a:cubicBezTo>
                <a:lnTo>
                  <a:pt x="293400" y="188100"/>
                </a:lnTo>
                <a:close/>
                <a:moveTo>
                  <a:pt x="14400" y="0"/>
                </a:moveTo>
                <a:lnTo>
                  <a:pt x="188100" y="0"/>
                </a:lnTo>
                <a:lnTo>
                  <a:pt x="188100" y="148500"/>
                </a:lnTo>
                <a:cubicBezTo>
                  <a:pt x="188100" y="228900"/>
                  <a:pt x="178800" y="286800"/>
                  <a:pt x="160200" y="322200"/>
                </a:cubicBezTo>
                <a:cubicBezTo>
                  <a:pt x="134400" y="370800"/>
                  <a:pt x="94200" y="407400"/>
                  <a:pt x="39600" y="432000"/>
                </a:cubicBezTo>
                <a:lnTo>
                  <a:pt x="0" y="368100"/>
                </a:lnTo>
                <a:cubicBezTo>
                  <a:pt x="32400" y="354900"/>
                  <a:pt x="56550" y="334050"/>
                  <a:pt x="72450" y="305550"/>
                </a:cubicBezTo>
                <a:cubicBezTo>
                  <a:pt x="88350" y="277051"/>
                  <a:pt x="97200" y="237901"/>
                  <a:pt x="99000" y="188100"/>
                </a:cubicBezTo>
                <a:lnTo>
                  <a:pt x="14400" y="188100"/>
                </a:lnTo>
                <a:close/>
              </a:path>
            </a:pathLst>
          </a:custGeom>
          <a:solidFill>
            <a:srgbClr val="9CA8B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de-DE" sz="19900" dirty="0">
              <a:solidFill>
                <a:srgbClr val="9CA8B2"/>
              </a:solidFill>
            </a:endParaRPr>
          </a:p>
        </p:txBody>
      </p:sp>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userDrawn="1">
            <p:ph type="dt" sz="half" idx="10"/>
          </p:nvPr>
        </p:nvSpPr>
        <p:spPr bwMode="black"/>
        <p:txBody>
          <a:bodyPr/>
          <a:lstStyle>
            <a:lvl1pPr>
              <a:defRPr>
                <a:solidFill>
                  <a:schemeClr val="bg1"/>
                </a:solidFill>
              </a:defRPr>
            </a:lvl1pPr>
          </a:lstStyle>
          <a:p>
            <a:fld id="{E5D5AB79-1E5E-46C4-93F2-2786D100D754}" type="datetime1">
              <a:rPr lang="en-US" smtClean="0"/>
              <a:t>6/9/2026</a:t>
            </a:fld>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userDrawn="1">
            <p:ph type="ftr" sz="quarter" idx="11"/>
          </p:nvPr>
        </p:nvSpPr>
        <p:spPr bwMode="black"/>
        <p:txBody>
          <a:bodyPr/>
          <a:lstStyle>
            <a:lvl1pPr>
              <a:defRPr>
                <a:solidFill>
                  <a:schemeClr val="bg1"/>
                </a:solidFill>
              </a:defRPr>
            </a:lvl1pPr>
          </a:lstStyle>
          <a:p>
            <a:r>
              <a:rPr lang="en-US"/>
              <a:t>Firstname Lastname:  Thesis Title </a:t>
            </a:r>
            <a:endParaRPr lang="de-DE" dirty="0"/>
          </a:p>
        </p:txBody>
      </p:sp>
      <p:sp>
        <p:nvSpPr>
          <p:cNvPr id="4" name="Seitenzahl">
            <a:extLst>
              <a:ext uri="{FF2B5EF4-FFF2-40B4-BE49-F238E27FC236}">
                <a16:creationId xmlns:a16="http://schemas.microsoft.com/office/drawing/2014/main" id="{DDD4A764-0924-9D33-56B6-137296B573A9}"/>
              </a:ext>
            </a:extLst>
          </p:cNvPr>
          <p:cNvSpPr>
            <a:spLocks noGrp="1"/>
          </p:cNvSpPr>
          <p:nvPr userDrawn="1">
            <p:ph type="sldNum" sz="quarter" idx="12"/>
          </p:nvPr>
        </p:nvSpPr>
        <p:spPr bwMode="black">
          <a:xfrm>
            <a:off x="10992000" y="6439500"/>
            <a:ext cx="504000" cy="144000"/>
          </a:xfrm>
          <a:prstGeom prst="rect">
            <a:avLst/>
          </a:prstGeom>
        </p:spPr>
        <p:txBody>
          <a:bodyPr/>
          <a:lstStyle>
            <a:lvl1pPr>
              <a:defRPr>
                <a:solidFill>
                  <a:schemeClr val="bg1"/>
                </a:solidFill>
              </a:defRPr>
            </a:lvl1pPr>
          </a:lstStyle>
          <a:p>
            <a:fld id="{D836C0FE-70CA-4950-82D6-CF602CC2B770}" type="slidenum">
              <a:rPr lang="de-DE" smtClean="0"/>
              <a:pPr/>
              <a:t>‹Nr.›</a:t>
            </a:fld>
            <a:endParaRPr lang="de-DE" dirty="0"/>
          </a:p>
        </p:txBody>
      </p:sp>
      <p:sp>
        <p:nvSpPr>
          <p:cNvPr id="7" name="Textplatzhalter">
            <a:extLst>
              <a:ext uri="{FF2B5EF4-FFF2-40B4-BE49-F238E27FC236}">
                <a16:creationId xmlns:a16="http://schemas.microsoft.com/office/drawing/2014/main" id="{C8294393-E674-A8BF-1016-84D7B45BC61E}"/>
              </a:ext>
            </a:extLst>
          </p:cNvPr>
          <p:cNvSpPr>
            <a:spLocks noGrp="1"/>
          </p:cNvSpPr>
          <p:nvPr userDrawn="1">
            <p:ph type="body" sz="quarter" idx="13" hasCustomPrompt="1"/>
          </p:nvPr>
        </p:nvSpPr>
        <p:spPr bwMode="black">
          <a:xfrm>
            <a:off x="1631949" y="2132999"/>
            <a:ext cx="7056439" cy="4031263"/>
          </a:xfrm>
        </p:spPr>
        <p:txBody>
          <a:bodyPr/>
          <a:lstStyle>
            <a:lvl1pPr>
              <a:lnSpc>
                <a:spcPct val="90000"/>
              </a:lnSpc>
              <a:spcBef>
                <a:spcPts val="0"/>
              </a:spcBef>
              <a:spcAft>
                <a:spcPts val="0"/>
              </a:spcAft>
              <a:defRPr sz="40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1800"/>
              </a:spcBef>
              <a:spcAft>
                <a:spcPts val="0"/>
              </a:spcAft>
              <a:buFontTx/>
              <a:buNone/>
              <a:defRPr sz="1600" b="0">
                <a:solidFill>
                  <a:schemeClr val="tx1"/>
                </a:solidFill>
                <a:latin typeface="+mn-lt"/>
              </a:defRPr>
            </a:lvl3pPr>
            <a:lvl4pPr marL="0" indent="0">
              <a:spcBef>
                <a:spcPts val="1800"/>
              </a:spcBef>
              <a:spcAft>
                <a:spcPts val="0"/>
              </a:spcAft>
              <a:buFontTx/>
              <a:buNone/>
              <a:defRPr sz="1600" b="0">
                <a:solidFill>
                  <a:schemeClr val="tx1"/>
                </a:solidFill>
                <a:latin typeface="+mn-lt"/>
              </a:defRPr>
            </a:lvl4pPr>
            <a:lvl5pPr marL="0" indent="0">
              <a:spcBef>
                <a:spcPts val="1800"/>
              </a:spcBef>
              <a:spcAft>
                <a:spcPts val="0"/>
              </a:spcAft>
              <a:buFontTx/>
              <a:buNone/>
              <a:defRPr sz="1600" b="0">
                <a:solidFill>
                  <a:schemeClr val="tx1"/>
                </a:solidFill>
                <a:latin typeface="+mn-lt"/>
              </a:defRPr>
            </a:lvl5pPr>
            <a:lvl6pPr marL="0" indent="0">
              <a:spcBef>
                <a:spcPts val="1800"/>
              </a:spcBef>
              <a:spcAft>
                <a:spcPts val="0"/>
              </a:spcAft>
              <a:buFontTx/>
              <a:buNone/>
              <a:defRPr sz="1600" b="0">
                <a:solidFill>
                  <a:schemeClr val="tx1"/>
                </a:solidFill>
                <a:latin typeface="+mn-lt"/>
              </a:defRPr>
            </a:lvl6pPr>
            <a:lvl7pPr marL="0" indent="0">
              <a:spcBef>
                <a:spcPts val="1800"/>
              </a:spcBef>
              <a:spcAft>
                <a:spcPts val="0"/>
              </a:spcAft>
              <a:buFontTx/>
              <a:buNone/>
              <a:defRPr sz="1600" b="0">
                <a:solidFill>
                  <a:schemeClr val="tx1"/>
                </a:solidFill>
                <a:latin typeface="+mn-lt"/>
              </a:defRPr>
            </a:lvl7pPr>
            <a:lvl8pPr marL="0" indent="0">
              <a:spcBef>
                <a:spcPts val="1800"/>
              </a:spcBef>
              <a:spcAft>
                <a:spcPts val="0"/>
              </a:spcAft>
              <a:buFontTx/>
              <a:buNone/>
              <a:defRPr sz="1600" b="0">
                <a:solidFill>
                  <a:schemeClr val="tx1"/>
                </a:solidFill>
                <a:latin typeface="+mn-lt"/>
              </a:defRPr>
            </a:lvl8pPr>
            <a:lvl9pPr marL="0" indent="0">
              <a:spcBef>
                <a:spcPts val="1800"/>
              </a:spcBef>
              <a:spcAft>
                <a:spcPts val="0"/>
              </a:spcAft>
              <a:buFontTx/>
              <a:buNone/>
              <a:defRPr sz="1600" b="0">
                <a:solidFill>
                  <a:schemeClr val="tx1"/>
                </a:solidFill>
                <a:latin typeface="+mn-lt"/>
              </a:defRPr>
            </a:lvl9pPr>
          </a:lstStyle>
          <a:p>
            <a:pPr lvl="0"/>
            <a:r>
              <a:rPr lang="de-DE" dirty="0"/>
              <a:t>Hier könnte ein Zitat stehen</a:t>
            </a:r>
            <a:br>
              <a:rPr lang="de-DE" dirty="0"/>
            </a:br>
            <a:r>
              <a:rPr lang="de-DE" dirty="0"/>
              <a:t>(Listenebene 1).</a:t>
            </a:r>
          </a:p>
          <a:p>
            <a:pPr lvl="1"/>
            <a:r>
              <a:rPr lang="de-DE" dirty="0"/>
              <a:t>Eine optionale Autorenzeile ist in der Listenebene 2 vordefiniert.</a:t>
            </a:r>
          </a:p>
        </p:txBody>
      </p:sp>
    </p:spTree>
    <p:extLst>
      <p:ext uri="{BB962C8B-B14F-4D97-AF65-F5344CB8AC3E}">
        <p14:creationId xmlns:p14="http://schemas.microsoft.com/office/powerpoint/2010/main" val="2984370510"/>
      </p:ext>
    </p:extLst>
  </p:cSld>
  <p:clrMapOvr>
    <a:masterClrMapping/>
  </p:clrMapOvr>
  <p:extLst>
    <p:ext uri="{DCECCB84-F9BA-43D5-87BE-67443E8EF086}">
      <p15:sldGuideLst xmlns:p15="http://schemas.microsoft.com/office/powerpoint/2012/main">
        <p15:guide id="1" orient="horz" pos="1344" userDrawn="1">
          <p15:clr>
            <a:srgbClr val="FBAE40"/>
          </p15:clr>
        </p15:guide>
        <p15:guide id="2" pos="1028" userDrawn="1">
          <p15:clr>
            <a:srgbClr val="FBAE40"/>
          </p15:clr>
        </p15:guide>
        <p15:guide id="3" pos="5473" userDrawn="1">
          <p15:clr>
            <a:srgbClr val="FBAE40"/>
          </p15:clr>
        </p15:guide>
        <p15:guide id="4" orient="horz" pos="3883"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ontakt">
    <p:bg>
      <p:bgPr>
        <a:solidFill>
          <a:schemeClr val="bg2"/>
        </a:solidFill>
        <a:effectLst/>
      </p:bgPr>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C99E7B9A-74F7-05CE-4342-2B3FEFBAC82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9861170" y="621000"/>
            <a:ext cx="1706830" cy="2160000"/>
          </a:xfrm>
          <a:prstGeom prst="rect">
            <a:avLst/>
          </a:prstGeom>
        </p:spPr>
      </p:pic>
      <p:sp>
        <p:nvSpPr>
          <p:cNvPr id="9" name="Bildplatzhalter">
            <a:extLst>
              <a:ext uri="{FF2B5EF4-FFF2-40B4-BE49-F238E27FC236}">
                <a16:creationId xmlns:a16="http://schemas.microsoft.com/office/drawing/2014/main" id="{33156A7A-A483-1E0F-0AA3-59F6BE1CB97D}"/>
              </a:ext>
            </a:extLst>
          </p:cNvPr>
          <p:cNvSpPr>
            <a:spLocks noGrp="1"/>
          </p:cNvSpPr>
          <p:nvPr>
            <p:ph type="pic" idx="13" hasCustomPrompt="1"/>
          </p:nvPr>
        </p:nvSpPr>
        <p:spPr bwMode="gray">
          <a:xfrm>
            <a:off x="696000" y="2853000"/>
            <a:ext cx="3312675" cy="3312675"/>
          </a:xfrm>
          <a:prstGeom prst="ellipse">
            <a:avLst/>
          </a:prstGeom>
          <a:solidFill>
            <a:srgbClr val="E4E7E9"/>
          </a:solidFill>
        </p:spPr>
        <p:txBody>
          <a:bodyPr lIns="0" tIns="0" rIns="0" bIns="1476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Textplatzhalter">
            <a:extLst>
              <a:ext uri="{FF2B5EF4-FFF2-40B4-BE49-F238E27FC236}">
                <a16:creationId xmlns:a16="http://schemas.microsoft.com/office/drawing/2014/main" id="{CFD2BCFD-58F0-19CC-CDBE-A738810BB62D}"/>
              </a:ext>
            </a:extLst>
          </p:cNvPr>
          <p:cNvSpPr>
            <a:spLocks noGrp="1"/>
          </p:cNvSpPr>
          <p:nvPr>
            <p:ph type="body" sz="quarter" idx="14" hasCustomPrompt="1"/>
          </p:nvPr>
        </p:nvSpPr>
        <p:spPr bwMode="black">
          <a:xfrm>
            <a:off x="4440238" y="4221163"/>
            <a:ext cx="4248150" cy="1943100"/>
          </a:xfrm>
        </p:spPr>
        <p:txBody>
          <a:bodyPr/>
          <a:lstStyle>
            <a:lvl1pPr>
              <a:lnSpc>
                <a:spcPct val="90000"/>
              </a:lnSpc>
              <a:spcBef>
                <a:spcPts val="0"/>
              </a:spcBef>
              <a:spcAft>
                <a:spcPts val="0"/>
              </a:spcAft>
              <a:defRPr sz="28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200"/>
              </a:spcBef>
              <a:spcAft>
                <a:spcPts val="0"/>
              </a:spcAft>
              <a:buFontTx/>
              <a:buNone/>
              <a:defRPr sz="1200" b="0">
                <a:solidFill>
                  <a:schemeClr val="bg1"/>
                </a:solidFill>
                <a:latin typeface="+mn-lt"/>
              </a:defRPr>
            </a:lvl3pPr>
            <a:lvl4pPr marL="0" indent="0">
              <a:spcBef>
                <a:spcPts val="200"/>
              </a:spcBef>
              <a:spcAft>
                <a:spcPts val="0"/>
              </a:spcAft>
              <a:buFontTx/>
              <a:buNone/>
              <a:defRPr sz="1200" b="0">
                <a:solidFill>
                  <a:schemeClr val="bg1"/>
                </a:solidFill>
                <a:latin typeface="+mn-lt"/>
              </a:defRPr>
            </a:lvl4pPr>
            <a:lvl5pPr marL="0" indent="0">
              <a:spcBef>
                <a:spcPts val="200"/>
              </a:spcBef>
              <a:spcAft>
                <a:spcPts val="0"/>
              </a:spcAft>
              <a:buFontTx/>
              <a:buNone/>
              <a:defRPr sz="1200" b="0">
                <a:solidFill>
                  <a:schemeClr val="bg1"/>
                </a:solidFill>
                <a:latin typeface="+mn-lt"/>
              </a:defRPr>
            </a:lvl5pPr>
            <a:lvl6pPr marL="0" indent="0">
              <a:spcBef>
                <a:spcPts val="200"/>
              </a:spcBef>
              <a:spcAft>
                <a:spcPts val="0"/>
              </a:spcAft>
              <a:buFontTx/>
              <a:buNone/>
              <a:defRPr sz="1200" b="0">
                <a:solidFill>
                  <a:schemeClr val="bg1"/>
                </a:solidFill>
                <a:latin typeface="+mn-lt"/>
              </a:defRPr>
            </a:lvl6pPr>
            <a:lvl7pPr marL="0" indent="0">
              <a:spcBef>
                <a:spcPts val="200"/>
              </a:spcBef>
              <a:spcAft>
                <a:spcPts val="0"/>
              </a:spcAft>
              <a:buFontTx/>
              <a:buNone/>
              <a:defRPr sz="1200" b="0">
                <a:solidFill>
                  <a:schemeClr val="bg1"/>
                </a:solidFill>
                <a:latin typeface="+mn-lt"/>
              </a:defRPr>
            </a:lvl7pPr>
            <a:lvl8pPr marL="0" indent="0">
              <a:spcBef>
                <a:spcPts val="200"/>
              </a:spcBef>
              <a:spcAft>
                <a:spcPts val="0"/>
              </a:spcAft>
              <a:buFontTx/>
              <a:buNone/>
              <a:defRPr sz="1200" b="0">
                <a:solidFill>
                  <a:schemeClr val="bg1"/>
                </a:solidFill>
                <a:latin typeface="+mn-lt"/>
              </a:defRPr>
            </a:lvl8pPr>
            <a:lvl9pPr marL="0" indent="0">
              <a:spcBef>
                <a:spcPts val="200"/>
              </a:spcBef>
              <a:spcAft>
                <a:spcPts val="0"/>
              </a:spcAft>
              <a:buFontTx/>
              <a:buNone/>
              <a:defRPr sz="1200" b="0">
                <a:solidFill>
                  <a:schemeClr val="bg1"/>
                </a:solidFill>
                <a:latin typeface="+mn-lt"/>
              </a:defRPr>
            </a:lvl9pPr>
          </a:lstStyle>
          <a:p>
            <a:pPr lvl="0"/>
            <a:r>
              <a:rPr lang="de-DE" dirty="0"/>
              <a:t>Kontakt</a:t>
            </a:r>
          </a:p>
          <a:p>
            <a:pPr lvl="1"/>
            <a:r>
              <a:rPr lang="de-DE" dirty="0"/>
              <a:t>Position</a:t>
            </a:r>
          </a:p>
          <a:p>
            <a:pPr lvl="2"/>
            <a:r>
              <a:rPr lang="de-DE" dirty="0"/>
              <a:t>Kontaktdaten</a:t>
            </a:r>
          </a:p>
        </p:txBody>
      </p:sp>
    </p:spTree>
    <p:extLst>
      <p:ext uri="{BB962C8B-B14F-4D97-AF65-F5344CB8AC3E}">
        <p14:creationId xmlns:p14="http://schemas.microsoft.com/office/powerpoint/2010/main" val="101969160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ussage">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fld id="{693DCD73-9D17-4118-83F0-5F001E132114}" type="datetime1">
              <a:rPr lang="en-US" smtClean="0"/>
              <a:t>6/9/2026</a:t>
            </a:fld>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en-US"/>
              <a:t>Firstname Lastname:  Thesis Title </a:t>
            </a:r>
            <a:endParaRPr lang="de-DE" dirty="0"/>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1" name="Bildplatzhalter">
            <a:extLst>
              <a:ext uri="{FF2B5EF4-FFF2-40B4-BE49-F238E27FC236}">
                <a16:creationId xmlns:a16="http://schemas.microsoft.com/office/drawing/2014/main" id="{FAA5048C-F469-9EBB-1545-BE067778550E}"/>
              </a:ext>
              <a:ext uri="{C183D7F6-B498-43B3-948B-1728B52AA6E4}">
                <adec:decorative xmlns:adec="http://schemas.microsoft.com/office/drawing/2017/decorative" val="1"/>
              </a:ext>
            </a:extLst>
          </p:cNvPr>
          <p:cNvSpPr>
            <a:spLocks noGrp="1"/>
          </p:cNvSpPr>
          <p:nvPr>
            <p:ph type="pic" idx="13" hasCustomPrompt="1"/>
          </p:nvPr>
        </p:nvSpPr>
        <p:spPr bwMode="gray">
          <a:xfrm>
            <a:off x="0" y="0"/>
            <a:ext cx="12192000" cy="6858000"/>
          </a:xfrm>
          <a:solidFill>
            <a:srgbClr val="E4E7E9"/>
          </a:solidFill>
        </p:spPr>
        <p:txBody>
          <a:bodyPr lIns="2160000" tIns="0" rIns="2160000" bIns="1224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5" name="Transparenz">
            <a:extLst>
              <a:ext uri="{FF2B5EF4-FFF2-40B4-BE49-F238E27FC236}">
                <a16:creationId xmlns:a16="http://schemas.microsoft.com/office/drawing/2014/main" id="{0E4BA231-F72E-F0AA-757C-F1C95512B7C0}"/>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dirty="0"/>
              <a:t> </a:t>
            </a:r>
          </a:p>
        </p:txBody>
      </p:sp>
      <p:sp>
        <p:nvSpPr>
          <p:cNvPr id="14" name="Textplatzhalter">
            <a:extLst>
              <a:ext uri="{FF2B5EF4-FFF2-40B4-BE49-F238E27FC236}">
                <a16:creationId xmlns:a16="http://schemas.microsoft.com/office/drawing/2014/main" id="{41CA4ADD-D78B-A046-6D6E-AD8FDE3D8615}"/>
              </a:ext>
            </a:extLst>
          </p:cNvPr>
          <p:cNvSpPr>
            <a:spLocks noGrp="1"/>
          </p:cNvSpPr>
          <p:nvPr>
            <p:ph type="body" sz="quarter" idx="18" hasCustomPrompt="1"/>
          </p:nvPr>
        </p:nvSpPr>
        <p:spPr bwMode="gray">
          <a:xfrm>
            <a:off x="696001" y="5057005"/>
            <a:ext cx="5400000" cy="1107996"/>
          </a:xfrm>
        </p:spPr>
        <p:txBody>
          <a:bodyPr wrap="square" anchor="b" anchorCtr="0">
            <a:spAutoFit/>
          </a:bodyPr>
          <a:lstStyle>
            <a:lvl1pPr marL="0" indent="0">
              <a:lnSpc>
                <a:spcPct val="90000"/>
              </a:lnSpc>
              <a:spcBef>
                <a:spcPts val="0"/>
              </a:spcBef>
              <a:spcAft>
                <a:spcPts val="0"/>
              </a:spcAft>
              <a:buFontTx/>
              <a:buNone/>
              <a:defRPr sz="4000" b="1">
                <a:solidFill>
                  <a:schemeClr val="bg1"/>
                </a:solidFill>
                <a:latin typeface="+mj-lt"/>
              </a:defRPr>
            </a:lvl1pPr>
            <a:lvl2pPr marL="0" indent="0">
              <a:lnSpc>
                <a:spcPct val="90000"/>
              </a:lnSpc>
              <a:spcBef>
                <a:spcPts val="0"/>
              </a:spcBef>
              <a:spcAft>
                <a:spcPts val="0"/>
              </a:spcAft>
              <a:buFontTx/>
              <a:buNone/>
              <a:defRPr sz="4000" b="1">
                <a:solidFill>
                  <a:schemeClr val="bg1"/>
                </a:solidFill>
                <a:latin typeface="+mj-lt"/>
              </a:defRPr>
            </a:lvl2pPr>
            <a:lvl3pPr marL="0" indent="0">
              <a:lnSpc>
                <a:spcPct val="90000"/>
              </a:lnSpc>
              <a:spcBef>
                <a:spcPts val="0"/>
              </a:spcBef>
              <a:spcAft>
                <a:spcPts val="0"/>
              </a:spcAft>
              <a:buFontTx/>
              <a:buNone/>
              <a:defRPr sz="4000" b="1">
                <a:solidFill>
                  <a:schemeClr val="bg1"/>
                </a:solidFill>
                <a:latin typeface="+mj-lt"/>
              </a:defRPr>
            </a:lvl3pPr>
            <a:lvl4pPr marL="0" indent="0">
              <a:lnSpc>
                <a:spcPct val="90000"/>
              </a:lnSpc>
              <a:spcBef>
                <a:spcPts val="0"/>
              </a:spcBef>
              <a:spcAft>
                <a:spcPts val="0"/>
              </a:spcAft>
              <a:buFontTx/>
              <a:buNone/>
              <a:defRPr sz="4000" b="1">
                <a:solidFill>
                  <a:schemeClr val="bg1"/>
                </a:solidFill>
                <a:latin typeface="+mj-lt"/>
              </a:defRPr>
            </a:lvl4pPr>
            <a:lvl5pPr marL="0" indent="0">
              <a:lnSpc>
                <a:spcPct val="90000"/>
              </a:lnSpc>
              <a:spcBef>
                <a:spcPts val="0"/>
              </a:spcBef>
              <a:spcAft>
                <a:spcPts val="0"/>
              </a:spcAft>
              <a:buFontTx/>
              <a:buNone/>
              <a:defRPr sz="4000" b="1">
                <a:solidFill>
                  <a:schemeClr val="bg1"/>
                </a:solidFill>
                <a:latin typeface="+mj-lt"/>
              </a:defRPr>
            </a:lvl5pPr>
            <a:lvl6pPr marL="0" indent="0">
              <a:lnSpc>
                <a:spcPct val="90000"/>
              </a:lnSpc>
              <a:spcBef>
                <a:spcPts val="0"/>
              </a:spcBef>
              <a:spcAft>
                <a:spcPts val="0"/>
              </a:spcAft>
              <a:buFontTx/>
              <a:buNone/>
              <a:defRPr sz="4000" b="1">
                <a:solidFill>
                  <a:schemeClr val="bg1"/>
                </a:solidFill>
                <a:latin typeface="+mj-lt"/>
              </a:defRPr>
            </a:lvl6pPr>
            <a:lvl7pPr marL="0" indent="0">
              <a:lnSpc>
                <a:spcPct val="90000"/>
              </a:lnSpc>
              <a:spcBef>
                <a:spcPts val="0"/>
              </a:spcBef>
              <a:spcAft>
                <a:spcPts val="0"/>
              </a:spcAft>
              <a:buFontTx/>
              <a:buNone/>
              <a:defRPr sz="4000" b="1">
                <a:solidFill>
                  <a:schemeClr val="bg1"/>
                </a:solidFill>
                <a:latin typeface="+mj-lt"/>
              </a:defRPr>
            </a:lvl7pPr>
            <a:lvl8pPr marL="0" indent="0">
              <a:lnSpc>
                <a:spcPct val="90000"/>
              </a:lnSpc>
              <a:spcBef>
                <a:spcPts val="0"/>
              </a:spcBef>
              <a:spcAft>
                <a:spcPts val="0"/>
              </a:spcAft>
              <a:buFontTx/>
              <a:buNone/>
              <a:defRPr sz="4000" b="1">
                <a:solidFill>
                  <a:schemeClr val="bg1"/>
                </a:solidFill>
                <a:latin typeface="+mj-lt"/>
              </a:defRPr>
            </a:lvl8pPr>
            <a:lvl9pPr marL="0" indent="0">
              <a:lnSpc>
                <a:spcPct val="90000"/>
              </a:lnSpc>
              <a:spcBef>
                <a:spcPts val="0"/>
              </a:spcBef>
              <a:spcAft>
                <a:spcPts val="0"/>
              </a:spcAft>
              <a:buFontTx/>
              <a:buNone/>
              <a:defRPr sz="4000" b="1">
                <a:solidFill>
                  <a:schemeClr val="bg1"/>
                </a:solidFill>
                <a:latin typeface="+mj-lt"/>
              </a:defRPr>
            </a:lvl9pPr>
          </a:lstStyle>
          <a:p>
            <a:pPr lvl="0"/>
            <a:r>
              <a:rPr lang="de-DE" dirty="0"/>
              <a:t>Hier könnte kurze Aussage stehen</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blipFill>
            <a:blip>
              <a:extLst>
                <a:ext uri="{96DAC541-7B7A-43D3-8B79-37D633B846F1}">
                  <asvg:svgBlip xmlns:asvg="http://schemas.microsoft.com/office/drawing/2016/SVG/main" r:embed="rId2"/>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3913895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65398FD5-9BF3-28FF-7DED-0D9B073604A6}"/>
              </a:ext>
              <a:ext uri="{C183D7F6-B498-43B3-948B-1728B52AA6E4}">
                <adec:decorative xmlns:adec="http://schemas.microsoft.com/office/drawing/2017/decorative" val="0"/>
              </a:ext>
            </a:extLst>
          </p:cNvPr>
          <p:cNvSpPr>
            <a:spLocks noGrp="1"/>
          </p:cNvSpPr>
          <p:nvPr>
            <p:ph type="sldNum" sz="quarter" idx="4"/>
          </p:nvPr>
        </p:nvSpPr>
        <p:spPr bwMode="gray">
          <a:xfrm>
            <a:off x="10992000" y="6439500"/>
            <a:ext cx="504000" cy="144000"/>
          </a:xfrm>
          <a:prstGeom prst="rect">
            <a:avLst/>
          </a:prstGeom>
        </p:spPr>
        <p:txBody>
          <a:bodyPr vert="horz" lIns="0" tIns="0" rIns="0" bIns="0" rtlCol="0" anchor="ctr"/>
          <a:lstStyle>
            <a:lvl1pPr algn="r">
              <a:defRPr sz="800" b="0">
                <a:solidFill>
                  <a:schemeClr val="tx1"/>
                </a:solidFill>
              </a:defRPr>
            </a:lvl1pPr>
          </a:lstStyle>
          <a:p>
            <a:fld id="{D836C0FE-70CA-4950-82D6-CF602CC2B770}" type="slidenum">
              <a:rPr lang="de-DE" smtClean="0"/>
              <a:pPr/>
              <a:t>‹Nr.›</a:t>
            </a:fld>
            <a:endParaRPr lang="de-DE" dirty="0"/>
          </a:p>
        </p:txBody>
      </p:sp>
      <p:sp>
        <p:nvSpPr>
          <p:cNvPr id="2" name="Titelplatzhalter">
            <a:extLst>
              <a:ext uri="{FF2B5EF4-FFF2-40B4-BE49-F238E27FC236}">
                <a16:creationId xmlns:a16="http://schemas.microsoft.com/office/drawing/2014/main" id="{7342B4B8-4BA9-1581-A621-9357C5FCC0CE}"/>
              </a:ext>
            </a:extLst>
          </p:cNvPr>
          <p:cNvSpPr>
            <a:spLocks noGrp="1"/>
          </p:cNvSpPr>
          <p:nvPr>
            <p:ph type="title"/>
          </p:nvPr>
        </p:nvSpPr>
        <p:spPr bwMode="gray">
          <a:xfrm>
            <a:off x="695325" y="693000"/>
            <a:ext cx="9360675" cy="792000"/>
          </a:xfrm>
          <a:prstGeom prst="rect">
            <a:avLst/>
          </a:prstGeom>
        </p:spPr>
        <p:txBody>
          <a:bodyPr vert="horz" lIns="0" tIns="0" rIns="0" bIns="0" rtlCol="0" anchor="t" anchorCtr="0">
            <a:noAutofit/>
          </a:bodyPr>
          <a:lstStyle/>
          <a:p>
            <a:r>
              <a:rPr lang="de-DE" dirty="0"/>
              <a:t>Titelmasterformat durch Klicken bearbeiten</a:t>
            </a:r>
          </a:p>
        </p:txBody>
      </p:sp>
      <p:sp>
        <p:nvSpPr>
          <p:cNvPr id="3" name="Textplatzhalter">
            <a:extLst>
              <a:ext uri="{FF2B5EF4-FFF2-40B4-BE49-F238E27FC236}">
                <a16:creationId xmlns:a16="http://schemas.microsoft.com/office/drawing/2014/main" id="{EF175F3C-62B0-3BD8-C2DE-1A89AD85A9F7}"/>
              </a:ext>
            </a:extLst>
          </p:cNvPr>
          <p:cNvSpPr>
            <a:spLocks noGrp="1"/>
          </p:cNvSpPr>
          <p:nvPr>
            <p:ph type="body" idx="1"/>
          </p:nvPr>
        </p:nvSpPr>
        <p:spPr bwMode="gray">
          <a:xfrm>
            <a:off x="695325" y="1845000"/>
            <a:ext cx="10801350" cy="4319264"/>
          </a:xfrm>
          <a:prstGeom prst="rect">
            <a:avLst/>
          </a:prstGeom>
        </p:spPr>
        <p:txBody>
          <a:bodyPr vert="horz" lIns="0" tIns="0" rIns="0" bIns="0" rtlCol="0">
            <a:noAutofit/>
          </a:body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
            <a:extLst>
              <a:ext uri="{FF2B5EF4-FFF2-40B4-BE49-F238E27FC236}">
                <a16:creationId xmlns:a16="http://schemas.microsoft.com/office/drawing/2014/main" id="{2B378339-9E79-231D-A5AF-97105D3C5200}"/>
              </a:ext>
              <a:ext uri="{C183D7F6-B498-43B3-948B-1728B52AA6E4}">
                <adec:decorative xmlns:adec="http://schemas.microsoft.com/office/drawing/2017/decorative" val="1"/>
              </a:ext>
            </a:extLst>
          </p:cNvPr>
          <p:cNvSpPr>
            <a:spLocks noGrp="1"/>
          </p:cNvSpPr>
          <p:nvPr>
            <p:ph type="dt" sz="half" idx="2"/>
          </p:nvPr>
        </p:nvSpPr>
        <p:spPr bwMode="gray">
          <a:xfrm>
            <a:off x="696000" y="6439500"/>
            <a:ext cx="792000" cy="144000"/>
          </a:xfrm>
          <a:prstGeom prst="rect">
            <a:avLst/>
          </a:prstGeom>
        </p:spPr>
        <p:txBody>
          <a:bodyPr vert="horz" lIns="0" tIns="0" rIns="0" bIns="0" rtlCol="0" anchor="ctr"/>
          <a:lstStyle>
            <a:lvl1pPr algn="l">
              <a:defRPr sz="800">
                <a:solidFill>
                  <a:schemeClr val="tx1"/>
                </a:solidFill>
              </a:defRPr>
            </a:lvl1pPr>
          </a:lstStyle>
          <a:p>
            <a:fld id="{B91A688C-07E3-40B6-AA7A-CB292645DD3B}" type="datetime1">
              <a:rPr lang="en-US" smtClean="0"/>
              <a:t>6/9/2026</a:t>
            </a:fld>
            <a:endParaRPr lang="de-DE" dirty="0"/>
          </a:p>
        </p:txBody>
      </p:sp>
      <p:sp>
        <p:nvSpPr>
          <p:cNvPr id="5" name="Fußzeile">
            <a:extLst>
              <a:ext uri="{FF2B5EF4-FFF2-40B4-BE49-F238E27FC236}">
                <a16:creationId xmlns:a16="http://schemas.microsoft.com/office/drawing/2014/main" id="{ADFC89BB-31A4-FB0C-2C15-0120E1FE9686}"/>
              </a:ext>
              <a:ext uri="{C183D7F6-B498-43B3-948B-1728B52AA6E4}">
                <adec:decorative xmlns:adec="http://schemas.microsoft.com/office/drawing/2017/decorative" val="1"/>
              </a:ext>
            </a:extLst>
          </p:cNvPr>
          <p:cNvSpPr>
            <a:spLocks noGrp="1"/>
          </p:cNvSpPr>
          <p:nvPr>
            <p:ph type="ftr" sz="quarter" idx="3"/>
          </p:nvPr>
        </p:nvSpPr>
        <p:spPr bwMode="gray">
          <a:xfrm>
            <a:off x="1560000" y="6439500"/>
            <a:ext cx="9360000" cy="144000"/>
          </a:xfrm>
          <a:prstGeom prst="rect">
            <a:avLst/>
          </a:prstGeom>
        </p:spPr>
        <p:txBody>
          <a:bodyPr vert="horz" lIns="0" tIns="0" rIns="0" bIns="0" rtlCol="0" anchor="ctr"/>
          <a:lstStyle>
            <a:lvl1pPr algn="l">
              <a:defRPr sz="800">
                <a:solidFill>
                  <a:schemeClr val="tx1"/>
                </a:solidFill>
              </a:defRPr>
            </a:lvl1pPr>
          </a:lstStyle>
          <a:p>
            <a:r>
              <a:rPr lang="en-US"/>
              <a:t>Firstname Lastname:  Thesis Title </a:t>
            </a:r>
            <a:endParaRPr lang="de-DE" dirty="0"/>
          </a:p>
        </p:txBody>
      </p:sp>
      <p:grpSp>
        <p:nvGrpSpPr>
          <p:cNvPr id="57" name="Gruppieren 56">
            <a:extLst>
              <a:ext uri="{FF2B5EF4-FFF2-40B4-BE49-F238E27FC236}">
                <a16:creationId xmlns:a16="http://schemas.microsoft.com/office/drawing/2014/main" id="{70E6F260-5B6B-E6BA-7AE8-C81A29C8C1CE}"/>
              </a:ext>
              <a:ext uri="{C183D7F6-B498-43B3-948B-1728B52AA6E4}">
                <adec:decorative xmlns:adec="http://schemas.microsoft.com/office/drawing/2017/decorative" val="1"/>
              </a:ext>
            </a:extLst>
          </p:cNvPr>
          <p:cNvGrpSpPr/>
          <p:nvPr userDrawn="1"/>
        </p:nvGrpSpPr>
        <p:grpSpPr bwMode="gray">
          <a:xfrm>
            <a:off x="-168000" y="693000"/>
            <a:ext cx="72000" cy="5472000"/>
            <a:chOff x="-168000" y="693000"/>
            <a:chExt cx="72000" cy="5472000"/>
          </a:xfrm>
        </p:grpSpPr>
        <p:cxnSp>
          <p:nvCxnSpPr>
            <p:cNvPr id="58" name="Gerader Verbinder 57">
              <a:extLst>
                <a:ext uri="{FF2B5EF4-FFF2-40B4-BE49-F238E27FC236}">
                  <a16:creationId xmlns:a16="http://schemas.microsoft.com/office/drawing/2014/main" id="{9CE92DE1-673B-26F8-5C3A-038AF76C45EA}"/>
                </a:ext>
              </a:extLst>
            </p:cNvPr>
            <p:cNvCxnSpPr>
              <a:cxnSpLocks/>
            </p:cNvCxnSpPr>
            <p:nvPr userDrawn="1"/>
          </p:nvCxnSpPr>
          <p:spPr bwMode="gray">
            <a:xfrm>
              <a:off x="-168000" y="184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CCFAADA-1A7F-A8B8-E1B1-83852B2604B3}"/>
                </a:ext>
              </a:extLst>
            </p:cNvPr>
            <p:cNvCxnSpPr>
              <a:cxnSpLocks/>
            </p:cNvCxnSpPr>
            <p:nvPr userDrawn="1"/>
          </p:nvCxnSpPr>
          <p:spPr bwMode="gray">
            <a:xfrm>
              <a:off x="-168000" y="616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2FDB1CBD-B743-8109-6C60-DB9675A8178E}"/>
                </a:ext>
              </a:extLst>
            </p:cNvPr>
            <p:cNvCxnSpPr>
              <a:cxnSpLocks/>
            </p:cNvCxnSpPr>
            <p:nvPr userDrawn="1"/>
          </p:nvCxnSpPr>
          <p:spPr bwMode="gray">
            <a:xfrm>
              <a:off x="-168000" y="693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7175DF0B-645D-8CFE-1723-CB46F027CD1D}"/>
              </a:ext>
              <a:ext uri="{C183D7F6-B498-43B3-948B-1728B52AA6E4}">
                <adec:decorative xmlns:adec="http://schemas.microsoft.com/office/drawing/2017/decorative" val="1"/>
              </a:ext>
            </a:extLst>
          </p:cNvPr>
          <p:cNvGrpSpPr/>
          <p:nvPr userDrawn="1"/>
        </p:nvGrpSpPr>
        <p:grpSpPr bwMode="gray">
          <a:xfrm>
            <a:off x="696000" y="-171000"/>
            <a:ext cx="10800000" cy="72000"/>
            <a:chOff x="696000" y="-171000"/>
            <a:chExt cx="10800000" cy="72000"/>
          </a:xfrm>
        </p:grpSpPr>
        <p:cxnSp>
          <p:nvCxnSpPr>
            <p:cNvPr id="62" name="Gerader Verbinder 61">
              <a:extLst>
                <a:ext uri="{FF2B5EF4-FFF2-40B4-BE49-F238E27FC236}">
                  <a16:creationId xmlns:a16="http://schemas.microsoft.com/office/drawing/2014/main" id="{F70F7F1A-06A7-BE9B-CA4E-4F13B09E5D9E}"/>
                </a:ext>
              </a:extLst>
            </p:cNvPr>
            <p:cNvCxnSpPr>
              <a:cxnSpLocks/>
            </p:cNvCxnSpPr>
            <p:nvPr userDrawn="1"/>
          </p:nvCxnSpPr>
          <p:spPr bwMode="gray">
            <a:xfrm>
              <a:off x="6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1D2C61E1-60F0-20D8-92CD-DABDFA5A03EA}"/>
                </a:ext>
              </a:extLst>
            </p:cNvPr>
            <p:cNvCxnSpPr>
              <a:cxnSpLocks/>
            </p:cNvCxnSpPr>
            <p:nvPr userDrawn="1"/>
          </p:nvCxnSpPr>
          <p:spPr bwMode="gray">
            <a:xfrm>
              <a:off x="114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5107475-8CCC-88DC-7EC1-9974CB7A041E}"/>
                </a:ext>
              </a:extLst>
            </p:cNvPr>
            <p:cNvCxnSpPr>
              <a:cxnSpLocks/>
            </p:cNvCxnSpPr>
            <p:nvPr userDrawn="1"/>
          </p:nvCxnSpPr>
          <p:spPr bwMode="gray">
            <a:xfrm>
              <a:off x="213556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90FD98A2-DADB-CF34-9CEA-BE457997C712}"/>
                </a:ext>
              </a:extLst>
            </p:cNvPr>
            <p:cNvCxnSpPr>
              <a:cxnSpLocks/>
            </p:cNvCxnSpPr>
            <p:nvPr userDrawn="1"/>
          </p:nvCxnSpPr>
          <p:spPr bwMode="gray">
            <a:xfrm>
              <a:off x="256766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E21EB5D8-DDEB-2249-B195-4ED838937C74}"/>
                </a:ext>
              </a:extLst>
            </p:cNvPr>
            <p:cNvCxnSpPr>
              <a:cxnSpLocks/>
            </p:cNvCxnSpPr>
            <p:nvPr userDrawn="1"/>
          </p:nvCxnSpPr>
          <p:spPr bwMode="gray">
            <a:xfrm>
              <a:off x="4007763"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9BF006-29C8-C40B-7D2D-6D3D8A6F7C09}"/>
                </a:ext>
              </a:extLst>
            </p:cNvPr>
            <p:cNvCxnSpPr>
              <a:cxnSpLocks/>
            </p:cNvCxnSpPr>
            <p:nvPr userDrawn="1"/>
          </p:nvCxnSpPr>
          <p:spPr bwMode="gray">
            <a:xfrm>
              <a:off x="443987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CC4EBA89-B7C8-BC11-E261-E52950B5A709}"/>
                </a:ext>
              </a:extLst>
            </p:cNvPr>
            <p:cNvCxnSpPr>
              <a:cxnSpLocks/>
            </p:cNvCxnSpPr>
            <p:nvPr userDrawn="1"/>
          </p:nvCxnSpPr>
          <p:spPr bwMode="gray">
            <a:xfrm>
              <a:off x="587997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4084141B-5223-2745-80DB-D9A20AEF7FC1}"/>
                </a:ext>
              </a:extLst>
            </p:cNvPr>
            <p:cNvCxnSpPr>
              <a:cxnSpLocks/>
            </p:cNvCxnSpPr>
            <p:nvPr userDrawn="1"/>
          </p:nvCxnSpPr>
          <p:spPr bwMode="gray">
            <a:xfrm>
              <a:off x="631208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EEE455F4-4B7A-824A-1085-4854FE501E98}"/>
                </a:ext>
              </a:extLst>
            </p:cNvPr>
            <p:cNvCxnSpPr>
              <a:cxnSpLocks/>
            </p:cNvCxnSpPr>
            <p:nvPr userDrawn="1"/>
          </p:nvCxnSpPr>
          <p:spPr bwMode="gray">
            <a:xfrm>
              <a:off x="775218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BA29A306-195C-8694-3DC1-5FBE80F0C697}"/>
                </a:ext>
              </a:extLst>
            </p:cNvPr>
            <p:cNvCxnSpPr>
              <a:cxnSpLocks/>
            </p:cNvCxnSpPr>
            <p:nvPr userDrawn="1"/>
          </p:nvCxnSpPr>
          <p:spPr bwMode="gray">
            <a:xfrm>
              <a:off x="8184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25DC1055-E4A8-2F1E-BDAE-36F9E763476A}"/>
                </a:ext>
              </a:extLst>
            </p:cNvPr>
            <p:cNvCxnSpPr>
              <a:cxnSpLocks/>
            </p:cNvCxnSpPr>
            <p:nvPr userDrawn="1"/>
          </p:nvCxnSpPr>
          <p:spPr bwMode="gray">
            <a:xfrm>
              <a:off x="962439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24FEEFB3-B615-2AC5-0708-72A2CE09D5D2}"/>
                </a:ext>
              </a:extLst>
            </p:cNvPr>
            <p:cNvCxnSpPr>
              <a:cxnSpLocks/>
            </p:cNvCxnSpPr>
            <p:nvPr userDrawn="1"/>
          </p:nvCxnSpPr>
          <p:spPr bwMode="gray">
            <a:xfrm>
              <a:off x="1005649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Logo">
            <a:extLst>
              <a:ext uri="{FF2B5EF4-FFF2-40B4-BE49-F238E27FC236}">
                <a16:creationId xmlns:a16="http://schemas.microsoft.com/office/drawing/2014/main" id="{628A09EA-4660-9CA7-424A-93A27980344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bwMode="gray">
          <a:xfrm>
            <a:off x="10992001" y="483651"/>
            <a:ext cx="504000" cy="516956"/>
          </a:xfrm>
          <a:prstGeom prst="rect">
            <a:avLst/>
          </a:prstGeom>
        </p:spPr>
      </p:pic>
    </p:spTree>
    <p:extLst>
      <p:ext uri="{BB962C8B-B14F-4D97-AF65-F5344CB8AC3E}">
        <p14:creationId xmlns:p14="http://schemas.microsoft.com/office/powerpoint/2010/main" val="2449632651"/>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62" r:id="rId4"/>
    <p:sldLayoutId id="2147483651" r:id="rId5"/>
    <p:sldLayoutId id="2147483650" r:id="rId6"/>
    <p:sldLayoutId id="2147483686" r:id="rId7"/>
    <p:sldLayoutId id="2147483652" r:id="rId8"/>
    <p:sldLayoutId id="2147483654" r:id="rId9"/>
    <p:sldLayoutId id="2147483655" r:id="rId10"/>
    <p:sldLayoutId id="2147483687" r:id="rId11"/>
    <p:sldLayoutId id="2147483688" r:id="rId12"/>
    <p:sldLayoutId id="2147483690" r:id="rId13"/>
    <p:sldLayoutId id="2147483692" r:id="rId14"/>
    <p:sldLayoutId id="2147483689" r:id="rId15"/>
    <p:sldLayoutId id="2147483691"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Lst>
  <p:hf hdr="0"/>
  <p:txStyles>
    <p:titleStyle>
      <a:lvl1pPr algn="l" defTabSz="914400" rtl="0" eaLnBrk="1" latinLnBrk="0" hangingPunct="1">
        <a:lnSpc>
          <a:spcPct val="90000"/>
        </a:lnSpc>
        <a:spcBef>
          <a:spcPct val="0"/>
        </a:spcBef>
        <a:buNone/>
        <a:defRPr sz="2800" b="1"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300"/>
        </a:spcAft>
        <a:buFontTx/>
        <a:buNone/>
        <a:defRPr sz="1600" kern="1200">
          <a:solidFill>
            <a:schemeClr val="tx1"/>
          </a:solidFill>
          <a:latin typeface="+mn-lt"/>
          <a:ea typeface="+mn-ea"/>
          <a:cs typeface="+mn-cs"/>
        </a:defRPr>
      </a:lvl1pPr>
      <a:lvl2pPr marL="0" indent="0" algn="l" defTabSz="914400" rtl="0" eaLnBrk="1" latinLnBrk="0" hangingPunct="1">
        <a:lnSpc>
          <a:spcPct val="120000"/>
        </a:lnSpc>
        <a:spcBef>
          <a:spcPts val="1400"/>
        </a:spcBef>
        <a:buFontTx/>
        <a:buNone/>
        <a:defRPr sz="1800" b="1" kern="1200">
          <a:solidFill>
            <a:schemeClr val="bg2"/>
          </a:solidFill>
          <a:latin typeface="+mj-lt"/>
          <a:ea typeface="+mn-ea"/>
          <a:cs typeface="+mn-cs"/>
        </a:defRPr>
      </a:lvl2pPr>
      <a:lvl3pPr marL="180000" indent="-180000" algn="l" defTabSz="914400" rtl="0" eaLnBrk="1" latinLnBrk="0" hangingPunct="1">
        <a:lnSpc>
          <a:spcPct val="120000"/>
        </a:lnSpc>
        <a:spcBef>
          <a:spcPts val="800"/>
        </a:spcBef>
        <a:buFont typeface="Arial" panose="020B0604020202020204" pitchFamily="34" charset="0"/>
        <a:buChar char="•"/>
        <a:defRPr sz="1600" kern="1200">
          <a:solidFill>
            <a:schemeClr val="tx1"/>
          </a:solidFill>
          <a:latin typeface="+mn-lt"/>
          <a:ea typeface="+mn-ea"/>
          <a:cs typeface="+mn-cs"/>
        </a:defRPr>
      </a:lvl3pPr>
      <a:lvl4pPr marL="360000" indent="-180000" algn="l" defTabSz="914400" rtl="0" eaLnBrk="1" latinLnBrk="0" hangingPunct="1">
        <a:lnSpc>
          <a:spcPct val="120000"/>
        </a:lnSpc>
        <a:spcBef>
          <a:spcPts val="800"/>
        </a:spcBef>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300"/>
        </a:spcAft>
        <a:buFontTx/>
        <a:buNone/>
        <a:defRPr sz="1200" kern="1200">
          <a:solidFill>
            <a:schemeClr val="tx1"/>
          </a:solidFill>
          <a:latin typeface="+mn-lt"/>
          <a:ea typeface="+mn-ea"/>
          <a:cs typeface="+mn-cs"/>
        </a:defRPr>
      </a:lvl5pPr>
      <a:lvl6pPr marL="0" indent="0" algn="l" defTabSz="914400" rtl="0" eaLnBrk="1" latinLnBrk="0" hangingPunct="1">
        <a:lnSpc>
          <a:spcPct val="120000"/>
        </a:lnSpc>
        <a:spcBef>
          <a:spcPts val="1200"/>
        </a:spcBef>
        <a:buFontTx/>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B55CDD0F-871C-3A57-9F8B-7C5F4283134E}"/>
              </a:ext>
            </a:extLst>
          </p:cNvPr>
          <p:cNvSpPr>
            <a:spLocks noGrp="1"/>
          </p:cNvSpPr>
          <p:nvPr>
            <p:ph type="body" sz="quarter" idx="14"/>
          </p:nvPr>
        </p:nvSpPr>
        <p:spPr>
          <a:xfrm>
            <a:off x="1955540" y="2276872"/>
            <a:ext cx="8280920" cy="3816424"/>
          </a:xfrm>
        </p:spPr>
        <p:txBody>
          <a:bodyPr/>
          <a:lstStyle/>
          <a:p>
            <a:pPr algn="ctr"/>
            <a:r>
              <a:rPr lang="en-US" dirty="0"/>
              <a:t>Fingerprint-Based Caching for </a:t>
            </a:r>
            <a:br>
              <a:rPr lang="en-US" dirty="0"/>
            </a:br>
            <a:r>
              <a:rPr lang="en-US" dirty="0"/>
              <a:t>Leave-One-Subject-Out Cross-Validation</a:t>
            </a:r>
            <a:br>
              <a:rPr lang="de-DE" dirty="0"/>
            </a:br>
            <a:r>
              <a:rPr lang="de-DE" sz="2400" dirty="0"/>
              <a:t>(</a:t>
            </a:r>
            <a:r>
              <a:rPr lang="en-US" sz="2400" dirty="0"/>
              <a:t>Eliminating Redundant Computation </a:t>
            </a:r>
            <a:br>
              <a:rPr lang="en-US" sz="2400" dirty="0"/>
            </a:br>
            <a:r>
              <a:rPr lang="en-US" sz="2400" dirty="0"/>
              <a:t>in Iterative ML Experimentation </a:t>
            </a:r>
            <a:br>
              <a:rPr lang="en-US" sz="2400" dirty="0"/>
            </a:br>
            <a:r>
              <a:rPr lang="en-US" sz="2400" dirty="0"/>
              <a:t>on EEG Sleep Staging</a:t>
            </a:r>
            <a:r>
              <a:rPr lang="de-DE" sz="2400" dirty="0"/>
              <a:t>)</a:t>
            </a:r>
          </a:p>
          <a:p>
            <a:pPr algn="ctr"/>
            <a:endParaRPr lang="de-DE" dirty="0"/>
          </a:p>
          <a:p>
            <a:pPr algn="ctr"/>
            <a:endParaRPr lang="de-DE" dirty="0"/>
          </a:p>
          <a:p>
            <a:pPr algn="ctr"/>
            <a:r>
              <a:rPr lang="de-DE" sz="1800" b="0" dirty="0"/>
              <a:t>Lennart Gorzel</a:t>
            </a:r>
            <a:br>
              <a:rPr lang="de-DE" sz="1800" b="0" dirty="0"/>
            </a:br>
            <a:r>
              <a:rPr lang="de-DE" sz="1800" b="0" dirty="0"/>
              <a:t>52418474</a:t>
            </a:r>
          </a:p>
          <a:p>
            <a:pPr algn="ctr"/>
            <a:r>
              <a:rPr lang="de-DE" sz="1800" b="0" dirty="0"/>
              <a:t>Bachelor Thesis</a:t>
            </a:r>
          </a:p>
        </p:txBody>
      </p:sp>
    </p:spTree>
    <p:extLst>
      <p:ext uri="{BB962C8B-B14F-4D97-AF65-F5344CB8AC3E}">
        <p14:creationId xmlns:p14="http://schemas.microsoft.com/office/powerpoint/2010/main" val="1064660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FD1A5-F176-C352-0DF6-58CCBE7710EC}"/>
              </a:ext>
            </a:extLst>
          </p:cNvPr>
          <p:cNvSpPr>
            <a:spLocks noGrp="1"/>
          </p:cNvSpPr>
          <p:nvPr>
            <p:ph type="title"/>
          </p:nvPr>
        </p:nvSpPr>
        <p:spPr/>
        <p:txBody>
          <a:bodyPr/>
          <a:lstStyle/>
          <a:p>
            <a:r>
              <a:rPr lang="de-DE" dirty="0"/>
              <a:t>Outline</a:t>
            </a:r>
            <a:endParaRPr lang="en-US" dirty="0"/>
          </a:p>
        </p:txBody>
      </p:sp>
      <p:sp>
        <p:nvSpPr>
          <p:cNvPr id="3" name="Content Placeholder 2">
            <a:extLst>
              <a:ext uri="{FF2B5EF4-FFF2-40B4-BE49-F238E27FC236}">
                <a16:creationId xmlns:a16="http://schemas.microsoft.com/office/drawing/2014/main" id="{152BDC7F-75C3-1D19-016D-BF85EFEBEDA8}"/>
              </a:ext>
            </a:extLst>
          </p:cNvPr>
          <p:cNvSpPr>
            <a:spLocks noGrp="1"/>
          </p:cNvSpPr>
          <p:nvPr>
            <p:ph idx="1"/>
          </p:nvPr>
        </p:nvSpPr>
        <p:spPr/>
        <p:txBody>
          <a:bodyPr/>
          <a:lstStyle/>
          <a:p>
            <a:pPr marL="285750" indent="-285750">
              <a:buFont typeface="Arial" panose="020B0604020202020204" pitchFamily="34" charset="0"/>
              <a:buChar char="•"/>
            </a:pPr>
            <a:r>
              <a:rPr lang="de-DE" dirty="0"/>
              <a:t>Motivation &amp; Research Questions </a:t>
            </a:r>
          </a:p>
          <a:p>
            <a:pPr marL="285750" indent="-285750">
              <a:buFont typeface="Arial" panose="020B0604020202020204" pitchFamily="34" charset="0"/>
              <a:buChar char="•"/>
            </a:pPr>
            <a:r>
              <a:rPr lang="de-DE" dirty="0"/>
              <a:t>State </a:t>
            </a:r>
            <a:r>
              <a:rPr lang="de-DE" dirty="0" err="1"/>
              <a:t>of</a:t>
            </a:r>
            <a:r>
              <a:rPr lang="de-DE" dirty="0"/>
              <a:t> </a:t>
            </a:r>
            <a:r>
              <a:rPr lang="de-DE" dirty="0" err="1"/>
              <a:t>the</a:t>
            </a:r>
            <a:r>
              <a:rPr lang="de-DE" dirty="0"/>
              <a:t> </a:t>
            </a:r>
            <a:r>
              <a:rPr lang="de-DE" dirty="0" err="1"/>
              <a:t>art</a:t>
            </a:r>
            <a:endParaRPr lang="de-DE" dirty="0"/>
          </a:p>
          <a:p>
            <a:pPr marL="285750" indent="-285750">
              <a:buFont typeface="Arial" panose="020B0604020202020204" pitchFamily="34" charset="0"/>
              <a:buChar char="•"/>
            </a:pPr>
            <a:r>
              <a:rPr lang="de-DE" dirty="0"/>
              <a:t>Caching Framework (Model)</a:t>
            </a:r>
          </a:p>
          <a:p>
            <a:pPr marL="285750" indent="-285750">
              <a:buFont typeface="Arial" panose="020B0604020202020204" pitchFamily="34" charset="0"/>
              <a:buChar char="•"/>
            </a:pPr>
            <a:r>
              <a:rPr lang="de-DE" dirty="0"/>
              <a:t>Implementation &amp; Experimental Setup</a:t>
            </a:r>
          </a:p>
          <a:p>
            <a:pPr marL="285750" indent="-285750">
              <a:buFont typeface="Arial" panose="020B0604020202020204" pitchFamily="34" charset="0"/>
              <a:buChar char="•"/>
            </a:pPr>
            <a:r>
              <a:rPr lang="de-DE" dirty="0" err="1"/>
              <a:t>Results</a:t>
            </a:r>
            <a:endParaRPr lang="de-DE" dirty="0"/>
          </a:p>
          <a:p>
            <a:pPr marL="285750" indent="-285750">
              <a:buFont typeface="Arial" panose="020B0604020202020204" pitchFamily="34" charset="0"/>
              <a:buChar char="•"/>
            </a:pPr>
            <a:r>
              <a:rPr lang="de-DE" dirty="0" err="1"/>
              <a:t>Conclusion</a:t>
            </a:r>
            <a:endParaRPr lang="de-DE"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de-DE" dirty="0"/>
          </a:p>
          <a:p>
            <a:endParaRPr lang="en-US" dirty="0"/>
          </a:p>
        </p:txBody>
      </p:sp>
      <p:sp>
        <p:nvSpPr>
          <p:cNvPr id="5" name="Slide Number Placeholder 4">
            <a:extLst>
              <a:ext uri="{FF2B5EF4-FFF2-40B4-BE49-F238E27FC236}">
                <a16:creationId xmlns:a16="http://schemas.microsoft.com/office/drawing/2014/main" id="{4C616D31-19AB-D7B0-098E-3638F0ACC187}"/>
              </a:ext>
            </a:extLst>
          </p:cNvPr>
          <p:cNvSpPr>
            <a:spLocks noGrp="1"/>
          </p:cNvSpPr>
          <p:nvPr>
            <p:ph type="sldNum" sz="quarter" idx="12"/>
          </p:nvPr>
        </p:nvSpPr>
        <p:spPr/>
        <p:txBody>
          <a:bodyPr/>
          <a:lstStyle/>
          <a:p>
            <a:fld id="{D836C0FE-70CA-4950-82D6-CF602CC2B770}" type="slidenum">
              <a:rPr lang="de-DE" smtClean="0"/>
              <a:t>2</a:t>
            </a:fld>
            <a:endParaRPr lang="de-DE" dirty="0"/>
          </a:p>
        </p:txBody>
      </p:sp>
      <p:sp>
        <p:nvSpPr>
          <p:cNvPr id="6" name="Footer Placeholder 5">
            <a:extLst>
              <a:ext uri="{FF2B5EF4-FFF2-40B4-BE49-F238E27FC236}">
                <a16:creationId xmlns:a16="http://schemas.microsoft.com/office/drawing/2014/main" id="{7584B50F-E00D-1BFB-0031-1F12466BF809}"/>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FA31004C-1A0C-97AE-2904-8D07D2A7B35A}"/>
              </a:ext>
            </a:extLst>
          </p:cNvPr>
          <p:cNvSpPr>
            <a:spLocks noGrp="1"/>
          </p:cNvSpPr>
          <p:nvPr>
            <p:ph type="dt" sz="half" idx="10"/>
          </p:nvPr>
        </p:nvSpPr>
        <p:spPr/>
        <p:txBody>
          <a:bodyPr/>
          <a:lstStyle/>
          <a:p>
            <a:fld id="{5432C355-2C04-4127-840B-AECB702C8FCD}" type="datetime1">
              <a:rPr lang="en-US" smtClean="0"/>
              <a:t>6/9/2026</a:t>
            </a:fld>
            <a:endParaRPr lang="de-DE" dirty="0"/>
          </a:p>
        </p:txBody>
      </p:sp>
    </p:spTree>
    <p:extLst>
      <p:ext uri="{BB962C8B-B14F-4D97-AF65-F5344CB8AC3E}">
        <p14:creationId xmlns:p14="http://schemas.microsoft.com/office/powerpoint/2010/main" val="1679310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FF7D-24CA-E21A-8876-3BD147159702}"/>
              </a:ext>
            </a:extLst>
          </p:cNvPr>
          <p:cNvSpPr>
            <a:spLocks noGrp="1"/>
          </p:cNvSpPr>
          <p:nvPr>
            <p:ph type="title"/>
          </p:nvPr>
        </p:nvSpPr>
        <p:spPr>
          <a:xfrm>
            <a:off x="686386" y="746140"/>
            <a:ext cx="8928100" cy="792000"/>
          </a:xfrm>
        </p:spPr>
        <p:txBody>
          <a:bodyPr/>
          <a:lstStyle/>
          <a:p>
            <a:r>
              <a:rPr lang="de-DE" dirty="0"/>
              <a:t>Motivation</a:t>
            </a:r>
            <a:endParaRPr lang="en-US" dirty="0"/>
          </a:p>
        </p:txBody>
      </p:sp>
      <p:sp>
        <p:nvSpPr>
          <p:cNvPr id="3" name="Content Placeholder 2">
            <a:extLst>
              <a:ext uri="{FF2B5EF4-FFF2-40B4-BE49-F238E27FC236}">
                <a16:creationId xmlns:a16="http://schemas.microsoft.com/office/drawing/2014/main" id="{61D818FD-F4EF-BF1D-027A-6BCA6DE2EB58}"/>
              </a:ext>
            </a:extLst>
          </p:cNvPr>
          <p:cNvSpPr>
            <a:spLocks noGrp="1"/>
          </p:cNvSpPr>
          <p:nvPr>
            <p:ph idx="1"/>
          </p:nvPr>
        </p:nvSpPr>
        <p:spPr>
          <a:xfrm>
            <a:off x="686386" y="1528455"/>
            <a:ext cx="10873283" cy="4583405"/>
          </a:xfrm>
        </p:spPr>
        <p:txBody>
          <a:bodyPr/>
          <a:lstStyle/>
          <a:p>
            <a:r>
              <a:rPr lang="de-DE" b="1" dirty="0" err="1"/>
              <a:t>Context</a:t>
            </a:r>
            <a:endParaRPr lang="de-DE" b="1" dirty="0"/>
          </a:p>
          <a:p>
            <a:pPr marL="285750" indent="-285750">
              <a:buFont typeface="Arial" panose="020B0604020202020204" pitchFamily="34" charset="0"/>
              <a:buChar char="•"/>
            </a:pPr>
            <a:r>
              <a:rPr lang="de-DE" dirty="0"/>
              <a:t>EEG Sleep Stage Classification</a:t>
            </a:r>
          </a:p>
          <a:p>
            <a:pPr marL="285750" indent="-285750">
              <a:buFont typeface="Arial" panose="020B0604020202020204" pitchFamily="34" charset="0"/>
              <a:buChar char="•"/>
            </a:pPr>
            <a:r>
              <a:rPr lang="de-DE" dirty="0" err="1"/>
              <a:t>Leave</a:t>
            </a:r>
            <a:r>
              <a:rPr lang="de-DE" dirty="0"/>
              <a:t>-</a:t>
            </a:r>
            <a:r>
              <a:rPr lang="de-DE" dirty="0" err="1"/>
              <a:t>One</a:t>
            </a:r>
            <a:r>
              <a:rPr lang="de-DE" dirty="0"/>
              <a:t>-Subject-Out (LOSO) Cross Validation</a:t>
            </a:r>
          </a:p>
          <a:p>
            <a:r>
              <a:rPr lang="en-US" b="1" dirty="0"/>
              <a:t>The Challenge</a:t>
            </a:r>
          </a:p>
          <a:p>
            <a:pPr marL="285750" indent="-285750">
              <a:buFont typeface="Arial" panose="020B0604020202020204" pitchFamily="34" charset="0"/>
              <a:buChar char="•"/>
            </a:pPr>
            <a:r>
              <a:rPr lang="en-US" dirty="0"/>
              <a:t>Massive compute cost for large grid searches</a:t>
            </a:r>
          </a:p>
          <a:p>
            <a:pPr marL="285750" indent="-285750">
              <a:buFont typeface="Arial" panose="020B0604020202020204" pitchFamily="34" charset="0"/>
              <a:buChar char="•"/>
            </a:pPr>
            <a:r>
              <a:rPr lang="en-US" dirty="0"/>
              <a:t>Redundant training</a:t>
            </a:r>
          </a:p>
          <a:p>
            <a:pPr marL="285750" indent="-285750">
              <a:buFont typeface="Arial" panose="020B0604020202020204" pitchFamily="34" charset="0"/>
              <a:buChar char="•"/>
            </a:pPr>
            <a:r>
              <a:rPr lang="en-US" dirty="0"/>
              <a:t>No natively independent LOSO cache available</a:t>
            </a:r>
          </a:p>
          <a:p>
            <a:pPr marL="285750" indent="-28575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6512CD49-B9C5-E480-3E35-9659FC7574D0}"/>
              </a:ext>
            </a:extLst>
          </p:cNvPr>
          <p:cNvSpPr>
            <a:spLocks noGrp="1"/>
          </p:cNvSpPr>
          <p:nvPr>
            <p:ph type="sldNum" sz="quarter" idx="12"/>
          </p:nvPr>
        </p:nvSpPr>
        <p:spPr/>
        <p:txBody>
          <a:bodyPr/>
          <a:lstStyle/>
          <a:p>
            <a:fld id="{D836C0FE-70CA-4950-82D6-CF602CC2B770}" type="slidenum">
              <a:rPr lang="de-DE" smtClean="0"/>
              <a:t>3</a:t>
            </a:fld>
            <a:endParaRPr lang="de-DE" dirty="0"/>
          </a:p>
        </p:txBody>
      </p:sp>
      <p:sp>
        <p:nvSpPr>
          <p:cNvPr id="6" name="Footer Placeholder 5">
            <a:extLst>
              <a:ext uri="{FF2B5EF4-FFF2-40B4-BE49-F238E27FC236}">
                <a16:creationId xmlns:a16="http://schemas.microsoft.com/office/drawing/2014/main" id="{C5F30C81-C90A-2B26-06FF-F1530B6329EC}"/>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7A9F2C4C-0D65-F25B-7D25-01C489728885}"/>
              </a:ext>
            </a:extLst>
          </p:cNvPr>
          <p:cNvSpPr>
            <a:spLocks noGrp="1"/>
          </p:cNvSpPr>
          <p:nvPr>
            <p:ph type="dt" sz="half" idx="10"/>
          </p:nvPr>
        </p:nvSpPr>
        <p:spPr/>
        <p:txBody>
          <a:bodyPr/>
          <a:lstStyle/>
          <a:p>
            <a:fld id="{8F1CE275-DEAB-481B-8EDA-D98F481EEFC8}" type="datetime1">
              <a:rPr lang="en-US" smtClean="0"/>
              <a:t>6/9/2026</a:t>
            </a:fld>
            <a:endParaRPr lang="de-DE" dirty="0"/>
          </a:p>
        </p:txBody>
      </p:sp>
    </p:spTree>
    <p:extLst>
      <p:ext uri="{BB962C8B-B14F-4D97-AF65-F5344CB8AC3E}">
        <p14:creationId xmlns:p14="http://schemas.microsoft.com/office/powerpoint/2010/main" val="980036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6D343-E712-416D-18DB-BECD1C8BAFAE}"/>
              </a:ext>
            </a:extLst>
          </p:cNvPr>
          <p:cNvSpPr>
            <a:spLocks noGrp="1"/>
          </p:cNvSpPr>
          <p:nvPr>
            <p:ph type="title"/>
          </p:nvPr>
        </p:nvSpPr>
        <p:spPr/>
        <p:txBody>
          <a:bodyPr/>
          <a:lstStyle/>
          <a:p>
            <a:r>
              <a:rPr lang="de-DE" dirty="0"/>
              <a:t>State </a:t>
            </a:r>
            <a:r>
              <a:rPr lang="de-DE" dirty="0" err="1"/>
              <a:t>of</a:t>
            </a:r>
            <a:r>
              <a:rPr lang="de-DE" dirty="0"/>
              <a:t> </a:t>
            </a:r>
            <a:r>
              <a:rPr lang="de-DE" dirty="0" err="1"/>
              <a:t>the</a:t>
            </a:r>
            <a:r>
              <a:rPr lang="de-DE" dirty="0"/>
              <a:t> </a:t>
            </a:r>
            <a:r>
              <a:rPr lang="de-DE" dirty="0" err="1"/>
              <a:t>art</a:t>
            </a:r>
            <a:endParaRPr lang="en-US" dirty="0"/>
          </a:p>
        </p:txBody>
      </p:sp>
      <p:sp>
        <p:nvSpPr>
          <p:cNvPr id="3" name="Content Placeholder 2">
            <a:extLst>
              <a:ext uri="{FF2B5EF4-FFF2-40B4-BE49-F238E27FC236}">
                <a16:creationId xmlns:a16="http://schemas.microsoft.com/office/drawing/2014/main" id="{FD25B200-BD9D-029A-0536-C8B073B952D7}"/>
              </a:ext>
            </a:extLst>
          </p:cNvPr>
          <p:cNvSpPr>
            <a:spLocks noGrp="1"/>
          </p:cNvSpPr>
          <p:nvPr>
            <p:ph idx="1"/>
          </p:nvPr>
        </p:nvSpPr>
        <p:spPr>
          <a:xfrm>
            <a:off x="695325" y="1844675"/>
            <a:ext cx="8928100" cy="2376413"/>
          </a:xfrm>
        </p:spPr>
        <p:txBody>
          <a:bodyPr/>
          <a:lstStyle/>
          <a:p>
            <a:pPr marL="285750" indent="-285750">
              <a:buFont typeface="Arial" panose="020B0604020202020204" pitchFamily="34" charset="0"/>
              <a:buChar char="•"/>
            </a:pPr>
            <a:r>
              <a:rPr lang="de-DE" dirty="0"/>
              <a:t>This </a:t>
            </a:r>
            <a:r>
              <a:rPr lang="de-DE" dirty="0" err="1"/>
              <a:t>slide</a:t>
            </a:r>
            <a:r>
              <a:rPr lang="de-DE" dirty="0"/>
              <a:t> </a:t>
            </a:r>
            <a:r>
              <a:rPr lang="de-DE" dirty="0" err="1"/>
              <a:t>is</a:t>
            </a:r>
            <a:r>
              <a:rPr lang="de-DE" dirty="0"/>
              <a:t> </a:t>
            </a:r>
            <a:r>
              <a:rPr lang="de-DE" dirty="0" err="1"/>
              <a:t>about</a:t>
            </a:r>
            <a:r>
              <a:rPr lang="de-DE" dirty="0"/>
              <a:t> </a:t>
            </a:r>
            <a:r>
              <a:rPr lang="de-DE" dirty="0" err="1"/>
              <a:t>starting</a:t>
            </a:r>
            <a:r>
              <a:rPr lang="de-DE" dirty="0"/>
              <a:t> </a:t>
            </a:r>
            <a:r>
              <a:rPr lang="de-DE" dirty="0" err="1"/>
              <a:t>point</a:t>
            </a:r>
            <a:r>
              <a:rPr lang="de-DE" dirty="0"/>
              <a:t> </a:t>
            </a:r>
            <a:r>
              <a:rPr lang="de-DE" dirty="0" err="1"/>
              <a:t>of</a:t>
            </a:r>
            <a:r>
              <a:rPr lang="de-DE" dirty="0"/>
              <a:t> </a:t>
            </a:r>
            <a:r>
              <a:rPr lang="de-DE" dirty="0" err="1"/>
              <a:t>your</a:t>
            </a:r>
            <a:r>
              <a:rPr lang="de-DE" dirty="0"/>
              <a:t> </a:t>
            </a:r>
            <a:r>
              <a:rPr lang="de-DE" dirty="0" err="1"/>
              <a:t>work</a:t>
            </a:r>
            <a:endParaRPr lang="de-DE" dirty="0"/>
          </a:p>
          <a:p>
            <a:pPr marL="285750" indent="-285750">
              <a:buFont typeface="Arial" panose="020B0604020202020204" pitchFamily="34" charset="0"/>
              <a:buChar char="•"/>
            </a:pPr>
            <a:r>
              <a:rPr lang="de-DE" dirty="0"/>
              <a:t>Add </a:t>
            </a:r>
            <a:r>
              <a:rPr lang="de-DE" dirty="0" err="1"/>
              <a:t>most</a:t>
            </a:r>
            <a:r>
              <a:rPr lang="de-DE" dirty="0"/>
              <a:t> relevant </a:t>
            </a:r>
            <a:r>
              <a:rPr lang="de-DE" dirty="0" err="1"/>
              <a:t>state</a:t>
            </a:r>
            <a:r>
              <a:rPr lang="de-DE" dirty="0"/>
              <a:t> </a:t>
            </a:r>
            <a:r>
              <a:rPr lang="de-DE" dirty="0" err="1"/>
              <a:t>of</a:t>
            </a:r>
            <a:r>
              <a:rPr lang="de-DE" dirty="0"/>
              <a:t> </a:t>
            </a:r>
            <a:r>
              <a:rPr lang="de-DE" dirty="0" err="1"/>
              <a:t>the</a:t>
            </a:r>
            <a:r>
              <a:rPr lang="de-DE" dirty="0"/>
              <a:t> </a:t>
            </a:r>
            <a:r>
              <a:rPr lang="de-DE" dirty="0" err="1"/>
              <a:t>art</a:t>
            </a:r>
            <a:r>
              <a:rPr lang="de-DE" dirty="0"/>
              <a:t>/</a:t>
            </a:r>
            <a:r>
              <a:rPr lang="de-DE" dirty="0" err="1"/>
              <a:t>state</a:t>
            </a:r>
            <a:r>
              <a:rPr lang="de-DE" dirty="0"/>
              <a:t> </a:t>
            </a:r>
            <a:r>
              <a:rPr lang="de-DE" dirty="0" err="1"/>
              <a:t>of</a:t>
            </a:r>
            <a:r>
              <a:rPr lang="de-DE" dirty="0"/>
              <a:t> </a:t>
            </a:r>
            <a:r>
              <a:rPr lang="de-DE" dirty="0" err="1"/>
              <a:t>practice</a:t>
            </a:r>
            <a:endParaRPr lang="de-DE" dirty="0"/>
          </a:p>
          <a:p>
            <a:pPr marL="285750" indent="-285750">
              <a:buFont typeface="Arial" panose="020B0604020202020204" pitchFamily="34" charset="0"/>
              <a:buChar char="•"/>
            </a:pPr>
            <a:r>
              <a:rPr lang="de-DE" dirty="0"/>
              <a:t>Mention </a:t>
            </a:r>
            <a:r>
              <a:rPr lang="de-DE" dirty="0" err="1"/>
              <a:t>what</a:t>
            </a:r>
            <a:r>
              <a:rPr lang="de-DE" dirty="0"/>
              <a:t> </a:t>
            </a:r>
            <a:r>
              <a:rPr lang="de-DE" dirty="0" err="1"/>
              <a:t>is</a:t>
            </a:r>
            <a:r>
              <a:rPr lang="de-DE" dirty="0"/>
              <a:t> </a:t>
            </a:r>
            <a:r>
              <a:rPr lang="de-DE" dirty="0" err="1"/>
              <a:t>done</a:t>
            </a:r>
            <a:r>
              <a:rPr lang="de-DE" dirty="0"/>
              <a:t> </a:t>
            </a:r>
            <a:r>
              <a:rPr lang="de-DE" dirty="0" err="1"/>
              <a:t>by</a:t>
            </a:r>
            <a:r>
              <a:rPr lang="de-DE" dirty="0"/>
              <a:t> </a:t>
            </a:r>
            <a:r>
              <a:rPr lang="de-DE" i="1" dirty="0" err="1"/>
              <a:t>Firstauthorlastname</a:t>
            </a:r>
            <a:r>
              <a:rPr lang="en-US" sz="1600" i="1" dirty="0"/>
              <a:t> </a:t>
            </a:r>
            <a:r>
              <a:rPr lang="en-US" i="1" dirty="0"/>
              <a:t>et al</a:t>
            </a:r>
            <a:r>
              <a:rPr lang="en-US" dirty="0"/>
              <a:t>.</a:t>
            </a:r>
            <a:r>
              <a:rPr lang="de-DE" dirty="0"/>
              <a:t> and </a:t>
            </a:r>
            <a:r>
              <a:rPr lang="de-DE" dirty="0" err="1"/>
              <a:t>what</a:t>
            </a:r>
            <a:r>
              <a:rPr lang="de-DE" dirty="0"/>
              <a:t> </a:t>
            </a:r>
            <a:r>
              <a:rPr lang="de-DE" dirty="0" err="1"/>
              <a:t>is</a:t>
            </a:r>
            <a:r>
              <a:rPr lang="de-DE" dirty="0"/>
              <a:t> </a:t>
            </a:r>
            <a:r>
              <a:rPr lang="de-DE" dirty="0" err="1"/>
              <a:t>needed</a:t>
            </a:r>
            <a:r>
              <a:rPr lang="de-DE" dirty="0"/>
              <a:t> </a:t>
            </a:r>
            <a:r>
              <a:rPr lang="de-DE" dirty="0" err="1"/>
              <a:t>to</a:t>
            </a:r>
            <a:r>
              <a:rPr lang="de-DE" dirty="0"/>
              <a:t> </a:t>
            </a:r>
            <a:r>
              <a:rPr lang="de-DE" dirty="0" err="1"/>
              <a:t>be</a:t>
            </a:r>
            <a:r>
              <a:rPr lang="de-DE" dirty="0"/>
              <a:t> </a:t>
            </a:r>
            <a:r>
              <a:rPr lang="de-DE" dirty="0" err="1"/>
              <a:t>done</a:t>
            </a:r>
            <a:endParaRPr lang="de-DE" dirty="0"/>
          </a:p>
          <a:p>
            <a:pPr marL="285750" indent="-285750">
              <a:buFont typeface="Arial" panose="020B0604020202020204" pitchFamily="34" charset="0"/>
              <a:buChar char="•"/>
            </a:pPr>
            <a:r>
              <a:rPr lang="de-DE" dirty="0" err="1"/>
              <a:t>If</a:t>
            </a:r>
            <a:r>
              <a:rPr lang="de-DE" dirty="0"/>
              <a:t> </a:t>
            </a:r>
            <a:r>
              <a:rPr lang="de-DE" dirty="0" err="1"/>
              <a:t>needed</a:t>
            </a:r>
            <a:r>
              <a:rPr lang="de-DE" dirty="0"/>
              <a:t> </a:t>
            </a:r>
            <a:r>
              <a:rPr lang="de-DE" dirty="0" err="1"/>
              <a:t>you</a:t>
            </a:r>
            <a:r>
              <a:rPr lang="de-DE" dirty="0"/>
              <a:t> </a:t>
            </a:r>
            <a:r>
              <a:rPr lang="de-DE" dirty="0" err="1"/>
              <a:t>can</a:t>
            </a:r>
            <a:r>
              <a:rPr lang="de-DE" dirty="0"/>
              <a:t> </a:t>
            </a:r>
            <a:r>
              <a:rPr lang="de-DE" dirty="0" err="1"/>
              <a:t>refer</a:t>
            </a:r>
            <a:r>
              <a:rPr lang="de-DE" dirty="0"/>
              <a:t> </a:t>
            </a:r>
            <a:r>
              <a:rPr lang="de-DE" dirty="0" err="1"/>
              <a:t>to</a:t>
            </a:r>
            <a:r>
              <a:rPr lang="de-DE" dirty="0"/>
              <a:t> multiple </a:t>
            </a:r>
            <a:r>
              <a:rPr lang="de-DE" dirty="0" err="1"/>
              <a:t>related</a:t>
            </a:r>
            <a:r>
              <a:rPr lang="de-DE" dirty="0"/>
              <a:t> </a:t>
            </a:r>
            <a:r>
              <a:rPr lang="de-DE" dirty="0" err="1"/>
              <a:t>works</a:t>
            </a:r>
            <a:endParaRPr lang="de-DE" dirty="0"/>
          </a:p>
          <a:p>
            <a:endParaRPr lang="en-US" dirty="0"/>
          </a:p>
        </p:txBody>
      </p:sp>
      <p:sp>
        <p:nvSpPr>
          <p:cNvPr id="5" name="TextBox 4">
            <a:extLst>
              <a:ext uri="{FF2B5EF4-FFF2-40B4-BE49-F238E27FC236}">
                <a16:creationId xmlns:a16="http://schemas.microsoft.com/office/drawing/2014/main" id="{BDE7E788-628A-C131-4D42-FFD37C26A687}"/>
              </a:ext>
            </a:extLst>
          </p:cNvPr>
          <p:cNvSpPr txBox="1"/>
          <p:nvPr/>
        </p:nvSpPr>
        <p:spPr>
          <a:xfrm>
            <a:off x="839416" y="5373216"/>
            <a:ext cx="9560074" cy="338554"/>
          </a:xfrm>
          <a:prstGeom prst="rect">
            <a:avLst/>
          </a:prstGeom>
          <a:noFill/>
        </p:spPr>
        <p:txBody>
          <a:bodyPr wrap="square">
            <a:spAutoFit/>
          </a:bodyPr>
          <a:lstStyle/>
          <a:p>
            <a:r>
              <a:rPr lang="de-DE" sz="800" dirty="0" err="1"/>
              <a:t>Firstauthorlastname</a:t>
            </a:r>
            <a:r>
              <a:rPr lang="en-US" sz="800" dirty="0"/>
              <a:t> et al.: IEEE citation style text about the literature. </a:t>
            </a:r>
          </a:p>
          <a:p>
            <a:r>
              <a:rPr lang="de-AT" sz="800" dirty="0"/>
              <a:t> </a:t>
            </a:r>
            <a:endParaRPr lang="en-IE" sz="800" dirty="0"/>
          </a:p>
        </p:txBody>
      </p:sp>
      <p:sp>
        <p:nvSpPr>
          <p:cNvPr id="6" name="Slide Number Placeholder 5">
            <a:extLst>
              <a:ext uri="{FF2B5EF4-FFF2-40B4-BE49-F238E27FC236}">
                <a16:creationId xmlns:a16="http://schemas.microsoft.com/office/drawing/2014/main" id="{DE359CCB-A840-E9F8-9B0F-D3A43ECF6A01}"/>
              </a:ext>
            </a:extLst>
          </p:cNvPr>
          <p:cNvSpPr>
            <a:spLocks noGrp="1"/>
          </p:cNvSpPr>
          <p:nvPr>
            <p:ph type="sldNum" sz="quarter" idx="12"/>
          </p:nvPr>
        </p:nvSpPr>
        <p:spPr/>
        <p:txBody>
          <a:bodyPr/>
          <a:lstStyle/>
          <a:p>
            <a:fld id="{D836C0FE-70CA-4950-82D6-CF602CC2B770}" type="slidenum">
              <a:rPr lang="de-DE" smtClean="0"/>
              <a:t>4</a:t>
            </a:fld>
            <a:endParaRPr lang="de-DE" dirty="0"/>
          </a:p>
        </p:txBody>
      </p:sp>
      <p:sp>
        <p:nvSpPr>
          <p:cNvPr id="7" name="Footer Placeholder 6">
            <a:extLst>
              <a:ext uri="{FF2B5EF4-FFF2-40B4-BE49-F238E27FC236}">
                <a16:creationId xmlns:a16="http://schemas.microsoft.com/office/drawing/2014/main" id="{CB265C9E-7045-F001-FB1D-0558EA0A4482}"/>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8" name="Date Placeholder 7">
            <a:extLst>
              <a:ext uri="{FF2B5EF4-FFF2-40B4-BE49-F238E27FC236}">
                <a16:creationId xmlns:a16="http://schemas.microsoft.com/office/drawing/2014/main" id="{A1675BF1-D67B-E57D-23E7-5BEF1050A86F}"/>
              </a:ext>
            </a:extLst>
          </p:cNvPr>
          <p:cNvSpPr>
            <a:spLocks noGrp="1"/>
          </p:cNvSpPr>
          <p:nvPr>
            <p:ph type="dt" sz="half" idx="10"/>
          </p:nvPr>
        </p:nvSpPr>
        <p:spPr/>
        <p:txBody>
          <a:bodyPr/>
          <a:lstStyle/>
          <a:p>
            <a:fld id="{3502482C-12FD-4A38-AB7D-4E215C3B8084}" type="datetime1">
              <a:rPr lang="en-US" smtClean="0"/>
              <a:t>6/9/2026</a:t>
            </a:fld>
            <a:endParaRPr lang="de-DE" dirty="0"/>
          </a:p>
        </p:txBody>
      </p:sp>
    </p:spTree>
    <p:extLst>
      <p:ext uri="{BB962C8B-B14F-4D97-AF65-F5344CB8AC3E}">
        <p14:creationId xmlns:p14="http://schemas.microsoft.com/office/powerpoint/2010/main" val="359286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9B7F1-601D-DDE4-3C1E-8C122962E73E}"/>
              </a:ext>
            </a:extLst>
          </p:cNvPr>
          <p:cNvSpPr>
            <a:spLocks noGrp="1"/>
          </p:cNvSpPr>
          <p:nvPr>
            <p:ph type="title"/>
          </p:nvPr>
        </p:nvSpPr>
        <p:spPr/>
        <p:txBody>
          <a:bodyPr/>
          <a:lstStyle/>
          <a:p>
            <a:r>
              <a:rPr lang="de-DE" dirty="0"/>
              <a:t>Model</a:t>
            </a:r>
            <a:endParaRPr lang="en-US" dirty="0"/>
          </a:p>
        </p:txBody>
      </p:sp>
      <p:sp>
        <p:nvSpPr>
          <p:cNvPr id="3" name="Content Placeholder 2">
            <a:extLst>
              <a:ext uri="{FF2B5EF4-FFF2-40B4-BE49-F238E27FC236}">
                <a16:creationId xmlns:a16="http://schemas.microsoft.com/office/drawing/2014/main" id="{1F73331C-9C87-3A56-611A-717203442CFA}"/>
              </a:ext>
            </a:extLst>
          </p:cNvPr>
          <p:cNvSpPr>
            <a:spLocks noGrp="1"/>
          </p:cNvSpPr>
          <p:nvPr>
            <p:ph idx="1"/>
          </p:nvPr>
        </p:nvSpPr>
        <p:spPr/>
        <p:txBody>
          <a:bodyPr/>
          <a:lstStyle/>
          <a:p>
            <a:pPr marL="285750" indent="-285750">
              <a:buFont typeface="Arial" panose="020B0604020202020204" pitchFamily="34" charset="0"/>
              <a:buChar char="•"/>
            </a:pPr>
            <a:r>
              <a:rPr lang="de-DE" dirty="0" err="1"/>
              <a:t>Describe</a:t>
            </a:r>
            <a:r>
              <a:rPr lang="de-DE" dirty="0"/>
              <a:t> </a:t>
            </a:r>
            <a:r>
              <a:rPr lang="de-DE" dirty="0" err="1"/>
              <a:t>how</a:t>
            </a:r>
            <a:r>
              <a:rPr lang="de-DE" dirty="0"/>
              <a:t> </a:t>
            </a:r>
            <a:r>
              <a:rPr lang="de-DE" dirty="0" err="1"/>
              <a:t>your</a:t>
            </a:r>
            <a:r>
              <a:rPr lang="de-DE" dirty="0"/>
              <a:t> </a:t>
            </a:r>
            <a:r>
              <a:rPr lang="de-DE" dirty="0" err="1"/>
              <a:t>model</a:t>
            </a:r>
            <a:r>
              <a:rPr lang="de-DE" dirty="0"/>
              <a:t> </a:t>
            </a:r>
            <a:r>
              <a:rPr lang="de-DE" dirty="0" err="1"/>
              <a:t>or</a:t>
            </a:r>
            <a:r>
              <a:rPr lang="de-DE" dirty="0"/>
              <a:t> </a:t>
            </a:r>
            <a:r>
              <a:rPr lang="de-DE" dirty="0" err="1"/>
              <a:t>approach</a:t>
            </a:r>
            <a:r>
              <a:rPr lang="de-DE" dirty="0"/>
              <a:t> </a:t>
            </a:r>
            <a:r>
              <a:rPr lang="de-DE" dirty="0" err="1"/>
              <a:t>works</a:t>
            </a:r>
            <a:endParaRPr lang="de-DE" dirty="0"/>
          </a:p>
          <a:p>
            <a:pPr marL="285750" indent="-285750">
              <a:buFont typeface="Arial" panose="020B0604020202020204" pitchFamily="34" charset="0"/>
              <a:buChar char="•"/>
            </a:pPr>
            <a:r>
              <a:rPr lang="de-DE" dirty="0"/>
              <a:t>Add a </a:t>
            </a:r>
            <a:r>
              <a:rPr lang="de-DE" dirty="0" err="1"/>
              <a:t>diagram</a:t>
            </a:r>
            <a:r>
              <a:rPr lang="de-DE" dirty="0"/>
              <a:t> </a:t>
            </a:r>
            <a:r>
              <a:rPr lang="de-DE" dirty="0" err="1"/>
              <a:t>of</a:t>
            </a:r>
            <a:r>
              <a:rPr lang="de-DE" dirty="0"/>
              <a:t> </a:t>
            </a:r>
            <a:r>
              <a:rPr lang="de-DE" dirty="0" err="1"/>
              <a:t>your</a:t>
            </a:r>
            <a:r>
              <a:rPr lang="de-DE" dirty="0"/>
              <a:t> </a:t>
            </a:r>
            <a:r>
              <a:rPr lang="de-DE" dirty="0" err="1"/>
              <a:t>model</a:t>
            </a:r>
            <a:r>
              <a:rPr lang="de-DE" dirty="0"/>
              <a:t>, </a:t>
            </a:r>
            <a:r>
              <a:rPr lang="de-DE" dirty="0" err="1"/>
              <a:t>it</a:t>
            </a:r>
            <a:r>
              <a:rPr lang="de-DE" dirty="0"/>
              <a:t> </a:t>
            </a:r>
            <a:r>
              <a:rPr lang="de-DE" dirty="0" err="1"/>
              <a:t>helps</a:t>
            </a:r>
            <a:r>
              <a:rPr lang="de-DE" dirty="0"/>
              <a:t> </a:t>
            </a:r>
            <a:r>
              <a:rPr lang="de-DE" dirty="0" err="1"/>
              <a:t>audience</a:t>
            </a:r>
            <a:r>
              <a:rPr lang="de-DE" dirty="0"/>
              <a:t> </a:t>
            </a:r>
            <a:r>
              <a:rPr lang="de-DE" dirty="0" err="1"/>
              <a:t>to</a:t>
            </a:r>
            <a:r>
              <a:rPr lang="de-DE" dirty="0"/>
              <a:t> </a:t>
            </a:r>
            <a:r>
              <a:rPr lang="de-DE" dirty="0" err="1"/>
              <a:t>undestand</a:t>
            </a:r>
            <a:r>
              <a:rPr lang="de-DE" dirty="0"/>
              <a:t> </a:t>
            </a:r>
            <a:r>
              <a:rPr lang="de-DE" dirty="0" err="1"/>
              <a:t>how</a:t>
            </a:r>
            <a:r>
              <a:rPr lang="de-DE" dirty="0"/>
              <a:t> </a:t>
            </a:r>
            <a:r>
              <a:rPr lang="de-DE" dirty="0" err="1"/>
              <a:t>it</a:t>
            </a:r>
            <a:r>
              <a:rPr lang="de-DE" dirty="0"/>
              <a:t> </a:t>
            </a:r>
            <a:r>
              <a:rPr lang="de-DE" dirty="0" err="1"/>
              <a:t>works</a:t>
            </a:r>
            <a:endParaRPr lang="en-US" dirty="0"/>
          </a:p>
          <a:p>
            <a:endParaRPr lang="en-US" dirty="0"/>
          </a:p>
        </p:txBody>
      </p:sp>
      <p:sp>
        <p:nvSpPr>
          <p:cNvPr id="5" name="Slide Number Placeholder 4">
            <a:extLst>
              <a:ext uri="{FF2B5EF4-FFF2-40B4-BE49-F238E27FC236}">
                <a16:creationId xmlns:a16="http://schemas.microsoft.com/office/drawing/2014/main" id="{A9088F7B-D4F9-2188-7A05-07306F574F0D}"/>
              </a:ext>
            </a:extLst>
          </p:cNvPr>
          <p:cNvSpPr>
            <a:spLocks noGrp="1"/>
          </p:cNvSpPr>
          <p:nvPr>
            <p:ph type="sldNum" sz="quarter" idx="12"/>
          </p:nvPr>
        </p:nvSpPr>
        <p:spPr/>
        <p:txBody>
          <a:bodyPr/>
          <a:lstStyle/>
          <a:p>
            <a:fld id="{D836C0FE-70CA-4950-82D6-CF602CC2B770}" type="slidenum">
              <a:rPr lang="de-DE" smtClean="0"/>
              <a:t>5</a:t>
            </a:fld>
            <a:endParaRPr lang="de-DE" dirty="0"/>
          </a:p>
        </p:txBody>
      </p:sp>
      <p:sp>
        <p:nvSpPr>
          <p:cNvPr id="6" name="Footer Placeholder 5">
            <a:extLst>
              <a:ext uri="{FF2B5EF4-FFF2-40B4-BE49-F238E27FC236}">
                <a16:creationId xmlns:a16="http://schemas.microsoft.com/office/drawing/2014/main" id="{66888E83-31D9-3726-3472-8BD2CB2458DA}"/>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BA76A76D-E972-7CF6-BCB5-2F772C54F699}"/>
              </a:ext>
            </a:extLst>
          </p:cNvPr>
          <p:cNvSpPr>
            <a:spLocks noGrp="1"/>
          </p:cNvSpPr>
          <p:nvPr>
            <p:ph type="dt" sz="half" idx="10"/>
          </p:nvPr>
        </p:nvSpPr>
        <p:spPr/>
        <p:txBody>
          <a:bodyPr/>
          <a:lstStyle/>
          <a:p>
            <a:fld id="{71913426-C297-42D7-93DC-E969B33D92B8}" type="datetime1">
              <a:rPr lang="en-US" smtClean="0"/>
              <a:t>6/9/2026</a:t>
            </a:fld>
            <a:endParaRPr lang="de-DE" dirty="0"/>
          </a:p>
        </p:txBody>
      </p:sp>
    </p:spTree>
    <p:extLst>
      <p:ext uri="{BB962C8B-B14F-4D97-AF65-F5344CB8AC3E}">
        <p14:creationId xmlns:p14="http://schemas.microsoft.com/office/powerpoint/2010/main" val="1948685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73941-A72F-6E13-FE90-FBAA4453B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38AEA-7993-1B34-67E1-19C3EB06D18E}"/>
              </a:ext>
            </a:extLst>
          </p:cNvPr>
          <p:cNvSpPr>
            <a:spLocks noGrp="1"/>
          </p:cNvSpPr>
          <p:nvPr>
            <p:ph type="title"/>
          </p:nvPr>
        </p:nvSpPr>
        <p:spPr/>
        <p:txBody>
          <a:bodyPr/>
          <a:lstStyle/>
          <a:p>
            <a:r>
              <a:rPr lang="de-DE" dirty="0"/>
              <a:t>Implementation</a:t>
            </a:r>
            <a:endParaRPr lang="en-US" dirty="0"/>
          </a:p>
        </p:txBody>
      </p:sp>
      <p:sp>
        <p:nvSpPr>
          <p:cNvPr id="3" name="Content Placeholder 2">
            <a:extLst>
              <a:ext uri="{FF2B5EF4-FFF2-40B4-BE49-F238E27FC236}">
                <a16:creationId xmlns:a16="http://schemas.microsoft.com/office/drawing/2014/main" id="{611F01D7-A7C6-8C3F-CA05-BA2A667F9620}"/>
              </a:ext>
            </a:extLst>
          </p:cNvPr>
          <p:cNvSpPr>
            <a:spLocks noGrp="1"/>
          </p:cNvSpPr>
          <p:nvPr>
            <p:ph idx="1"/>
          </p:nvPr>
        </p:nvSpPr>
        <p:spPr/>
        <p:txBody>
          <a:bodyPr/>
          <a:lstStyle/>
          <a:p>
            <a:pPr marL="285750" indent="-285750">
              <a:buFont typeface="Arial" panose="020B0604020202020204" pitchFamily="34" charset="0"/>
              <a:buChar char="•"/>
            </a:pPr>
            <a:r>
              <a:rPr lang="de-DE" dirty="0" err="1"/>
              <a:t>Describe</a:t>
            </a:r>
            <a:r>
              <a:rPr lang="de-DE" dirty="0"/>
              <a:t> </a:t>
            </a:r>
            <a:r>
              <a:rPr lang="de-DE" dirty="0" err="1"/>
              <a:t>how</a:t>
            </a:r>
            <a:r>
              <a:rPr lang="de-DE" dirty="0"/>
              <a:t> </a:t>
            </a:r>
            <a:r>
              <a:rPr lang="de-DE" dirty="0" err="1"/>
              <a:t>your</a:t>
            </a:r>
            <a:r>
              <a:rPr lang="de-DE" dirty="0"/>
              <a:t> </a:t>
            </a:r>
            <a:r>
              <a:rPr lang="de-DE" dirty="0" err="1"/>
              <a:t>model</a:t>
            </a:r>
            <a:r>
              <a:rPr lang="de-DE" dirty="0"/>
              <a:t> </a:t>
            </a:r>
            <a:r>
              <a:rPr lang="de-DE" dirty="0" err="1"/>
              <a:t>or</a:t>
            </a:r>
            <a:r>
              <a:rPr lang="de-DE" dirty="0"/>
              <a:t> </a:t>
            </a:r>
            <a:r>
              <a:rPr lang="de-DE" dirty="0" err="1"/>
              <a:t>approach</a:t>
            </a:r>
            <a:r>
              <a:rPr lang="de-DE" dirty="0"/>
              <a:t> </a:t>
            </a:r>
            <a:r>
              <a:rPr lang="de-DE" dirty="0" err="1"/>
              <a:t>works</a:t>
            </a:r>
            <a:endParaRPr lang="de-DE" dirty="0"/>
          </a:p>
          <a:p>
            <a:pPr marL="285750" indent="-285750">
              <a:buFont typeface="Arial" panose="020B0604020202020204" pitchFamily="34" charset="0"/>
              <a:buChar char="•"/>
            </a:pPr>
            <a:r>
              <a:rPr lang="de-DE" dirty="0"/>
              <a:t>Add a </a:t>
            </a:r>
            <a:r>
              <a:rPr lang="de-DE" dirty="0" err="1"/>
              <a:t>diagram</a:t>
            </a:r>
            <a:r>
              <a:rPr lang="de-DE" dirty="0"/>
              <a:t> </a:t>
            </a:r>
            <a:r>
              <a:rPr lang="de-DE" dirty="0" err="1"/>
              <a:t>of</a:t>
            </a:r>
            <a:r>
              <a:rPr lang="de-DE" dirty="0"/>
              <a:t> </a:t>
            </a:r>
            <a:r>
              <a:rPr lang="de-DE" dirty="0" err="1"/>
              <a:t>your</a:t>
            </a:r>
            <a:r>
              <a:rPr lang="de-DE" dirty="0"/>
              <a:t> </a:t>
            </a:r>
            <a:r>
              <a:rPr lang="de-DE" dirty="0" err="1"/>
              <a:t>model</a:t>
            </a:r>
            <a:r>
              <a:rPr lang="de-DE" dirty="0"/>
              <a:t>, </a:t>
            </a:r>
            <a:r>
              <a:rPr lang="de-DE" dirty="0" err="1"/>
              <a:t>it</a:t>
            </a:r>
            <a:r>
              <a:rPr lang="de-DE" dirty="0"/>
              <a:t> </a:t>
            </a:r>
            <a:r>
              <a:rPr lang="de-DE" dirty="0" err="1"/>
              <a:t>helps</a:t>
            </a:r>
            <a:r>
              <a:rPr lang="de-DE" dirty="0"/>
              <a:t> </a:t>
            </a:r>
            <a:r>
              <a:rPr lang="de-DE" dirty="0" err="1"/>
              <a:t>audience</a:t>
            </a:r>
            <a:r>
              <a:rPr lang="de-DE" dirty="0"/>
              <a:t> </a:t>
            </a:r>
            <a:r>
              <a:rPr lang="de-DE" dirty="0" err="1"/>
              <a:t>to</a:t>
            </a:r>
            <a:r>
              <a:rPr lang="de-DE" dirty="0"/>
              <a:t> </a:t>
            </a:r>
            <a:r>
              <a:rPr lang="de-DE" dirty="0" err="1"/>
              <a:t>undestand</a:t>
            </a:r>
            <a:r>
              <a:rPr lang="de-DE" dirty="0"/>
              <a:t> </a:t>
            </a:r>
            <a:r>
              <a:rPr lang="de-DE" dirty="0" err="1"/>
              <a:t>how</a:t>
            </a:r>
            <a:r>
              <a:rPr lang="de-DE" dirty="0"/>
              <a:t> </a:t>
            </a:r>
            <a:r>
              <a:rPr lang="de-DE" dirty="0" err="1"/>
              <a:t>it</a:t>
            </a:r>
            <a:r>
              <a:rPr lang="de-DE" dirty="0"/>
              <a:t> </a:t>
            </a:r>
            <a:r>
              <a:rPr lang="de-DE" dirty="0" err="1"/>
              <a:t>works</a:t>
            </a:r>
            <a:endParaRPr lang="en-US" dirty="0"/>
          </a:p>
          <a:p>
            <a:endParaRPr lang="en-US" dirty="0"/>
          </a:p>
        </p:txBody>
      </p:sp>
      <p:sp>
        <p:nvSpPr>
          <p:cNvPr id="5" name="Slide Number Placeholder 4">
            <a:extLst>
              <a:ext uri="{FF2B5EF4-FFF2-40B4-BE49-F238E27FC236}">
                <a16:creationId xmlns:a16="http://schemas.microsoft.com/office/drawing/2014/main" id="{FC1289B0-CF79-5D75-6D02-2DE6B3A5A8BF}"/>
              </a:ext>
            </a:extLst>
          </p:cNvPr>
          <p:cNvSpPr>
            <a:spLocks noGrp="1"/>
          </p:cNvSpPr>
          <p:nvPr>
            <p:ph type="sldNum" sz="quarter" idx="12"/>
          </p:nvPr>
        </p:nvSpPr>
        <p:spPr/>
        <p:txBody>
          <a:bodyPr/>
          <a:lstStyle/>
          <a:p>
            <a:fld id="{D836C0FE-70CA-4950-82D6-CF602CC2B770}" type="slidenum">
              <a:rPr lang="de-DE" smtClean="0"/>
              <a:t>6</a:t>
            </a:fld>
            <a:endParaRPr lang="de-DE" dirty="0"/>
          </a:p>
        </p:txBody>
      </p:sp>
      <p:sp>
        <p:nvSpPr>
          <p:cNvPr id="6" name="Footer Placeholder 5">
            <a:extLst>
              <a:ext uri="{FF2B5EF4-FFF2-40B4-BE49-F238E27FC236}">
                <a16:creationId xmlns:a16="http://schemas.microsoft.com/office/drawing/2014/main" id="{A3DB9A9C-0960-1A65-11DD-D1E40223868C}"/>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E213F8F3-92F9-5270-F035-2609F1C2C23B}"/>
              </a:ext>
            </a:extLst>
          </p:cNvPr>
          <p:cNvSpPr>
            <a:spLocks noGrp="1"/>
          </p:cNvSpPr>
          <p:nvPr>
            <p:ph type="dt" sz="half" idx="10"/>
          </p:nvPr>
        </p:nvSpPr>
        <p:spPr/>
        <p:txBody>
          <a:bodyPr/>
          <a:lstStyle/>
          <a:p>
            <a:fld id="{71913426-C297-42D7-93DC-E969B33D92B8}" type="datetime1">
              <a:rPr lang="en-US" smtClean="0"/>
              <a:t>6/9/2026</a:t>
            </a:fld>
            <a:endParaRPr lang="de-DE" dirty="0"/>
          </a:p>
        </p:txBody>
      </p:sp>
    </p:spTree>
    <p:extLst>
      <p:ext uri="{BB962C8B-B14F-4D97-AF65-F5344CB8AC3E}">
        <p14:creationId xmlns:p14="http://schemas.microsoft.com/office/powerpoint/2010/main" val="1335159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F7F03-2D71-08ED-F2B3-F022A5A4D31E}"/>
              </a:ext>
            </a:extLst>
          </p:cNvPr>
          <p:cNvSpPr>
            <a:spLocks noGrp="1"/>
          </p:cNvSpPr>
          <p:nvPr>
            <p:ph type="title"/>
          </p:nvPr>
        </p:nvSpPr>
        <p:spPr/>
        <p:txBody>
          <a:bodyPr/>
          <a:lstStyle/>
          <a:p>
            <a:r>
              <a:rPr lang="de-DE" dirty="0" err="1"/>
              <a:t>Results</a:t>
            </a:r>
            <a:r>
              <a:rPr lang="de-DE" dirty="0"/>
              <a:t> a </a:t>
            </a:r>
            <a:endParaRPr lang="en-US" dirty="0"/>
          </a:p>
        </p:txBody>
      </p:sp>
      <p:sp>
        <p:nvSpPr>
          <p:cNvPr id="3" name="Content Placeholder 2">
            <a:extLst>
              <a:ext uri="{FF2B5EF4-FFF2-40B4-BE49-F238E27FC236}">
                <a16:creationId xmlns:a16="http://schemas.microsoft.com/office/drawing/2014/main" id="{24150405-712F-3E31-23E7-1E9F75DE7519}"/>
              </a:ext>
            </a:extLst>
          </p:cNvPr>
          <p:cNvSpPr>
            <a:spLocks noGrp="1"/>
          </p:cNvSpPr>
          <p:nvPr>
            <p:ph idx="1"/>
          </p:nvPr>
        </p:nvSpPr>
        <p:spPr/>
        <p:txBody>
          <a:bodyPr/>
          <a:lstStyle/>
          <a:p>
            <a:pPr marL="285750" indent="-285750">
              <a:buFont typeface="Arial" panose="020B0604020202020204" pitchFamily="34" charset="0"/>
              <a:buChar char="•"/>
            </a:pPr>
            <a:r>
              <a:rPr lang="de-DE" dirty="0" err="1"/>
              <a:t>Present</a:t>
            </a:r>
            <a:r>
              <a:rPr lang="de-DE" dirty="0"/>
              <a:t> </a:t>
            </a:r>
            <a:r>
              <a:rPr lang="de-DE" dirty="0" err="1"/>
              <a:t>the</a:t>
            </a:r>
            <a:r>
              <a:rPr lang="de-DE" dirty="0"/>
              <a:t> </a:t>
            </a:r>
            <a:r>
              <a:rPr lang="de-DE" dirty="0" err="1"/>
              <a:t>most</a:t>
            </a:r>
            <a:r>
              <a:rPr lang="de-DE" dirty="0"/>
              <a:t> </a:t>
            </a:r>
            <a:r>
              <a:rPr lang="de-DE" dirty="0" err="1"/>
              <a:t>interesting</a:t>
            </a:r>
            <a:r>
              <a:rPr lang="de-DE" dirty="0"/>
              <a:t> </a:t>
            </a:r>
            <a:r>
              <a:rPr lang="de-DE" dirty="0" err="1"/>
              <a:t>results</a:t>
            </a:r>
            <a:r>
              <a:rPr lang="de-DE" dirty="0"/>
              <a:t> (</a:t>
            </a:r>
            <a:r>
              <a:rPr lang="de-DE" dirty="0" err="1"/>
              <a:t>up</a:t>
            </a:r>
            <a:r>
              <a:rPr lang="de-DE" dirty="0"/>
              <a:t> </a:t>
            </a:r>
            <a:r>
              <a:rPr lang="de-DE" dirty="0" err="1"/>
              <a:t>to</a:t>
            </a:r>
            <a:r>
              <a:rPr lang="de-DE" dirty="0"/>
              <a:t> 2 </a:t>
            </a:r>
            <a:r>
              <a:rPr lang="de-DE" dirty="0" err="1"/>
              <a:t>results</a:t>
            </a:r>
            <a:r>
              <a:rPr lang="de-DE" dirty="0"/>
              <a:t>) </a:t>
            </a:r>
          </a:p>
          <a:p>
            <a:pPr marL="285750" indent="-285750">
              <a:buFont typeface="Arial" panose="020B0604020202020204" pitchFamily="34" charset="0"/>
              <a:buChar char="•"/>
            </a:pPr>
            <a:r>
              <a:rPr lang="de-DE" dirty="0" err="1"/>
              <a:t>Describe</a:t>
            </a:r>
            <a:r>
              <a:rPr lang="de-DE" dirty="0"/>
              <a:t> </a:t>
            </a:r>
            <a:r>
              <a:rPr lang="de-DE" dirty="0" err="1"/>
              <a:t>how</a:t>
            </a:r>
            <a:r>
              <a:rPr lang="de-DE" dirty="0"/>
              <a:t> </a:t>
            </a:r>
            <a:r>
              <a:rPr lang="de-DE" dirty="0" err="1"/>
              <a:t>you</a:t>
            </a:r>
            <a:r>
              <a:rPr lang="de-DE" dirty="0"/>
              <a:t> </a:t>
            </a:r>
            <a:r>
              <a:rPr lang="de-DE" dirty="0" err="1"/>
              <a:t>interpret</a:t>
            </a:r>
            <a:r>
              <a:rPr lang="de-DE" dirty="0"/>
              <a:t> </a:t>
            </a:r>
            <a:r>
              <a:rPr lang="de-DE" dirty="0" err="1"/>
              <a:t>the</a:t>
            </a:r>
            <a:r>
              <a:rPr lang="de-DE" dirty="0"/>
              <a:t> </a:t>
            </a:r>
            <a:r>
              <a:rPr lang="de-DE" dirty="0" err="1"/>
              <a:t>results</a:t>
            </a:r>
            <a:r>
              <a:rPr lang="de-DE" dirty="0"/>
              <a:t> </a:t>
            </a:r>
          </a:p>
          <a:p>
            <a:endParaRPr lang="en-US" dirty="0"/>
          </a:p>
        </p:txBody>
      </p:sp>
      <p:sp>
        <p:nvSpPr>
          <p:cNvPr id="5" name="Slide Number Placeholder 4">
            <a:extLst>
              <a:ext uri="{FF2B5EF4-FFF2-40B4-BE49-F238E27FC236}">
                <a16:creationId xmlns:a16="http://schemas.microsoft.com/office/drawing/2014/main" id="{BE1CFA53-C57C-8648-E4F3-FFDFD2E753CE}"/>
              </a:ext>
            </a:extLst>
          </p:cNvPr>
          <p:cNvSpPr>
            <a:spLocks noGrp="1"/>
          </p:cNvSpPr>
          <p:nvPr>
            <p:ph type="sldNum" sz="quarter" idx="12"/>
          </p:nvPr>
        </p:nvSpPr>
        <p:spPr/>
        <p:txBody>
          <a:bodyPr/>
          <a:lstStyle/>
          <a:p>
            <a:fld id="{D836C0FE-70CA-4950-82D6-CF602CC2B770}" type="slidenum">
              <a:rPr lang="de-DE" smtClean="0"/>
              <a:t>7</a:t>
            </a:fld>
            <a:endParaRPr lang="de-DE" dirty="0"/>
          </a:p>
        </p:txBody>
      </p:sp>
      <p:sp>
        <p:nvSpPr>
          <p:cNvPr id="6" name="Footer Placeholder 5">
            <a:extLst>
              <a:ext uri="{FF2B5EF4-FFF2-40B4-BE49-F238E27FC236}">
                <a16:creationId xmlns:a16="http://schemas.microsoft.com/office/drawing/2014/main" id="{C588F12B-693B-5A89-72AC-C0F7E13A3981}"/>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5FAC6DDB-9D10-A61E-6D70-89CE941C4212}"/>
              </a:ext>
            </a:extLst>
          </p:cNvPr>
          <p:cNvSpPr>
            <a:spLocks noGrp="1"/>
          </p:cNvSpPr>
          <p:nvPr>
            <p:ph type="dt" sz="half" idx="10"/>
          </p:nvPr>
        </p:nvSpPr>
        <p:spPr/>
        <p:txBody>
          <a:bodyPr/>
          <a:lstStyle/>
          <a:p>
            <a:fld id="{15AEB612-F19D-41F6-8873-721850E62818}" type="datetime1">
              <a:rPr lang="en-US" smtClean="0"/>
              <a:t>6/9/2026</a:t>
            </a:fld>
            <a:endParaRPr lang="de-DE" dirty="0"/>
          </a:p>
        </p:txBody>
      </p:sp>
    </p:spTree>
    <p:extLst>
      <p:ext uri="{BB962C8B-B14F-4D97-AF65-F5344CB8AC3E}">
        <p14:creationId xmlns:p14="http://schemas.microsoft.com/office/powerpoint/2010/main" val="2646793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8EFA5-54B8-0A12-D3B3-2D96674EA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7AE4A-F583-7934-D4E9-0E7CC1BFE14C}"/>
              </a:ext>
            </a:extLst>
          </p:cNvPr>
          <p:cNvSpPr>
            <a:spLocks noGrp="1"/>
          </p:cNvSpPr>
          <p:nvPr>
            <p:ph type="title"/>
          </p:nvPr>
        </p:nvSpPr>
        <p:spPr/>
        <p:txBody>
          <a:bodyPr/>
          <a:lstStyle/>
          <a:p>
            <a:r>
              <a:rPr lang="de-DE" dirty="0" err="1"/>
              <a:t>Results</a:t>
            </a:r>
            <a:r>
              <a:rPr lang="de-DE" dirty="0"/>
              <a:t> b </a:t>
            </a:r>
            <a:endParaRPr lang="en-US" dirty="0"/>
          </a:p>
        </p:txBody>
      </p:sp>
      <p:sp>
        <p:nvSpPr>
          <p:cNvPr id="3" name="Content Placeholder 2">
            <a:extLst>
              <a:ext uri="{FF2B5EF4-FFF2-40B4-BE49-F238E27FC236}">
                <a16:creationId xmlns:a16="http://schemas.microsoft.com/office/drawing/2014/main" id="{FD56367A-69FA-5816-6125-287191BF2B47}"/>
              </a:ext>
            </a:extLst>
          </p:cNvPr>
          <p:cNvSpPr>
            <a:spLocks noGrp="1"/>
          </p:cNvSpPr>
          <p:nvPr>
            <p:ph idx="1"/>
          </p:nvPr>
        </p:nvSpPr>
        <p:spPr/>
        <p:txBody>
          <a:bodyPr/>
          <a:lstStyle/>
          <a:p>
            <a:pPr marL="285750" indent="-285750">
              <a:buFont typeface="Arial" panose="020B0604020202020204" pitchFamily="34" charset="0"/>
              <a:buChar char="•"/>
            </a:pPr>
            <a:r>
              <a:rPr lang="de-DE" dirty="0" err="1"/>
              <a:t>Present</a:t>
            </a:r>
            <a:r>
              <a:rPr lang="de-DE" dirty="0"/>
              <a:t> </a:t>
            </a:r>
            <a:r>
              <a:rPr lang="de-DE" dirty="0" err="1"/>
              <a:t>the</a:t>
            </a:r>
            <a:r>
              <a:rPr lang="de-DE" dirty="0"/>
              <a:t> </a:t>
            </a:r>
            <a:r>
              <a:rPr lang="de-DE" dirty="0" err="1"/>
              <a:t>most</a:t>
            </a:r>
            <a:r>
              <a:rPr lang="de-DE" dirty="0"/>
              <a:t> </a:t>
            </a:r>
            <a:r>
              <a:rPr lang="de-DE" dirty="0" err="1"/>
              <a:t>interesting</a:t>
            </a:r>
            <a:r>
              <a:rPr lang="de-DE" dirty="0"/>
              <a:t> </a:t>
            </a:r>
            <a:r>
              <a:rPr lang="de-DE" dirty="0" err="1"/>
              <a:t>results</a:t>
            </a:r>
            <a:r>
              <a:rPr lang="de-DE" dirty="0"/>
              <a:t> (</a:t>
            </a:r>
            <a:r>
              <a:rPr lang="de-DE" dirty="0" err="1"/>
              <a:t>up</a:t>
            </a:r>
            <a:r>
              <a:rPr lang="de-DE" dirty="0"/>
              <a:t> </a:t>
            </a:r>
            <a:r>
              <a:rPr lang="de-DE" dirty="0" err="1"/>
              <a:t>to</a:t>
            </a:r>
            <a:r>
              <a:rPr lang="de-DE" dirty="0"/>
              <a:t> 2 </a:t>
            </a:r>
            <a:r>
              <a:rPr lang="de-DE" dirty="0" err="1"/>
              <a:t>results</a:t>
            </a:r>
            <a:r>
              <a:rPr lang="de-DE" dirty="0"/>
              <a:t>) </a:t>
            </a:r>
          </a:p>
          <a:p>
            <a:pPr marL="285750" indent="-285750">
              <a:buFont typeface="Arial" panose="020B0604020202020204" pitchFamily="34" charset="0"/>
              <a:buChar char="•"/>
            </a:pPr>
            <a:r>
              <a:rPr lang="de-DE" dirty="0" err="1"/>
              <a:t>Describe</a:t>
            </a:r>
            <a:r>
              <a:rPr lang="de-DE" dirty="0"/>
              <a:t> </a:t>
            </a:r>
            <a:r>
              <a:rPr lang="de-DE" dirty="0" err="1"/>
              <a:t>how</a:t>
            </a:r>
            <a:r>
              <a:rPr lang="de-DE" dirty="0"/>
              <a:t> </a:t>
            </a:r>
            <a:r>
              <a:rPr lang="de-DE" dirty="0" err="1"/>
              <a:t>you</a:t>
            </a:r>
            <a:r>
              <a:rPr lang="de-DE" dirty="0"/>
              <a:t> </a:t>
            </a:r>
            <a:r>
              <a:rPr lang="de-DE" dirty="0" err="1"/>
              <a:t>interpret</a:t>
            </a:r>
            <a:r>
              <a:rPr lang="de-DE" dirty="0"/>
              <a:t> </a:t>
            </a:r>
            <a:r>
              <a:rPr lang="de-DE" dirty="0" err="1"/>
              <a:t>the</a:t>
            </a:r>
            <a:r>
              <a:rPr lang="de-DE" dirty="0"/>
              <a:t> </a:t>
            </a:r>
            <a:r>
              <a:rPr lang="de-DE" dirty="0" err="1"/>
              <a:t>results</a:t>
            </a:r>
            <a:r>
              <a:rPr lang="de-DE" dirty="0"/>
              <a:t> </a:t>
            </a:r>
          </a:p>
          <a:p>
            <a:endParaRPr lang="en-US" dirty="0"/>
          </a:p>
        </p:txBody>
      </p:sp>
      <p:sp>
        <p:nvSpPr>
          <p:cNvPr id="5" name="Slide Number Placeholder 4">
            <a:extLst>
              <a:ext uri="{FF2B5EF4-FFF2-40B4-BE49-F238E27FC236}">
                <a16:creationId xmlns:a16="http://schemas.microsoft.com/office/drawing/2014/main" id="{9C3C9F2B-128F-C481-8FFE-273FF73AD750}"/>
              </a:ext>
            </a:extLst>
          </p:cNvPr>
          <p:cNvSpPr>
            <a:spLocks noGrp="1"/>
          </p:cNvSpPr>
          <p:nvPr>
            <p:ph type="sldNum" sz="quarter" idx="12"/>
          </p:nvPr>
        </p:nvSpPr>
        <p:spPr/>
        <p:txBody>
          <a:bodyPr/>
          <a:lstStyle/>
          <a:p>
            <a:fld id="{D836C0FE-70CA-4950-82D6-CF602CC2B770}" type="slidenum">
              <a:rPr lang="de-DE" smtClean="0"/>
              <a:t>8</a:t>
            </a:fld>
            <a:endParaRPr lang="de-DE" dirty="0"/>
          </a:p>
        </p:txBody>
      </p:sp>
      <p:sp>
        <p:nvSpPr>
          <p:cNvPr id="6" name="Footer Placeholder 5">
            <a:extLst>
              <a:ext uri="{FF2B5EF4-FFF2-40B4-BE49-F238E27FC236}">
                <a16:creationId xmlns:a16="http://schemas.microsoft.com/office/drawing/2014/main" id="{74466476-6469-9579-B2D2-D9426441C178}"/>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63342A63-9220-7FB2-C5DF-19D5771B0B70}"/>
              </a:ext>
            </a:extLst>
          </p:cNvPr>
          <p:cNvSpPr>
            <a:spLocks noGrp="1"/>
          </p:cNvSpPr>
          <p:nvPr>
            <p:ph type="dt" sz="half" idx="10"/>
          </p:nvPr>
        </p:nvSpPr>
        <p:spPr/>
        <p:txBody>
          <a:bodyPr/>
          <a:lstStyle/>
          <a:p>
            <a:fld id="{15AEB612-F19D-41F6-8873-721850E62818}" type="datetime1">
              <a:rPr lang="en-US" smtClean="0"/>
              <a:t>6/9/2026</a:t>
            </a:fld>
            <a:endParaRPr lang="de-DE" dirty="0"/>
          </a:p>
        </p:txBody>
      </p:sp>
    </p:spTree>
    <p:extLst>
      <p:ext uri="{BB962C8B-B14F-4D97-AF65-F5344CB8AC3E}">
        <p14:creationId xmlns:p14="http://schemas.microsoft.com/office/powerpoint/2010/main" val="2342184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E4339-F216-B283-07CD-A48C828A7AF4}"/>
              </a:ext>
            </a:extLst>
          </p:cNvPr>
          <p:cNvSpPr>
            <a:spLocks noGrp="1"/>
          </p:cNvSpPr>
          <p:nvPr>
            <p:ph type="title"/>
          </p:nvPr>
        </p:nvSpPr>
        <p:spPr/>
        <p:txBody>
          <a:bodyPr/>
          <a:lstStyle/>
          <a:p>
            <a:r>
              <a:rPr lang="de-DE" dirty="0" err="1"/>
              <a:t>Conclusion</a:t>
            </a:r>
            <a:endParaRPr lang="en-US" dirty="0"/>
          </a:p>
        </p:txBody>
      </p:sp>
      <p:sp>
        <p:nvSpPr>
          <p:cNvPr id="3" name="Content Placeholder 2">
            <a:extLst>
              <a:ext uri="{FF2B5EF4-FFF2-40B4-BE49-F238E27FC236}">
                <a16:creationId xmlns:a16="http://schemas.microsoft.com/office/drawing/2014/main" id="{0248E10D-607E-7F45-03CA-D493263312D4}"/>
              </a:ext>
            </a:extLst>
          </p:cNvPr>
          <p:cNvSpPr>
            <a:spLocks noGrp="1"/>
          </p:cNvSpPr>
          <p:nvPr>
            <p:ph idx="1"/>
          </p:nvPr>
        </p:nvSpPr>
        <p:spPr/>
        <p:txBody>
          <a:bodyPr/>
          <a:lstStyle/>
          <a:p>
            <a:pPr marL="285750" indent="-285750">
              <a:buFont typeface="Arial" panose="020B0604020202020204" pitchFamily="34" charset="0"/>
              <a:buChar char="•"/>
            </a:pPr>
            <a:r>
              <a:rPr lang="de-DE" dirty="0"/>
              <a:t>Mention </a:t>
            </a:r>
            <a:r>
              <a:rPr lang="de-DE" dirty="0" err="1"/>
              <a:t>the</a:t>
            </a:r>
            <a:r>
              <a:rPr lang="de-DE" dirty="0"/>
              <a:t> </a:t>
            </a:r>
            <a:r>
              <a:rPr lang="de-DE" dirty="0" err="1"/>
              <a:t>major</a:t>
            </a:r>
            <a:r>
              <a:rPr lang="de-DE" dirty="0"/>
              <a:t> </a:t>
            </a:r>
            <a:r>
              <a:rPr lang="de-DE" dirty="0" err="1"/>
              <a:t>findings</a:t>
            </a:r>
            <a:r>
              <a:rPr lang="de-DE" dirty="0"/>
              <a:t>  </a:t>
            </a:r>
            <a:r>
              <a:rPr lang="de-DE" dirty="0" err="1"/>
              <a:t>or</a:t>
            </a:r>
            <a:r>
              <a:rPr lang="de-DE" dirty="0"/>
              <a:t> </a:t>
            </a:r>
            <a:r>
              <a:rPr lang="de-DE" dirty="0" err="1"/>
              <a:t>insights</a:t>
            </a:r>
            <a:endParaRPr lang="de-DE" dirty="0"/>
          </a:p>
          <a:p>
            <a:pPr marL="285750" indent="-285750">
              <a:buFont typeface="Arial" panose="020B0604020202020204" pitchFamily="34" charset="0"/>
              <a:buChar char="•"/>
            </a:pPr>
            <a:r>
              <a:rPr lang="de-DE" dirty="0"/>
              <a:t>Repeat </a:t>
            </a:r>
            <a:r>
              <a:rPr lang="de-DE" dirty="0" err="1"/>
              <a:t>how</a:t>
            </a:r>
            <a:r>
              <a:rPr lang="de-DE" dirty="0"/>
              <a:t> </a:t>
            </a:r>
            <a:r>
              <a:rPr lang="de-DE" dirty="0" err="1"/>
              <a:t>you</a:t>
            </a:r>
            <a:r>
              <a:rPr lang="de-DE" dirty="0"/>
              <a:t> </a:t>
            </a:r>
            <a:r>
              <a:rPr lang="de-DE" dirty="0" err="1"/>
              <a:t>answered</a:t>
            </a:r>
            <a:r>
              <a:rPr lang="de-DE" dirty="0"/>
              <a:t> </a:t>
            </a:r>
            <a:r>
              <a:rPr lang="de-DE" dirty="0" err="1"/>
              <a:t>the</a:t>
            </a:r>
            <a:r>
              <a:rPr lang="de-DE" dirty="0"/>
              <a:t> </a:t>
            </a:r>
            <a:r>
              <a:rPr lang="de-DE" dirty="0" err="1"/>
              <a:t>research</a:t>
            </a:r>
            <a:r>
              <a:rPr lang="de-DE" dirty="0"/>
              <a:t> </a:t>
            </a:r>
            <a:r>
              <a:rPr lang="de-DE" dirty="0" err="1"/>
              <a:t>questions</a:t>
            </a:r>
            <a:r>
              <a:rPr lang="de-DE" dirty="0"/>
              <a:t> and/</a:t>
            </a:r>
            <a:r>
              <a:rPr lang="de-DE" dirty="0" err="1"/>
              <a:t>or</a:t>
            </a:r>
            <a:r>
              <a:rPr lang="de-DE" dirty="0"/>
              <a:t> </a:t>
            </a:r>
            <a:r>
              <a:rPr lang="de-DE" dirty="0" err="1"/>
              <a:t>how</a:t>
            </a:r>
            <a:r>
              <a:rPr lang="de-DE" dirty="0"/>
              <a:t> </a:t>
            </a:r>
            <a:r>
              <a:rPr lang="de-DE" dirty="0" err="1"/>
              <a:t>your</a:t>
            </a:r>
            <a:r>
              <a:rPr lang="de-DE" dirty="0"/>
              <a:t> </a:t>
            </a:r>
            <a:r>
              <a:rPr lang="de-DE" dirty="0" err="1"/>
              <a:t>research</a:t>
            </a:r>
            <a:r>
              <a:rPr lang="de-DE" dirty="0"/>
              <a:t> </a:t>
            </a:r>
            <a:r>
              <a:rPr lang="de-DE" dirty="0" err="1"/>
              <a:t>goals</a:t>
            </a:r>
            <a:r>
              <a:rPr lang="de-DE" dirty="0"/>
              <a:t> </a:t>
            </a:r>
            <a:r>
              <a:rPr lang="de-DE" dirty="0" err="1"/>
              <a:t>are</a:t>
            </a:r>
            <a:r>
              <a:rPr lang="de-DE" dirty="0"/>
              <a:t> </a:t>
            </a:r>
            <a:r>
              <a:rPr lang="de-DE" dirty="0" err="1"/>
              <a:t>achieved</a:t>
            </a:r>
            <a:r>
              <a:rPr lang="de-DE" dirty="0"/>
              <a:t> </a:t>
            </a:r>
          </a:p>
          <a:p>
            <a:endParaRPr lang="en-US" dirty="0"/>
          </a:p>
        </p:txBody>
      </p:sp>
      <p:sp>
        <p:nvSpPr>
          <p:cNvPr id="5" name="Slide Number Placeholder 4">
            <a:extLst>
              <a:ext uri="{FF2B5EF4-FFF2-40B4-BE49-F238E27FC236}">
                <a16:creationId xmlns:a16="http://schemas.microsoft.com/office/drawing/2014/main" id="{EC013FC8-FD04-ACDB-EE34-F1E32EBDD4EB}"/>
              </a:ext>
            </a:extLst>
          </p:cNvPr>
          <p:cNvSpPr>
            <a:spLocks noGrp="1"/>
          </p:cNvSpPr>
          <p:nvPr>
            <p:ph type="sldNum" sz="quarter" idx="12"/>
          </p:nvPr>
        </p:nvSpPr>
        <p:spPr/>
        <p:txBody>
          <a:bodyPr/>
          <a:lstStyle/>
          <a:p>
            <a:fld id="{D836C0FE-70CA-4950-82D6-CF602CC2B770}" type="slidenum">
              <a:rPr lang="de-DE" smtClean="0"/>
              <a:t>9</a:t>
            </a:fld>
            <a:endParaRPr lang="de-DE" dirty="0"/>
          </a:p>
        </p:txBody>
      </p:sp>
      <p:sp>
        <p:nvSpPr>
          <p:cNvPr id="6" name="Footer Placeholder 5">
            <a:extLst>
              <a:ext uri="{FF2B5EF4-FFF2-40B4-BE49-F238E27FC236}">
                <a16:creationId xmlns:a16="http://schemas.microsoft.com/office/drawing/2014/main" id="{CDF247FA-E638-48DF-60EB-5D23E3C1B625}"/>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AE55ED0A-D6F3-B76B-386F-3F7D9D22D2D5}"/>
              </a:ext>
            </a:extLst>
          </p:cNvPr>
          <p:cNvSpPr>
            <a:spLocks noGrp="1"/>
          </p:cNvSpPr>
          <p:nvPr>
            <p:ph type="dt" sz="half" idx="10"/>
          </p:nvPr>
        </p:nvSpPr>
        <p:spPr/>
        <p:txBody>
          <a:bodyPr/>
          <a:lstStyle/>
          <a:p>
            <a:fld id="{4900ED49-DBEC-42B2-A219-5281160C4AC7}" type="datetime1">
              <a:rPr lang="en-US" smtClean="0"/>
              <a:t>6/9/2026</a:t>
            </a:fld>
            <a:endParaRPr lang="de-DE" dirty="0"/>
          </a:p>
        </p:txBody>
      </p:sp>
    </p:spTree>
    <p:extLst>
      <p:ext uri="{BB962C8B-B14F-4D97-AF65-F5344CB8AC3E}">
        <p14:creationId xmlns:p14="http://schemas.microsoft.com/office/powerpoint/2010/main" val="3167271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E5D94F-8829-7A55-4592-BFB67D3692AA}"/>
              </a:ext>
            </a:extLst>
          </p:cNvPr>
          <p:cNvSpPr>
            <a:spLocks noGrp="1"/>
          </p:cNvSpPr>
          <p:nvPr>
            <p:ph type="sldNum" sz="quarter" idx="12"/>
          </p:nvPr>
        </p:nvSpPr>
        <p:spPr/>
        <p:txBody>
          <a:bodyPr/>
          <a:lstStyle/>
          <a:p>
            <a:fld id="{D836C0FE-70CA-4950-82D6-CF602CC2B770}" type="slidenum">
              <a:rPr lang="de-DE" smtClean="0"/>
              <a:t>10</a:t>
            </a:fld>
            <a:endParaRPr lang="de-DE" dirty="0"/>
          </a:p>
        </p:txBody>
      </p:sp>
      <p:sp>
        <p:nvSpPr>
          <p:cNvPr id="3" name="Title 2">
            <a:extLst>
              <a:ext uri="{FF2B5EF4-FFF2-40B4-BE49-F238E27FC236}">
                <a16:creationId xmlns:a16="http://schemas.microsoft.com/office/drawing/2014/main" id="{7DE246DE-663B-36A1-51AA-202A0F892787}"/>
              </a:ext>
            </a:extLst>
          </p:cNvPr>
          <p:cNvSpPr>
            <a:spLocks noGrp="1"/>
          </p:cNvSpPr>
          <p:nvPr>
            <p:ph type="title"/>
          </p:nvPr>
        </p:nvSpPr>
        <p:spPr>
          <a:xfrm>
            <a:off x="2927648" y="2057106"/>
            <a:ext cx="4896544" cy="792000"/>
          </a:xfrm>
        </p:spPr>
        <p:txBody>
          <a:bodyPr/>
          <a:lstStyle/>
          <a:p>
            <a:r>
              <a:rPr lang="en-US" sz="4000" dirty="0"/>
              <a:t>THANK YOU</a:t>
            </a:r>
          </a:p>
        </p:txBody>
      </p:sp>
      <p:sp>
        <p:nvSpPr>
          <p:cNvPr id="4" name="Content Placeholder 3">
            <a:extLst>
              <a:ext uri="{FF2B5EF4-FFF2-40B4-BE49-F238E27FC236}">
                <a16:creationId xmlns:a16="http://schemas.microsoft.com/office/drawing/2014/main" id="{29754CC9-96EB-54E7-58E6-1346DA1048BF}"/>
              </a:ext>
            </a:extLst>
          </p:cNvPr>
          <p:cNvSpPr>
            <a:spLocks noGrp="1"/>
          </p:cNvSpPr>
          <p:nvPr>
            <p:ph idx="1"/>
          </p:nvPr>
        </p:nvSpPr>
        <p:spPr>
          <a:xfrm>
            <a:off x="3071664" y="3501008"/>
            <a:ext cx="3096344" cy="648221"/>
          </a:xfrm>
        </p:spPr>
        <p:txBody>
          <a:bodyPr/>
          <a:lstStyle/>
          <a:p>
            <a:r>
              <a:rPr lang="de-DE" sz="2800" dirty="0"/>
              <a:t>Any Questions? </a:t>
            </a:r>
            <a:endParaRPr lang="en-US" sz="2800" dirty="0"/>
          </a:p>
        </p:txBody>
      </p:sp>
      <p:sp>
        <p:nvSpPr>
          <p:cNvPr id="5" name="Date Placeholder 4">
            <a:extLst>
              <a:ext uri="{FF2B5EF4-FFF2-40B4-BE49-F238E27FC236}">
                <a16:creationId xmlns:a16="http://schemas.microsoft.com/office/drawing/2014/main" id="{202BF403-B219-9B49-5651-A6CDCA80A35E}"/>
              </a:ext>
            </a:extLst>
          </p:cNvPr>
          <p:cNvSpPr>
            <a:spLocks noGrp="1"/>
          </p:cNvSpPr>
          <p:nvPr>
            <p:ph type="dt" sz="half" idx="10"/>
          </p:nvPr>
        </p:nvSpPr>
        <p:spPr/>
        <p:txBody>
          <a:bodyPr/>
          <a:lstStyle/>
          <a:p>
            <a:fld id="{2A09CE31-9316-4BF9-8DA9-E4F37514F421}" type="datetime1">
              <a:rPr lang="en-US" smtClean="0"/>
              <a:t>6/9/2026</a:t>
            </a:fld>
            <a:endParaRPr lang="de-DE" dirty="0"/>
          </a:p>
        </p:txBody>
      </p:sp>
      <p:sp>
        <p:nvSpPr>
          <p:cNvPr id="6" name="Footer Placeholder 5">
            <a:extLst>
              <a:ext uri="{FF2B5EF4-FFF2-40B4-BE49-F238E27FC236}">
                <a16:creationId xmlns:a16="http://schemas.microsoft.com/office/drawing/2014/main" id="{DCB9EF05-E53E-25F7-2C46-1336F97BCFC9}"/>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Tree>
    <p:extLst>
      <p:ext uri="{BB962C8B-B14F-4D97-AF65-F5344CB8AC3E}">
        <p14:creationId xmlns:p14="http://schemas.microsoft.com/office/powerpoint/2010/main" val="3513705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AC963-B7F8-E2A6-222C-CB10A5C9C33D}"/>
              </a:ext>
            </a:extLst>
          </p:cNvPr>
          <p:cNvSpPr>
            <a:spLocks noGrp="1"/>
          </p:cNvSpPr>
          <p:nvPr>
            <p:ph type="title"/>
          </p:nvPr>
        </p:nvSpPr>
        <p:spPr/>
        <p:txBody>
          <a:bodyPr/>
          <a:lstStyle/>
          <a:p>
            <a:r>
              <a:rPr lang="de-DE" dirty="0"/>
              <a:t>Backup Slide</a:t>
            </a:r>
            <a:endParaRPr lang="en-US" dirty="0"/>
          </a:p>
        </p:txBody>
      </p:sp>
      <p:sp>
        <p:nvSpPr>
          <p:cNvPr id="3" name="Content Placeholder 2">
            <a:extLst>
              <a:ext uri="{FF2B5EF4-FFF2-40B4-BE49-F238E27FC236}">
                <a16:creationId xmlns:a16="http://schemas.microsoft.com/office/drawing/2014/main" id="{FEA872F5-BDC3-25C4-7837-1AE29FBB9063}"/>
              </a:ext>
            </a:extLst>
          </p:cNvPr>
          <p:cNvSpPr>
            <a:spLocks noGrp="1"/>
          </p:cNvSpPr>
          <p:nvPr>
            <p:ph idx="1"/>
          </p:nvPr>
        </p:nvSpPr>
        <p:spPr/>
        <p:txBody>
          <a:bodyPr/>
          <a:lstStyle/>
          <a:p>
            <a:pPr marL="285750" indent="-285750">
              <a:buFont typeface="Arial" panose="020B0604020202020204" pitchFamily="34" charset="0"/>
              <a:buChar char="•"/>
            </a:pPr>
            <a:r>
              <a:rPr lang="de-DE" dirty="0" err="1"/>
              <a:t>You</a:t>
            </a:r>
            <a:r>
              <a:rPr lang="de-DE" dirty="0"/>
              <a:t> </a:t>
            </a:r>
            <a:r>
              <a:rPr lang="de-DE" dirty="0" err="1"/>
              <a:t>can</a:t>
            </a:r>
            <a:r>
              <a:rPr lang="de-DE" dirty="0"/>
              <a:t> </a:t>
            </a:r>
            <a:r>
              <a:rPr lang="de-DE" dirty="0" err="1"/>
              <a:t>prepare</a:t>
            </a:r>
            <a:r>
              <a:rPr lang="de-DE" dirty="0"/>
              <a:t> </a:t>
            </a:r>
            <a:r>
              <a:rPr lang="de-DE" dirty="0" err="1"/>
              <a:t>some</a:t>
            </a:r>
            <a:r>
              <a:rPr lang="de-DE" dirty="0"/>
              <a:t> </a:t>
            </a:r>
            <a:r>
              <a:rPr lang="de-DE" dirty="0" err="1"/>
              <a:t>backup</a:t>
            </a:r>
            <a:r>
              <a:rPr lang="de-DE" dirty="0"/>
              <a:t> </a:t>
            </a:r>
            <a:r>
              <a:rPr lang="de-DE" dirty="0" err="1"/>
              <a:t>slides</a:t>
            </a:r>
            <a:r>
              <a:rPr lang="de-DE" dirty="0"/>
              <a:t> but </a:t>
            </a:r>
            <a:r>
              <a:rPr lang="de-DE" dirty="0" err="1"/>
              <a:t>it</a:t>
            </a:r>
            <a:r>
              <a:rPr lang="de-DE" dirty="0"/>
              <a:t> </a:t>
            </a:r>
            <a:r>
              <a:rPr lang="de-DE" dirty="0" err="1"/>
              <a:t>is</a:t>
            </a:r>
            <a:r>
              <a:rPr lang="de-DE" dirty="0"/>
              <a:t> optional.  </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err="1"/>
              <a:t>If</a:t>
            </a:r>
            <a:r>
              <a:rPr lang="de-DE" dirty="0"/>
              <a:t> </a:t>
            </a:r>
            <a:r>
              <a:rPr lang="de-DE" dirty="0" err="1"/>
              <a:t>you</a:t>
            </a:r>
            <a:r>
              <a:rPr lang="de-DE" dirty="0"/>
              <a:t> </a:t>
            </a:r>
            <a:r>
              <a:rPr lang="de-DE" dirty="0" err="1"/>
              <a:t>expect</a:t>
            </a:r>
            <a:r>
              <a:rPr lang="de-DE" dirty="0"/>
              <a:t> </a:t>
            </a:r>
            <a:r>
              <a:rPr lang="de-DE" dirty="0" err="1"/>
              <a:t>some</a:t>
            </a:r>
            <a:r>
              <a:rPr lang="de-DE" dirty="0"/>
              <a:t> </a:t>
            </a:r>
            <a:r>
              <a:rPr lang="de-DE" dirty="0" err="1"/>
              <a:t>questions</a:t>
            </a:r>
            <a:r>
              <a:rPr lang="de-DE" dirty="0"/>
              <a:t> </a:t>
            </a:r>
            <a:r>
              <a:rPr lang="de-DE" dirty="0" err="1"/>
              <a:t>from</a:t>
            </a:r>
            <a:r>
              <a:rPr lang="de-DE" dirty="0"/>
              <a:t> </a:t>
            </a:r>
            <a:r>
              <a:rPr lang="de-DE" dirty="0" err="1"/>
              <a:t>audience</a:t>
            </a:r>
            <a:r>
              <a:rPr lang="de-DE" dirty="0"/>
              <a:t> and </a:t>
            </a:r>
            <a:r>
              <a:rPr lang="de-DE" dirty="0" err="1"/>
              <a:t>you</a:t>
            </a:r>
            <a:r>
              <a:rPr lang="de-DE" dirty="0"/>
              <a:t> </a:t>
            </a:r>
            <a:r>
              <a:rPr lang="de-DE" dirty="0" err="1"/>
              <a:t>need</a:t>
            </a:r>
            <a:r>
              <a:rPr lang="de-DE" dirty="0"/>
              <a:t> </a:t>
            </a:r>
            <a:r>
              <a:rPr lang="de-DE" dirty="0" err="1"/>
              <a:t>supporting</a:t>
            </a:r>
            <a:r>
              <a:rPr lang="de-DE" dirty="0"/>
              <a:t> </a:t>
            </a:r>
            <a:r>
              <a:rPr lang="de-DE" dirty="0" err="1"/>
              <a:t>slide</a:t>
            </a:r>
            <a:r>
              <a:rPr lang="de-DE" dirty="0"/>
              <a:t> </a:t>
            </a:r>
            <a:r>
              <a:rPr lang="de-DE" dirty="0" err="1"/>
              <a:t>for</a:t>
            </a:r>
            <a:r>
              <a:rPr lang="de-DE" dirty="0"/>
              <a:t> </a:t>
            </a:r>
            <a:r>
              <a:rPr lang="de-DE" dirty="0" err="1"/>
              <a:t>the</a:t>
            </a:r>
            <a:r>
              <a:rPr lang="de-DE" dirty="0"/>
              <a:t> </a:t>
            </a:r>
            <a:r>
              <a:rPr lang="de-DE" dirty="0" err="1"/>
              <a:t>explanation</a:t>
            </a:r>
            <a:r>
              <a:rPr lang="de-DE" dirty="0"/>
              <a:t> </a:t>
            </a:r>
            <a:r>
              <a:rPr lang="de-DE" dirty="0" err="1"/>
              <a:t>then</a:t>
            </a:r>
            <a:r>
              <a:rPr lang="de-DE" dirty="0"/>
              <a:t> </a:t>
            </a:r>
            <a:r>
              <a:rPr lang="de-DE" dirty="0" err="1"/>
              <a:t>prepare</a:t>
            </a:r>
            <a:r>
              <a:rPr lang="de-DE" dirty="0"/>
              <a:t> a </a:t>
            </a:r>
            <a:r>
              <a:rPr lang="de-DE" dirty="0" err="1"/>
              <a:t>backup</a:t>
            </a:r>
            <a:r>
              <a:rPr lang="de-DE" dirty="0"/>
              <a:t> </a:t>
            </a:r>
            <a:r>
              <a:rPr lang="de-DE" dirty="0" err="1"/>
              <a:t>slide</a:t>
            </a:r>
            <a:endParaRPr lang="de-DE" dirty="0"/>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err="1"/>
              <a:t>Feel</a:t>
            </a:r>
            <a:r>
              <a:rPr lang="de-DE" dirty="0"/>
              <a:t> </a:t>
            </a:r>
            <a:r>
              <a:rPr lang="de-DE" dirty="0" err="1"/>
              <a:t>free</a:t>
            </a:r>
            <a:r>
              <a:rPr lang="de-DE" dirty="0"/>
              <a:t> </a:t>
            </a:r>
            <a:r>
              <a:rPr lang="de-DE" dirty="0" err="1"/>
              <a:t>to</a:t>
            </a:r>
            <a:r>
              <a:rPr lang="de-DE" dirty="0"/>
              <a:t> </a:t>
            </a:r>
            <a:r>
              <a:rPr lang="de-DE" dirty="0" err="1"/>
              <a:t>use</a:t>
            </a:r>
            <a:r>
              <a:rPr lang="de-DE" dirty="0"/>
              <a:t> </a:t>
            </a:r>
            <a:r>
              <a:rPr lang="de-DE" dirty="0" err="1"/>
              <a:t>the</a:t>
            </a:r>
            <a:r>
              <a:rPr lang="de-DE" dirty="0"/>
              <a:t> </a:t>
            </a:r>
            <a:r>
              <a:rPr lang="de-DE" dirty="0" err="1"/>
              <a:t>backup</a:t>
            </a:r>
            <a:r>
              <a:rPr lang="de-DE" dirty="0"/>
              <a:t> </a:t>
            </a:r>
            <a:r>
              <a:rPr lang="de-DE" dirty="0" err="1"/>
              <a:t>slide</a:t>
            </a:r>
            <a:r>
              <a:rPr lang="de-DE" dirty="0"/>
              <a:t> </a:t>
            </a:r>
            <a:r>
              <a:rPr lang="de-DE" dirty="0" err="1"/>
              <a:t>to</a:t>
            </a:r>
            <a:r>
              <a:rPr lang="de-DE" dirty="0"/>
              <a:t> </a:t>
            </a:r>
            <a:r>
              <a:rPr lang="de-DE" dirty="0" err="1"/>
              <a:t>explain</a:t>
            </a:r>
            <a:r>
              <a:rPr lang="de-DE" dirty="0"/>
              <a:t> </a:t>
            </a:r>
            <a:r>
              <a:rPr lang="de-DE" dirty="0" err="1"/>
              <a:t>the</a:t>
            </a:r>
            <a:r>
              <a:rPr lang="de-DE" dirty="0"/>
              <a:t> </a:t>
            </a:r>
            <a:r>
              <a:rPr lang="de-DE" dirty="0" err="1"/>
              <a:t>question</a:t>
            </a:r>
            <a:r>
              <a:rPr lang="de-DE" dirty="0"/>
              <a:t> </a:t>
            </a:r>
            <a:r>
              <a:rPr lang="de-DE" dirty="0" err="1"/>
              <a:t>from</a:t>
            </a:r>
            <a:r>
              <a:rPr lang="de-DE" dirty="0"/>
              <a:t> </a:t>
            </a:r>
            <a:r>
              <a:rPr lang="de-DE" dirty="0" err="1"/>
              <a:t>the</a:t>
            </a:r>
            <a:r>
              <a:rPr lang="de-DE" dirty="0"/>
              <a:t> </a:t>
            </a:r>
            <a:r>
              <a:rPr lang="de-DE" dirty="0" err="1"/>
              <a:t>audience</a:t>
            </a:r>
            <a:endParaRPr lang="de-DE" dirty="0"/>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a:t>Backup </a:t>
            </a:r>
            <a:r>
              <a:rPr lang="de-DE" dirty="0" err="1"/>
              <a:t>slides</a:t>
            </a:r>
            <a:r>
              <a:rPr lang="de-DE" dirty="0"/>
              <a:t> </a:t>
            </a:r>
            <a:r>
              <a:rPr lang="de-DE" dirty="0" err="1"/>
              <a:t>should</a:t>
            </a:r>
            <a:r>
              <a:rPr lang="de-DE" dirty="0"/>
              <a:t> </a:t>
            </a:r>
            <a:r>
              <a:rPr lang="de-DE" dirty="0" err="1"/>
              <a:t>have</a:t>
            </a:r>
            <a:r>
              <a:rPr lang="de-DE" dirty="0"/>
              <a:t> same </a:t>
            </a:r>
            <a:r>
              <a:rPr lang="de-DE" dirty="0" err="1"/>
              <a:t>quality</a:t>
            </a:r>
            <a:r>
              <a:rPr lang="de-DE" dirty="0"/>
              <a:t> </a:t>
            </a:r>
            <a:r>
              <a:rPr lang="de-DE" dirty="0" err="1"/>
              <a:t>as</a:t>
            </a:r>
            <a:r>
              <a:rPr lang="de-DE" dirty="0"/>
              <a:t> </a:t>
            </a:r>
            <a:r>
              <a:rPr lang="de-DE" dirty="0" err="1"/>
              <a:t>other</a:t>
            </a:r>
            <a:r>
              <a:rPr lang="de-DE" dirty="0"/>
              <a:t> </a:t>
            </a:r>
            <a:r>
              <a:rPr lang="de-DE" dirty="0" err="1"/>
              <a:t>presentation</a:t>
            </a:r>
            <a:r>
              <a:rPr lang="de-DE" dirty="0"/>
              <a:t> </a:t>
            </a:r>
            <a:r>
              <a:rPr lang="de-DE" dirty="0" err="1"/>
              <a:t>slide</a:t>
            </a:r>
            <a:endParaRPr lang="en-US" dirty="0"/>
          </a:p>
          <a:p>
            <a:endParaRPr lang="en-US" dirty="0"/>
          </a:p>
        </p:txBody>
      </p:sp>
      <p:sp>
        <p:nvSpPr>
          <p:cNvPr id="5" name="Slide Number Placeholder 4">
            <a:extLst>
              <a:ext uri="{FF2B5EF4-FFF2-40B4-BE49-F238E27FC236}">
                <a16:creationId xmlns:a16="http://schemas.microsoft.com/office/drawing/2014/main" id="{086F2067-747A-CF89-32B4-CDB85D6E6380}"/>
              </a:ext>
            </a:extLst>
          </p:cNvPr>
          <p:cNvSpPr>
            <a:spLocks noGrp="1"/>
          </p:cNvSpPr>
          <p:nvPr>
            <p:ph type="sldNum" sz="quarter" idx="12"/>
          </p:nvPr>
        </p:nvSpPr>
        <p:spPr/>
        <p:txBody>
          <a:bodyPr/>
          <a:lstStyle/>
          <a:p>
            <a:fld id="{D836C0FE-70CA-4950-82D6-CF602CC2B770}" type="slidenum">
              <a:rPr lang="de-DE" smtClean="0"/>
              <a:t>11</a:t>
            </a:fld>
            <a:endParaRPr lang="de-DE" dirty="0"/>
          </a:p>
        </p:txBody>
      </p:sp>
      <p:sp>
        <p:nvSpPr>
          <p:cNvPr id="6" name="Footer Placeholder 5">
            <a:extLst>
              <a:ext uri="{FF2B5EF4-FFF2-40B4-BE49-F238E27FC236}">
                <a16:creationId xmlns:a16="http://schemas.microsoft.com/office/drawing/2014/main" id="{F5EB9FFD-FD4B-F1E1-DF91-340B30F3F117}"/>
              </a:ext>
            </a:extLst>
          </p:cNvPr>
          <p:cNvSpPr>
            <a:spLocks noGrp="1"/>
          </p:cNvSpPr>
          <p:nvPr>
            <p:ph type="ftr" sz="quarter" idx="11"/>
          </p:nvPr>
        </p:nvSpPr>
        <p:spPr/>
        <p:txBody>
          <a:bodyPr/>
          <a:lstStyle/>
          <a:p>
            <a:r>
              <a:rPr lang="en-US" dirty="0"/>
              <a:t>Lennart Gorzel Fingerprint-Based Caching for Leave-One-Subject-Out Cross-Validation</a:t>
            </a:r>
            <a:endParaRPr lang="de-DE" dirty="0"/>
          </a:p>
        </p:txBody>
      </p:sp>
      <p:sp>
        <p:nvSpPr>
          <p:cNvPr id="7" name="Date Placeholder 6">
            <a:extLst>
              <a:ext uri="{FF2B5EF4-FFF2-40B4-BE49-F238E27FC236}">
                <a16:creationId xmlns:a16="http://schemas.microsoft.com/office/drawing/2014/main" id="{DF21DD3F-5C2C-BE83-7793-836D5098B780}"/>
              </a:ext>
            </a:extLst>
          </p:cNvPr>
          <p:cNvSpPr>
            <a:spLocks noGrp="1"/>
          </p:cNvSpPr>
          <p:nvPr>
            <p:ph type="dt" sz="half" idx="10"/>
          </p:nvPr>
        </p:nvSpPr>
        <p:spPr/>
        <p:txBody>
          <a:bodyPr/>
          <a:lstStyle/>
          <a:p>
            <a:fld id="{310F5A52-0074-4F38-8685-91157C589AF1}" type="datetime1">
              <a:rPr lang="en-US" smtClean="0"/>
              <a:t>6/9/2026</a:t>
            </a:fld>
            <a:endParaRPr lang="de-DE" dirty="0"/>
          </a:p>
        </p:txBody>
      </p:sp>
    </p:spTree>
    <p:extLst>
      <p:ext uri="{BB962C8B-B14F-4D97-AF65-F5344CB8AC3E}">
        <p14:creationId xmlns:p14="http://schemas.microsoft.com/office/powerpoint/2010/main" val="2719296134"/>
      </p:ext>
    </p:extLst>
  </p:cSld>
  <p:clrMapOvr>
    <a:masterClrMapping/>
  </p:clrMapOvr>
</p:sld>
</file>

<file path=ppt/theme/theme1.xml><?xml version="1.0" encoding="utf-8"?>
<a:theme xmlns:a="http://schemas.openxmlformats.org/drawingml/2006/main" name="IMC University of Applied Sciences">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7E9"/>
        </a:solidFill>
        <a:ln>
          <a:noFill/>
        </a:ln>
      </a:spPr>
      <a:bodyPr rtlCol="0" anchor="ctr"/>
      <a:lstStyle>
        <a:defPPr algn="ctr">
          <a:lnSpc>
            <a:spcPct val="120000"/>
          </a:lnSpc>
          <a:defRPr sz="16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lnSpc>
            <a:spcPct val="120000"/>
          </a:lnSpc>
          <a:spcBef>
            <a:spcPts val="800"/>
          </a:spcBef>
          <a:buFont typeface="Arial" panose="020B0604020202020204" pitchFamily="34" charset="0"/>
          <a:buChar char="•"/>
          <a:defRPr sz="1600" dirty="0" smtClean="0"/>
        </a:defPPr>
      </a:lstStyle>
    </a:txDef>
  </a:objectDefaults>
  <a:extraClrSchemeLst/>
  <a:custClrLst>
    <a:custClr name="Corporate 1">
      <a:srgbClr val="768692"/>
    </a:custClr>
    <a:custClr name="R 156, G 168, B 178">
      <a:srgbClr val="9CA8B2"/>
    </a:custClr>
    <a:custClr name="R 199, G 206, B 211">
      <a:srgbClr val="C7CED3"/>
    </a:custClr>
    <a:custClr name="R 228, G 231, B 233">
      <a:srgbClr val="E4E7E9"/>
    </a:custClr>
    <a:custClr name="Corporate 2">
      <a:srgbClr val="FF9E1B"/>
    </a:custClr>
    <a:custClr name="R 255, G 191, B 113">
      <a:srgbClr val="FFBF71"/>
    </a:custClr>
    <a:custClr name="R 255, G 227, B 193">
      <a:srgbClr val="FFE3C1"/>
    </a:custClr>
    <a:custClr name="Health">
      <a:srgbClr val="98D801"/>
    </a:custClr>
    <a:custClr name="Sciences Technology">
      <a:srgbClr val="F94868"/>
    </a:custClr>
    <a:custClr name="Business">
      <a:srgbClr val="608EE4"/>
    </a:custClr>
  </a:custClrLst>
  <a:extLst>
    <a:ext uri="{05A4C25C-085E-4340-85A3-A5531E510DB2}">
      <thm15:themeFamily xmlns:thm15="http://schemas.microsoft.com/office/thememl/2012/main" name="K16_IMC_University of Applied Sciences_Master_V01_Step2-3_JZ.potx" id="{A9C88A37-7579-4282-81DA-CB825925CDD9}" vid="{581FEE8C-078B-432F-818D-792EE54338A3}"/>
    </a:ext>
  </a:extLst>
</a:theme>
</file>

<file path=ppt/theme/theme2.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83E27456E09B48A25895BFE4669E77" ma:contentTypeVersion="0" ma:contentTypeDescription="Create a new document." ma:contentTypeScope="" ma:versionID="b7fbf12b071be988876e1af66ff50ea6">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61CBC6-B3D0-4347-B55C-8DEF3C513B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C05C4301-C29D-407B-9381-82889EE8729E}">
  <ds:schemaRefs>
    <ds:schemaRef ds:uri="http://schemas.microsoft.com/office/2006/metadata/properties"/>
    <ds:schemaRef ds:uri="http://schemas.microsoft.com/office/infopath/2007/PartnerControls"/>
    <ds:schemaRef ds:uri="b9b608ed-55ea-456b-aacf-2e68fc65065e"/>
  </ds:schemaRefs>
</ds:datastoreItem>
</file>

<file path=customXml/itemProps3.xml><?xml version="1.0" encoding="utf-8"?>
<ds:datastoreItem xmlns:ds="http://schemas.openxmlformats.org/officeDocument/2006/customXml" ds:itemID="{E173F5B9-CA92-4B94-AB61-4BBEAEC976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IMC_Master</Template>
  <TotalTime>0</TotalTime>
  <Words>399</Words>
  <Application>Microsoft Office PowerPoint</Application>
  <PresentationFormat>Breitbild</PresentationFormat>
  <Paragraphs>84</Paragraphs>
  <Slides>11</Slides>
  <Notes>1</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11</vt:i4>
      </vt:variant>
    </vt:vector>
  </HeadingPairs>
  <TitlesOfParts>
    <vt:vector size="14" baseType="lpstr">
      <vt:lpstr>Arial</vt:lpstr>
      <vt:lpstr>Cambria</vt:lpstr>
      <vt:lpstr>IMC University of Applied Sciences</vt:lpstr>
      <vt:lpstr>PowerPoint-Präsentation</vt:lpstr>
      <vt:lpstr>Outline</vt:lpstr>
      <vt:lpstr>Motivation</vt:lpstr>
      <vt:lpstr>State of the art</vt:lpstr>
      <vt:lpstr>Model</vt:lpstr>
      <vt:lpstr>Implementation</vt:lpstr>
      <vt:lpstr>Results a </vt:lpstr>
      <vt:lpstr>Results b </vt:lpstr>
      <vt:lpstr>Conclusion</vt:lpstr>
      <vt:lpstr>THANK YOU</vt:lpstr>
      <vt:lpstr>Backup Slide</vt:lpstr>
    </vt:vector>
  </TitlesOfParts>
  <Company>IMC Krems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Informatics</dc:title>
  <dc:creator>Sarita Paudel</dc:creator>
  <cp:lastModifiedBy>Lennart Gorzel</cp:lastModifiedBy>
  <cp:revision>33</cp:revision>
  <dcterms:created xsi:type="dcterms:W3CDTF">2023-08-25T11:40:22Z</dcterms:created>
  <dcterms:modified xsi:type="dcterms:W3CDTF">2026-06-08T23:15:28Z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0x010100DD83E27456E09B48A25895BFE4669E77</vt:lpwstr>
  </property>
</Properties>
</file>