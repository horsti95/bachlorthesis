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4059936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2560320"/>
            <a:ext cx="4059936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2560320"/>
            <a:ext cx="4059936" cy="457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ML Experiment Optimization with Intelligent Caching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Bachelor Thesis Presentation  |  Lennart Gorzel  |  IMC FH Krems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99AA"/>
                </a:solidFill>
              </a:rPr>
              <a:t>Three presentation strategies — pick one, mix as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4D8"/>
                </a:solidFill>
              </a:rPr>
              <a:t>Strategy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The Researcher's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Strategy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The Trust Problem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66175" y="3474720"/>
            <a:ext cx="3566160" cy="13716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5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D6A0"/>
                </a:solidFill>
              </a:rPr>
              <a:t>Strategy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5" y="4069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Numbers-First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AA"/>
                </a:solidFill>
              </a:rPr>
              <a:t>Slides 2–7: Strategy A  |  Slides 9–14: Strategy B  |  Slides 16–21: Strategy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B4D8"/>
                </a:solidFill>
              </a:rPr>
              <a:t>Strategy A — The Researcher's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Narrative: first-person pain → unified idea → relief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Timing per section:  Motivation 1:30  •  SOTA 0:45  •  Model 1:00  •  Implementation 1:15  •  Results 1:30  •  Conclusion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|  CS committee  | 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— Nine Hours. Again.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1521440" cy="6858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4D8"/>
                </a:solidFill>
              </a:rPr>
              <a:t>"I run an experiment. 9 hours. I change one number. Another 9 hours."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Sleep EEG classification — 128 subjects, ~107,000 epochs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149 features/epoch  ×  128 LOSO folds  ×  18 configurations = 2,304 training runs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One full experiment run: 9–12 hours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Tweak one hyperparameter → start over → same 9–12 hours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Over 80 % of compute is identical recomputation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The bottleneck is not the model — it's the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Open with the hook line verbatim — pause after it.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Let the 2,304 number land. Write it on screen, say it once.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Don't explain LOSO yet — keep it as 'standard cross-validation'.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End the section with: 'This isn't a model problem. It's a pipeline problem.'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State of the Art — The Parts Exist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Cryptographic hashing (SHA-256) — deterministic, collision-resistant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Caching frameworks — joblib, functools.lru_cache, MLflow artifact stores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Model serialization — pickle, joblib.dump, ONNX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Each handles one piece.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None handles the boundary between them under LOSO cross-validation.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Change one parameter and you cannot know which cached results are still valid.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Three columns, one line each — this slide should feel fast.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 NOT mention your combination here. Just show the gap.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last three lines are the gap. Read them slowly.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'The parts exist. Assembling them safely does not.'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A Computation Has an 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Core idea: every computation has an identity derived from all its inputs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Identity = SHA-256( all inputs ) → cache key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If nothing changed → key matches → load from cache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If anything changed → key differs → recompute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Downstream stages inherit upstream fingerprints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Partial invalidation: change feature selection, keep preprocessing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Show one small diagram: [inputs] → [SHA-256] → [cache key] → [output]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word 'identity' is the anchor concept — return to it.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Avoid the word 'hash function' if the audience might not know it — use 'fingerprint'.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'That's the concept. Now the wiring.'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— 4-Stage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1 — Preprocessing:  fingerprint = raw EEG + filter config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2 — Feature Extraction:  fingerprint = preprocessed signals + extraction config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3 — Feature Selection:  fingerprint = features + corr threshold + top-K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4 — Model Training:  fingerprint = selected features + model params + subject 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Subject ID in Stage 4 fingerprint → LOSO fold identity is part of the cache key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Change config at Stage 3 → only Stage 3 + 4 recompute → Stages 1 &amp; 2 reused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Show one pipeline diagram with arrows — no code, no file tree.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subject-ID point is the key novelty. Say it once, clearly.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Demonstrate partial invalidation with a concrete example.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Keep this slide visual. The diagram does the talking.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Before and After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Cold run (no cache):       ~9 hours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Warm run (full cache):    ~1 hour          → 4.5× overall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Feature extraction alone: 53 min → 0.2 min  → 224×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Cache hit rate:            100 %  (24/24 models, 0 errors)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Data leakage:              0 confirmed cases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Iteration cycle: 9h → 1h  means ~9 experiments per day instead of 1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Use a bar chart — two bars (cold / warm) — not a table.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224× is the showstopper number. Pause after it.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Lead with speed, then confirm correctness (100% hit, 0 leakage).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last line reframes the impact: researcher velocity, not just CPU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Strategy A — The Researcher's Day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0B4D8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— The Bottleneck Is Gone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Fingerprint everything. Cache everything. Recompute only what changed.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9-hour iteration cycle → 1-hour iteration cycle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Safe: subject ID in fingerprint prevents leakage by construction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Generalizes to any LOSO / k-fold pipeline with expensive features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"Iteration cost was the bottleneck of this research. It isn't anymore."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Closing line is the thesis in one sentence — deliver it without looking at the slide.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Mention generalization briefly: 'any expensive ML pipeline under k-fold.'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Keep it short — 60 seconds. The results already made the argument.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End with a pause, then open for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4D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6B6B"/>
                </a:solidFill>
              </a:rPr>
              <a:t>Strategy B — The Trust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Narrative: correctness framing → gap → proof of speed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Timing per section:  Motivation 1:00  •  SOTA 0:45  •  Model 1:15  •  Implementation 1:15  •  Results 1:45  •  Conclusion 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|  CS committee  | 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— Speed Is Easy. Safety Isn't.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1521440" cy="6858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6B6B"/>
                </a:solidFill>
              </a:rPr>
              <a:t>"Cross-validation has a rule: don't touch the held-out subject. Caching has a habit: it remembers everything."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Sleep EEG: 128 subjects, 2,304 training runs, 9–12 h per run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80 %+ of compute is identical across runs — obvious to cache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But: LOSO cross-validation requires strict data isolation per fold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Wrong cache → wrong held-out subject in training → silent data leakage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The real problem is not speed — it is caching without risking correctness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Read the hook line verbatim. Let the contradiction land.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audience knows why cross-validation matters — use that.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Frame the complication as a trust problem, not just a perf problem.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'So the question is: can we cache safely?'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State of the Art — Building Blocks, No Glue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SHA-256 hashing — deterministic fingerprinting of arbitrary data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Caching libraries — joblib, MLflow, lru_cache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Model serialization — pickle, joblib.dump, ONNX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None encodes LOSO fold identity into the cache key.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None provides stage-wise partial invalidation.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The gap: no tool ties cache validity to cross-validation fold boundaries.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Keep this fast — one sentence per tool.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gap is in the last three lines. Slow down there.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 NOT reveal your solution here. Point at the empty space, walk away.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'The parts exist. The boundary between them under cross-validation does not.'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Identity Includes the Fold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A computation's identity = SHA-256 of ALL its inputs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For Stage 4 (model training), inputs include: features + params + held-out subject 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Each LOSO fold gets a unique cache key by construction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Cached model for fold 42 cannot be loaded for fold 17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Data leakage is prevented at the identity level, not by runtime checks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Downstream stages inherit upstream fingerprints → hierarchical invalidation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This is the insight slide. Give it 15 extra seconds if needed.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Emphasize 'by construction' — it's mathematically guaranteed, not guarded.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Diagram: [inputs + subject_id] → [SHA-256] → [cache key]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'That's the concept. Now the wiring.'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— 4 Stages, Each Fingerprinted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1 — Preprocessing:   key = raw data + filter settings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2 — Features:         key = preprocessed + extraction config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3 — Selection:         key = features + threshold + top-K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4 — Model:             key = selected features + params + subject ID  ← fold guard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Partial invalidation: change threshold → only Stages 3 &amp; 4 recompute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Cache validated: 100 % hit rate, 0 serialization errors, 0 leakage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Show the pipeline diagram. Highlight Stage 4's subject ID addition.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partial invalidation line shows the system is hierarchical, not monolithic.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Don't show code. The diagram is cleaner and faster.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'Does it hold up? Let the numbers answer.'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1:45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Fast AND 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Speed:     9 h (cold) → 1 h (warm)  — 4.5× overall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Features:  53 min → 0.2 min           — 224×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Correctness:  100 % cache hit rate (24/24 models loaded correctly)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Leakage:      0 confirmed cases across all 128 LOSO folds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The two claims hold simultaneously: faster AND safe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Present speed first, then correctness — that's the pair this strategy promises.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'0 leakage' line is the payoff for the trust framing. Make it land.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Bar chart: cold vs warm. Then a second visual: hit rate + leakage table.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Don't rush here — this is the proof of both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</a:rPr>
              <a:t>Strategy B — The Trust Problem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F6B6B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— Caching That Survives Cross-Validation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Caching is well-understood. Caching safely under LOSO was not.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Solution: encode fold identity into the cache key — prevention by construction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Result: 80 %+ speedup with zero correctness compromise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Generalizes to any k-fold pipeline with expensive intermediate computations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"Caching, safely, under cross-validation."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Open with the contrast: known vs. unknown — that's the contribution.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closing one-liner is the thesis. Say it slowly, then stop.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Mention generalization to invite follow-up questions if time allows.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Don't add slides. Don't summarize the slides. Just land the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6B6B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2651760"/>
            <a:ext cx="12051792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D6A0"/>
                </a:solidFill>
              </a:rPr>
              <a:t>Strategy C — Numbers-First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DDEE"/>
                </a:solidFill>
              </a:rPr>
              <a:t>Narrative: open with the big number, backfill the why, close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Timing per section:  Motivation 1:15  •  SOTA 0:45  •  Model 1:00  •  Implementation 1:15  •  Results 1:30  •  Conclusion 1:15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99AA"/>
                </a:solidFill>
              </a:rPr>
              <a:t>7 min  |  CS committee  |  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Motivation — 9 Hours. Then 1 Hour.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1521440" cy="68580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16736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6D6A0"/>
                </a:solidFill>
              </a:rPr>
              <a:t>"9 hours. Then 1 hour. Same experiment, same data, same correctness. One design choice."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057400"/>
            <a:ext cx="7680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Sleep EEG classification: 128 subjects, LOSO cross-validation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128 folds × 18 configurations = 2,304 training runs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One run: 9–12 hours end-to-end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80 %+ of that time: identical recomputation across runs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How do you eliminate redundant compute without risking wrong results?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Open with the hook number before any context. Let curiosity precede explanation.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Then backfill: here's what the 9 hours buys you, here's why there are so many.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End with the question — plant it early so every following slide answers it.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This is a result-first strategy: the audience now knows the payoff.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State of the Art — Close, But Not Quite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Hashing (SHA-256)           — fingerprints arbitrary data 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Caching frameworks           — joblib, MLflow, lru_cache 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Model serialization          — pickle, ONNX, joblib.dump  ✓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Missing: a unified scheme that ties all three together under LOSO boundaries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None prevents stale-fold cache reads. None cascades invalidation across stages.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Fast slide — 45 seconds, three tools, one gap.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gap line justifies why there was a thesis to write.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Don't linger here. The audience already knows the answer is coming.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Model — Fingerprint Every Computation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Every computation has an identity: SHA-256( all inputs 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Same inputs → same key → load from cache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Different inputs → different key → recompute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Stages are chained: downstream fingerprint includes upstream fingerprint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Change one stage → only that stage and all downstream stages invalidate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One diagram: inputs → SHA-256 → key → cache.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Emphasize the chaining — it's what makes partial invalidation possible.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Keep conceptual, no implementation details yet.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'That's the idea. Here's the wiring.'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Implementation — 4 Stages, Hierarchically Cached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1 — Preprocessing:   fingerprint = raw EEG + filter settings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2 — Features:         fingerprint = Stage 1 output + extraction config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3 — Selection:         fingerprint = Stage 2 output + threshold + top-K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Stage 4 — Model:             fingerprint = Stage 3 output + params + subject 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Subject ID in Stage 4 → each LOSO fold is a distinct cache entry → no leakage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Change threshold → only Stages 3 + 4 recompute → ~8× further speedup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Show the 4-stage diagram with arrows.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Point at Stage 4 and say 'this is where the safety guarantee lives.'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One concrete example of partial invalidation — corr threshold 0.75 → 0.90.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Transition: 'Now — does it actually deliver on the promise?'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Results — The Numbers Hold 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Overall:    9 h (cold) → 1 h (warm)           = 4.5×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Features:   53 min → 0.2 min                    = 224×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Hit rate:   100 %  (24/24 models, 0 errors)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Leakage:    0 confirmed cases (128 LOSO folds)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Expected at full scale: 8–10× overall speedup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→ The promise from slide 1 is delivered — same correctness, 9× faster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audience has been waiting for these since slide 1. Don't underdeliver.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Bar chart: cold vs warm. It's visual and fast.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Explicitly echo the opening hook: 'Remember slide 1 — 9 hours then 1 hour.'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The last bullet closes the loop on the opening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Strategy C — Numbers-First  |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6D6A0"/>
                </a:solidFill>
              </a:rPr>
              <a:t>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114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 — One Design 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2144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8016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Fingerprint every computation with all its inputs — including the fold 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4 cascading stages → partial invalidation → cache only what changed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Result: 4.5–10× speedup with no correctness compromise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Generalizes: any k-fold pipeline with expensive feature extraction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────────────────────────────────────────────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 "9 hours. Then 1 hour. Same experiment. One design choice."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749039" cy="5303520"/>
          </a:xfrm>
          <a:prstGeom prst="rect">
            <a:avLst/>
          </a:prstGeom>
          <a:solidFill>
            <a:srgbClr val="1A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D6A0"/>
                </a:solidFill>
              </a:rPr>
              <a:t>SPEAKER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91640"/>
            <a:ext cx="3474720" cy="9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783080"/>
            <a:ext cx="3474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Echo the opening line as the closing line — that's the story arc complete.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Mention generalization: EEG-specific in implementation, general in principle.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Stop after the closing line. Don't add a summary of the summary.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CCDDEE"/>
                </a:solidFill>
              </a:rPr>
              <a:t>• Pause. Wait for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6D6A0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